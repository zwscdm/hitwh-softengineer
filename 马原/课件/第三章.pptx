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Default Extension="wdp" ContentType="image/vnd.ms-photo"/>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1"/>
  </p:notesMasterIdLst>
  <p:sldIdLst>
    <p:sldId id="394" r:id="rId2"/>
    <p:sldId id="397" r:id="rId3"/>
    <p:sldId id="398" r:id="rId4"/>
    <p:sldId id="399" r:id="rId5"/>
    <p:sldId id="509" r:id="rId6"/>
    <p:sldId id="405" r:id="rId7"/>
    <p:sldId id="406" r:id="rId8"/>
    <p:sldId id="510" r:id="rId9"/>
    <p:sldId id="411" r:id="rId10"/>
    <p:sldId id="413" r:id="rId11"/>
    <p:sldId id="416" r:id="rId12"/>
    <p:sldId id="417" r:id="rId13"/>
    <p:sldId id="425" r:id="rId14"/>
    <p:sldId id="428" r:id="rId15"/>
    <p:sldId id="431" r:id="rId16"/>
    <p:sldId id="435" r:id="rId17"/>
    <p:sldId id="439" r:id="rId18"/>
    <p:sldId id="441" r:id="rId19"/>
    <p:sldId id="442" r:id="rId20"/>
    <p:sldId id="466" r:id="rId21"/>
    <p:sldId id="447" r:id="rId22"/>
    <p:sldId id="448" r:id="rId23"/>
    <p:sldId id="450" r:id="rId24"/>
    <p:sldId id="515" r:id="rId25"/>
    <p:sldId id="517" r:id="rId26"/>
    <p:sldId id="456" r:id="rId27"/>
    <p:sldId id="541" r:id="rId28"/>
    <p:sldId id="518" r:id="rId29"/>
    <p:sldId id="519" r:id="rId30"/>
    <p:sldId id="520" r:id="rId31"/>
    <p:sldId id="521" r:id="rId32"/>
    <p:sldId id="522" r:id="rId33"/>
    <p:sldId id="523" r:id="rId34"/>
    <p:sldId id="524" r:id="rId35"/>
    <p:sldId id="525" r:id="rId36"/>
    <p:sldId id="526" r:id="rId37"/>
    <p:sldId id="528" r:id="rId38"/>
    <p:sldId id="529" r:id="rId39"/>
    <p:sldId id="540" r:id="rId40"/>
    <p:sldId id="530" r:id="rId41"/>
    <p:sldId id="531" r:id="rId42"/>
    <p:sldId id="532" r:id="rId43"/>
    <p:sldId id="533" r:id="rId44"/>
    <p:sldId id="534" r:id="rId45"/>
    <p:sldId id="535" r:id="rId46"/>
    <p:sldId id="536" r:id="rId47"/>
    <p:sldId id="537" r:id="rId48"/>
    <p:sldId id="538" r:id="rId49"/>
    <p:sldId id="539" r:id="rId5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Verdana"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Verdana"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Verdana"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Verdana" pitchFamily="34" charset="0"/>
        <a:ea typeface="宋体" pitchFamily="2" charset="-122"/>
        <a:cs typeface="+mn-cs"/>
      </a:defRPr>
    </a:lvl5pPr>
    <a:lvl6pPr marL="2286000" algn="l" defTabSz="914400" rtl="0" eaLnBrk="1" latinLnBrk="0" hangingPunct="1">
      <a:defRPr kern="1200">
        <a:solidFill>
          <a:schemeClr val="tx1"/>
        </a:solidFill>
        <a:latin typeface="Verdana" pitchFamily="34" charset="0"/>
        <a:ea typeface="宋体" pitchFamily="2" charset="-122"/>
        <a:cs typeface="+mn-cs"/>
      </a:defRPr>
    </a:lvl6pPr>
    <a:lvl7pPr marL="2743200" algn="l" defTabSz="914400" rtl="0" eaLnBrk="1" latinLnBrk="0" hangingPunct="1">
      <a:defRPr kern="1200">
        <a:solidFill>
          <a:schemeClr val="tx1"/>
        </a:solidFill>
        <a:latin typeface="Verdana" pitchFamily="34" charset="0"/>
        <a:ea typeface="宋体" pitchFamily="2" charset="-122"/>
        <a:cs typeface="+mn-cs"/>
      </a:defRPr>
    </a:lvl7pPr>
    <a:lvl8pPr marL="3200400" algn="l" defTabSz="914400" rtl="0" eaLnBrk="1" latinLnBrk="0" hangingPunct="1">
      <a:defRPr kern="1200">
        <a:solidFill>
          <a:schemeClr val="tx1"/>
        </a:solidFill>
        <a:latin typeface="Verdana" pitchFamily="34" charset="0"/>
        <a:ea typeface="宋体" pitchFamily="2" charset="-122"/>
        <a:cs typeface="+mn-cs"/>
      </a:defRPr>
    </a:lvl8pPr>
    <a:lvl9pPr marL="3657600" algn="l" defTabSz="914400" rtl="0" eaLnBrk="1" latinLnBrk="0" hangingPunct="1">
      <a:defRPr kern="1200">
        <a:solidFill>
          <a:schemeClr val="tx1"/>
        </a:solidFill>
        <a:latin typeface="Verdana" pitchFamily="34" charset="0"/>
        <a:ea typeface="宋体" pitchFamily="2" charset="-122"/>
        <a:cs typeface="+mn-cs"/>
      </a:defRPr>
    </a:lvl9pPr>
  </p:defaultTextStyle>
  <p:extLst>
    <p:ext uri="{EFAFB233-063F-42B5-8137-9DF3F51BA10A}">
      <p15:sldGuideLst xmlns="" xmlns:p15="http://schemas.microsoft.com/office/powerpoint/2012/main">
        <p15:guide id="1" orient="horz" pos="2196">
          <p15:clr>
            <a:srgbClr val="A4A3A4"/>
          </p15:clr>
        </p15:guide>
        <p15:guide id="2" pos="28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9933FF"/>
    <a:srgbClr val="0066FF"/>
    <a:srgbClr val="000099"/>
    <a:srgbClr val="000000"/>
    <a:srgbClr val="CC3399"/>
    <a:srgbClr val="003300"/>
    <a:srgbClr val="339933"/>
    <a:srgbClr val="FFFF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8" d="100"/>
          <a:sy n="108" d="100"/>
        </p:scale>
        <p:origin x="-1704" y="-78"/>
      </p:cViewPr>
      <p:guideLst>
        <p:guide orient="horz" pos="2196"/>
        <p:guide pos="2884"/>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1200">
                <a:latin typeface="Arial" pitchFamily="34" charset="0"/>
              </a:defRPr>
            </a:lvl1pPr>
          </a:lstStyle>
          <a:p>
            <a:pPr>
              <a:defRPr/>
            </a:pPr>
            <a:endParaRPr lang="zh-CN" altLang="zh-CN"/>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atin typeface="Arial" pitchFamily="34" charset="0"/>
              </a:defRPr>
            </a:lvl1pPr>
          </a:lstStyle>
          <a:p>
            <a:pPr>
              <a:defRPr/>
            </a:pPr>
            <a:endParaRPr lang="zh-CN" altLang="zh-CN"/>
          </a:p>
        </p:txBody>
      </p:sp>
      <p:sp>
        <p:nvSpPr>
          <p:cNvPr id="119812" name="Rectangle 4"/>
          <p:cNvSpPr>
            <a:spLocks noGrp="1" noRot="1" noChangeAspect="1" noChangeArrowheads="1"/>
          </p:cNvSpPr>
          <p:nvPr>
            <p:ph type="sldImg" idx="2"/>
          </p:nvPr>
        </p:nvSpPr>
        <p:spPr bwMode="auto">
          <a:xfrm>
            <a:off x="1143000" y="685800"/>
            <a:ext cx="4572000" cy="3429000"/>
          </a:xfrm>
          <a:prstGeom prst="rect">
            <a:avLst/>
          </a:prstGeom>
          <a:noFill/>
          <a:ln w="9525">
            <a:noFill/>
            <a:miter lim="800000"/>
            <a:headEnd/>
            <a:tailEnd/>
          </a:ln>
          <a:effectLst/>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mpd="sng">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noProof="0" smtClean="0"/>
              <a:t>单击此处编辑母版文本样式</a:t>
            </a:r>
          </a:p>
          <a:p>
            <a:pPr lvl="1"/>
            <a:r>
              <a:rPr lang="zh-CN" noProof="0" smtClean="0"/>
              <a:t>第二级</a:t>
            </a:r>
          </a:p>
          <a:p>
            <a:pPr lvl="2"/>
            <a:r>
              <a:rPr lang="zh-CN" noProof="0" smtClean="0"/>
              <a:t>第三级</a:t>
            </a:r>
          </a:p>
          <a:p>
            <a:pPr lvl="3"/>
            <a:r>
              <a:rPr lang="zh-CN" noProof="0" smtClean="0"/>
              <a:t>第四级</a:t>
            </a:r>
          </a:p>
          <a:p>
            <a:pPr lvl="4"/>
            <a:r>
              <a:rPr lang="zh-CN" noProof="0" smtClean="0"/>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buFont typeface="Arial" panose="020B0604020202020204" pitchFamily="34" charset="0"/>
              <a:buNone/>
              <a:defRPr sz="1200">
                <a:latin typeface="Arial" pitchFamily="34" charset="0"/>
              </a:defRPr>
            </a:lvl1pPr>
          </a:lstStyle>
          <a:p>
            <a:pPr>
              <a:defRPr/>
            </a:pPr>
            <a:endParaRPr lang="zh-CN" altLang="zh-CN"/>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buFont typeface="Arial" pitchFamily="34" charset="0"/>
              <a:buNone/>
              <a:defRPr sz="1200" smtClean="0">
                <a:latin typeface="Arial" pitchFamily="34" charset="0"/>
              </a:defRPr>
            </a:lvl1pPr>
          </a:lstStyle>
          <a:p>
            <a:pPr>
              <a:defRPr/>
            </a:pPr>
            <a:fld id="{B3CDF326-E734-47DD-A816-70E4ED0952A4}" type="slidenum">
              <a:rPr lang="zh-CN" altLang="zh-CN"/>
              <a:pPr>
                <a:defRPr/>
              </a:pPr>
              <a:t>‹#›</a:t>
            </a:fld>
            <a:endParaRPr lang="zh-CN" altLang="zh-CN"/>
          </a:p>
        </p:txBody>
      </p:sp>
    </p:spTree>
    <p:extLst>
      <p:ext uri="{BB962C8B-B14F-4D97-AF65-F5344CB8AC3E}">
        <p14:creationId xmlns="" xmlns:p14="http://schemas.microsoft.com/office/powerpoint/2010/main" val="25329906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875521"/>
          <p:cNvSpPr>
            <a:spLocks noGrp="1" noRot="1" noChangeAspect="1" noChangeArrowheads="1" noTextEdit="1"/>
          </p:cNvSpPr>
          <p:nvPr>
            <p:ph type="sldImg" idx="4294967295"/>
          </p:nvPr>
        </p:nvSpPr>
        <p:spPr/>
      </p:sp>
      <p:sp>
        <p:nvSpPr>
          <p:cNvPr id="120835" name="文本占位符 875522"/>
          <p:cNvSpPr>
            <a:spLocks noGrp="1" noChangeArrowheads="1"/>
          </p:cNvSpPr>
          <p:nvPr>
            <p:ph type="body" idx="4294967295"/>
          </p:nvPr>
        </p:nvSpPr>
        <p:spPr>
          <a:noFill/>
        </p:spPr>
        <p:txBody>
          <a:bodyPr/>
          <a:lstStyle/>
          <a:p>
            <a:endParaRPr lang="zh-CN" altLang="zh-CN" smtClean="0"/>
          </a:p>
        </p:txBody>
      </p:sp>
      <p:sp>
        <p:nvSpPr>
          <p:cNvPr id="120836" name="灯片编号占位符 1"/>
          <p:cNvSpPr>
            <a:spLocks noGrp="1" noChangeArrowheads="1"/>
          </p:cNvSpPr>
          <p:nvPr>
            <p:ph type="sldNum" sz="quarter" idx="5"/>
          </p:nvPr>
        </p:nvSpPr>
        <p:spPr>
          <a:noFill/>
          <a:ln>
            <a:miter lim="800000"/>
            <a:headEnd/>
            <a:tailEnd/>
          </a:ln>
        </p:spPr>
        <p:txBody>
          <a:bodyPr/>
          <a:lstStyle/>
          <a:p>
            <a:pPr>
              <a:buFontTx/>
              <a:buNone/>
            </a:pPr>
            <a:fld id="{E5354D9D-524D-4DEB-8A84-F2DAD4209EE4}" type="slidenum">
              <a:rPr lang="zh-CN" altLang="en-US"/>
              <a:pPr>
                <a:buFontTx/>
                <a:buNone/>
              </a:pPr>
              <a:t>1</a:t>
            </a:fld>
            <a:endParaRPr lang="zh-CN" altLang="en-US"/>
          </a:p>
        </p:txBody>
      </p:sp>
    </p:spTree>
    <p:extLst>
      <p:ext uri="{BB962C8B-B14F-4D97-AF65-F5344CB8AC3E}">
        <p14:creationId xmlns="" xmlns:p14="http://schemas.microsoft.com/office/powerpoint/2010/main" val="4202410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个体意识是个人的生活经历、社会地位等在自己头脑中的反映，是个体社会实践的产物；群体成员的共同意识；</a:t>
            </a:r>
            <a:endParaRPr lang="en-US" altLang="zh-CN" dirty="0"/>
          </a:p>
          <a:p>
            <a:r>
              <a:rPr lang="zh-CN" altLang="en-US" dirty="0"/>
              <a:t>社会心理，低层次的社会意识，自发的不系统的，不定型的，人们的感知、情绪、情感、心态、习俗等，以感性认识为主。</a:t>
            </a:r>
            <a:r>
              <a:rPr lang="zh-CN" altLang="en-US" b="1" dirty="0"/>
              <a:t>社会意识形式，较为高级的，自觉地系统的定性的社会意识，理性认为为主，社会意识形态以社会心理为基础，并对社会心理其指导和影响作用。</a:t>
            </a:r>
            <a:endParaRPr lang="en-US" altLang="zh-CN" b="1" dirty="0"/>
          </a:p>
          <a:p>
            <a:r>
              <a:rPr lang="zh-CN" altLang="en-US" dirty="0"/>
              <a:t>意识形态：反应社会的经济关系、阶级关系的社会意识。</a:t>
            </a:r>
            <a:endParaRPr lang="en-US" altLang="zh-CN" dirty="0"/>
          </a:p>
          <a:p>
            <a:r>
              <a:rPr lang="zh-CN" altLang="en-US" dirty="0"/>
              <a:t>不反映特定的社会集团的利益和要求，不服务于特定的政治经济制度和特定阶级，因而属于非意识形态。</a:t>
            </a:r>
          </a:p>
          <a:p>
            <a:endParaRPr lang="zh-CN" altLang="en-US" b="1" dirty="0"/>
          </a:p>
        </p:txBody>
      </p:sp>
    </p:spTree>
    <p:extLst>
      <p:ext uri="{BB962C8B-B14F-4D97-AF65-F5344CB8AC3E}">
        <p14:creationId xmlns="" xmlns:p14="http://schemas.microsoft.com/office/powerpoint/2010/main" val="9910553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3CDF326-E734-47DD-A816-70E4ED0952A4}" type="slidenum">
              <a:rPr lang="zh-CN" altLang="zh-CN" smtClean="0"/>
              <a:pPr>
                <a:defRPr/>
              </a:pPr>
              <a:t>10</a:t>
            </a:fld>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8805863" cy="6858000"/>
            <a:chOff x="0" y="0"/>
            <a:chExt cx="5547" cy="4320"/>
          </a:xfrm>
        </p:grpSpPr>
        <p:grpSp>
          <p:nvGrpSpPr>
            <p:cNvPr id="5" name="Group 3"/>
            <p:cNvGrpSpPr>
              <a:grpSpLocks/>
            </p:cNvGrpSpPr>
            <p:nvPr userDrawn="1"/>
          </p:nvGrpSpPr>
          <p:grpSpPr bwMode="auto">
            <a:xfrm rot="-215207">
              <a:off x="3691" y="234"/>
              <a:ext cx="1857" cy="3625"/>
              <a:chOff x="0" y="0"/>
              <a:chExt cx="1857" cy="3625"/>
            </a:xfrm>
          </p:grpSpPr>
          <p:sp>
            <p:nvSpPr>
              <p:cNvPr id="39" name="未知"/>
              <p:cNvSpPr>
                <a:spLocks/>
              </p:cNvSpPr>
              <p:nvPr userDrawn="1"/>
            </p:nvSpPr>
            <p:spPr bwMode="auto">
              <a:xfrm rot="12185230" flipV="1">
                <a:off x="524" y="0"/>
                <a:ext cx="1333" cy="1485"/>
              </a:xfrm>
              <a:custGeom>
                <a:avLst/>
                <a:gdLst>
                  <a:gd name="T0" fmla="*/ 70989675 w 596"/>
                  <a:gd name="T1" fmla="*/ 1531628501 h 666"/>
                  <a:gd name="T2" fmla="*/ 25414211 w 596"/>
                  <a:gd name="T3" fmla="*/ 1410625755 h 666"/>
                  <a:gd name="T4" fmla="*/ 0 w 596"/>
                  <a:gd name="T5" fmla="*/ 1195287945 h 666"/>
                  <a:gd name="T6" fmla="*/ 17687302 w 596"/>
                  <a:gd name="T7" fmla="*/ 919063086 h 666"/>
                  <a:gd name="T8" fmla="*/ 109724812 w 596"/>
                  <a:gd name="T9" fmla="*/ 625275322 h 666"/>
                  <a:gd name="T10" fmla="*/ 301513636 w 596"/>
                  <a:gd name="T11" fmla="*/ 347172752 h 666"/>
                  <a:gd name="T12" fmla="*/ 623298237 w 596"/>
                  <a:gd name="T13" fmla="*/ 128095902 h 666"/>
                  <a:gd name="T14" fmla="*/ 1082738069 w 596"/>
                  <a:gd name="T15" fmla="*/ 7506180 h 666"/>
                  <a:gd name="T16" fmla="*/ 1667016110 w 596"/>
                  <a:gd name="T17" fmla="*/ 37318436 h 666"/>
                  <a:gd name="T18" fmla="*/ 2123799506 w 596"/>
                  <a:gd name="T19" fmla="*/ 282254759 h 666"/>
                  <a:gd name="T20" fmla="*/ 2147483647 w 596"/>
                  <a:gd name="T21" fmla="*/ 683519958 h 666"/>
                  <a:gd name="T22" fmla="*/ 2147483647 w 596"/>
                  <a:gd name="T23" fmla="*/ 1174398606 h 666"/>
                  <a:gd name="T24" fmla="*/ 2147483647 w 596"/>
                  <a:gd name="T25" fmla="*/ 1692858465 h 666"/>
                  <a:gd name="T26" fmla="*/ 2147483647 w 596"/>
                  <a:gd name="T27" fmla="*/ 2147483647 h 666"/>
                  <a:gd name="T28" fmla="*/ 2147483647 w 596"/>
                  <a:gd name="T29" fmla="*/ 2147483647 h 666"/>
                  <a:gd name="T30" fmla="*/ 1830041199 w 596"/>
                  <a:gd name="T31" fmla="*/ 2147483647 h 666"/>
                  <a:gd name="T32" fmla="*/ 1706314782 w 596"/>
                  <a:gd name="T33" fmla="*/ 2147483647 h 666"/>
                  <a:gd name="T34" fmla="*/ 1933669717 w 596"/>
                  <a:gd name="T35" fmla="*/ 2147483647 h 666"/>
                  <a:gd name="T36" fmla="*/ 2113982390 w 596"/>
                  <a:gd name="T37" fmla="*/ 2147483647 h 666"/>
                  <a:gd name="T38" fmla="*/ 2147483647 w 596"/>
                  <a:gd name="T39" fmla="*/ 1877689968 h 666"/>
                  <a:gd name="T40" fmla="*/ 2147483647 w 596"/>
                  <a:gd name="T41" fmla="*/ 1470014740 h 666"/>
                  <a:gd name="T42" fmla="*/ 2147483647 w 596"/>
                  <a:gd name="T43" fmla="*/ 1067300904 h 666"/>
                  <a:gd name="T44" fmla="*/ 2128042167 w 596"/>
                  <a:gd name="T45" fmla="*/ 720018527 h 666"/>
                  <a:gd name="T46" fmla="*/ 1898371000 w 596"/>
                  <a:gd name="T47" fmla="*/ 463529200 h 666"/>
                  <a:gd name="T48" fmla="*/ 1496788237 w 596"/>
                  <a:gd name="T49" fmla="*/ 309418901 h 666"/>
                  <a:gd name="T50" fmla="*/ 1078596670 w 596"/>
                  <a:gd name="T51" fmla="*/ 252277519 h 666"/>
                  <a:gd name="T52" fmla="*/ 762913436 w 596"/>
                  <a:gd name="T53" fmla="*/ 292962432 h 666"/>
                  <a:gd name="T54" fmla="*/ 531311372 w 596"/>
                  <a:gd name="T55" fmla="*/ 417682833 h 666"/>
                  <a:gd name="T56" fmla="*/ 368111672 w 596"/>
                  <a:gd name="T57" fmla="*/ 615879843 h 666"/>
                  <a:gd name="T58" fmla="*/ 248897295 w 596"/>
                  <a:gd name="T59" fmla="*/ 851419760 h 666"/>
                  <a:gd name="T60" fmla="*/ 174367918 w 596"/>
                  <a:gd name="T61" fmla="*/ 1124342570 h 666"/>
                  <a:gd name="T62" fmla="*/ 123587458 w 596"/>
                  <a:gd name="T63" fmla="*/ 1403284481 h 66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2"/>
              </a:solidFill>
              <a:ln w="9525">
                <a:noFill/>
                <a:round/>
                <a:headEnd/>
                <a:tailEnd/>
              </a:ln>
            </p:spPr>
            <p:txBody>
              <a:bodyPr/>
              <a:lstStyle/>
              <a:p>
                <a:endParaRPr lang="zh-CN" altLang="en-US"/>
              </a:p>
            </p:txBody>
          </p:sp>
          <p:sp>
            <p:nvSpPr>
              <p:cNvPr id="40" name="未知"/>
              <p:cNvSpPr>
                <a:spLocks/>
              </p:cNvSpPr>
              <p:nvPr userDrawn="1"/>
            </p:nvSpPr>
            <p:spPr bwMode="auto">
              <a:xfrm rot="12185230" flipV="1">
                <a:off x="1019" y="1024"/>
                <a:ext cx="571" cy="531"/>
              </a:xfrm>
              <a:custGeom>
                <a:avLst/>
                <a:gdLst>
                  <a:gd name="T0" fmla="*/ 0 w 257"/>
                  <a:gd name="T1" fmla="*/ 0 h 237"/>
                  <a:gd name="T2" fmla="*/ 0 w 257"/>
                  <a:gd name="T3" fmla="*/ 112853703 h 237"/>
                  <a:gd name="T4" fmla="*/ 12705632 w 257"/>
                  <a:gd name="T5" fmla="*/ 226580283 h 237"/>
                  <a:gd name="T6" fmla="*/ 22498295 w 257"/>
                  <a:gd name="T7" fmla="*/ 339614256 h 237"/>
                  <a:gd name="T8" fmla="*/ 41568102 w 257"/>
                  <a:gd name="T9" fmla="*/ 445553438 h 237"/>
                  <a:gd name="T10" fmla="*/ 69856682 w 257"/>
                  <a:gd name="T11" fmla="*/ 540263459 h 237"/>
                  <a:gd name="T12" fmla="*/ 103930787 w 257"/>
                  <a:gd name="T13" fmla="*/ 639477504 h 237"/>
                  <a:gd name="T14" fmla="*/ 146265347 w 257"/>
                  <a:gd name="T15" fmla="*/ 731033978 h 237"/>
                  <a:gd name="T16" fmla="*/ 196776769 w 257"/>
                  <a:gd name="T17" fmla="*/ 807645311 h 237"/>
                  <a:gd name="T18" fmla="*/ 259134630 w 257"/>
                  <a:gd name="T19" fmla="*/ 880611812 h 237"/>
                  <a:gd name="T20" fmla="*/ 332107586 w 257"/>
                  <a:gd name="T21" fmla="*/ 943161151 h 237"/>
                  <a:gd name="T22" fmla="*/ 410385401 w 257"/>
                  <a:gd name="T23" fmla="*/ 993933297 h 237"/>
                  <a:gd name="T24" fmla="*/ 506674728 w 257"/>
                  <a:gd name="T25" fmla="*/ 1034252756 h 237"/>
                  <a:gd name="T26" fmla="*/ 610948702 w 257"/>
                  <a:gd name="T27" fmla="*/ 1060500474 h 237"/>
                  <a:gd name="T28" fmla="*/ 727741757 w 257"/>
                  <a:gd name="T29" fmla="*/ 1074998031 h 237"/>
                  <a:gd name="T30" fmla="*/ 850732727 w 257"/>
                  <a:gd name="T31" fmla="*/ 1070642543 h 237"/>
                  <a:gd name="T32" fmla="*/ 993857869 w 257"/>
                  <a:gd name="T33" fmla="*/ 1052403557 h 237"/>
                  <a:gd name="T34" fmla="*/ 866296638 w 257"/>
                  <a:gd name="T35" fmla="*/ 1029750280 h 237"/>
                  <a:gd name="T36" fmla="*/ 753449839 w 257"/>
                  <a:gd name="T37" fmla="*/ 998265298 h 237"/>
                  <a:gd name="T38" fmla="*/ 657942455 w 257"/>
                  <a:gd name="T39" fmla="*/ 961229244 h 237"/>
                  <a:gd name="T40" fmla="*/ 572532833 w 257"/>
                  <a:gd name="T41" fmla="*/ 925034521 h 237"/>
                  <a:gd name="T42" fmla="*/ 494314547 w 257"/>
                  <a:gd name="T43" fmla="*/ 874663191 h 237"/>
                  <a:gd name="T44" fmla="*/ 433397132 w 257"/>
                  <a:gd name="T45" fmla="*/ 825905745 h 237"/>
                  <a:gd name="T46" fmla="*/ 375772296 w 257"/>
                  <a:gd name="T47" fmla="*/ 766843733 h 237"/>
                  <a:gd name="T48" fmla="*/ 324970868 w 257"/>
                  <a:gd name="T49" fmla="*/ 702040845 h 237"/>
                  <a:gd name="T50" fmla="*/ 278190360 w 257"/>
                  <a:gd name="T51" fmla="*/ 639477504 h 237"/>
                  <a:gd name="T52" fmla="*/ 236636342 w 257"/>
                  <a:gd name="T53" fmla="*/ 566510762 h 237"/>
                  <a:gd name="T54" fmla="*/ 201984727 w 257"/>
                  <a:gd name="T55" fmla="*/ 485892780 h 237"/>
                  <a:gd name="T56" fmla="*/ 166784941 w 257"/>
                  <a:gd name="T57" fmla="*/ 398413573 h 237"/>
                  <a:gd name="T58" fmla="*/ 126924693 w 257"/>
                  <a:gd name="T59" fmla="*/ 313340264 h 237"/>
                  <a:gd name="T60" fmla="*/ 88566777 w 257"/>
                  <a:gd name="T61" fmla="*/ 212525399 h 237"/>
                  <a:gd name="T62" fmla="*/ 46777955 w 257"/>
                  <a:gd name="T63" fmla="*/ 109241266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2"/>
              </a:solidFill>
              <a:ln w="9525">
                <a:noFill/>
                <a:round/>
                <a:headEnd/>
                <a:tailEnd/>
              </a:ln>
            </p:spPr>
            <p:txBody>
              <a:bodyPr/>
              <a:lstStyle/>
              <a:p>
                <a:endParaRPr lang="zh-CN" altLang="en-US"/>
              </a:p>
            </p:txBody>
          </p:sp>
          <p:sp>
            <p:nvSpPr>
              <p:cNvPr id="41" name="未知"/>
              <p:cNvSpPr>
                <a:spLocks/>
              </p:cNvSpPr>
              <p:nvPr userDrawn="1"/>
            </p:nvSpPr>
            <p:spPr bwMode="auto">
              <a:xfrm rot="12185230" flipV="1">
                <a:off x="629" y="1389"/>
                <a:ext cx="277" cy="249"/>
              </a:xfrm>
              <a:custGeom>
                <a:avLst/>
                <a:gdLst>
                  <a:gd name="T0" fmla="*/ 329943113 w 124"/>
                  <a:gd name="T1" fmla="*/ 0 h 110"/>
                  <a:gd name="T2" fmla="*/ 531706580 w 124"/>
                  <a:gd name="T3" fmla="*/ 594134773 h 110"/>
                  <a:gd name="T4" fmla="*/ 514524096 w 124"/>
                  <a:gd name="T5" fmla="*/ 589299019 h 110"/>
                  <a:gd name="T6" fmla="*/ 458709022 w 124"/>
                  <a:gd name="T7" fmla="*/ 579839357 h 110"/>
                  <a:gd name="T8" fmla="*/ 382139847 w 124"/>
                  <a:gd name="T9" fmla="*/ 557394909 h 110"/>
                  <a:gd name="T10" fmla="*/ 292284105 w 124"/>
                  <a:gd name="T11" fmla="*/ 545623738 h 110"/>
                  <a:gd name="T12" fmla="*/ 194166302 w 124"/>
                  <a:gd name="T13" fmla="*/ 535635377 h 110"/>
                  <a:gd name="T14" fmla="*/ 107275007 w 124"/>
                  <a:gd name="T15" fmla="*/ 541282826 h 110"/>
                  <a:gd name="T16" fmla="*/ 38909683 w 124"/>
                  <a:gd name="T17" fmla="*/ 562678674 h 110"/>
                  <a:gd name="T18" fmla="*/ 0 w 124"/>
                  <a:gd name="T19" fmla="*/ 606915183 h 110"/>
                  <a:gd name="T20" fmla="*/ 17418053 w 124"/>
                  <a:gd name="T21" fmla="*/ 541282826 h 110"/>
                  <a:gd name="T22" fmla="*/ 34280573 w 124"/>
                  <a:gd name="T23" fmla="*/ 489603942 h 110"/>
                  <a:gd name="T24" fmla="*/ 68885008 w 124"/>
                  <a:gd name="T25" fmla="*/ 452861285 h 110"/>
                  <a:gd name="T26" fmla="*/ 107275007 w 124"/>
                  <a:gd name="T27" fmla="*/ 418653359 h 110"/>
                  <a:gd name="T28" fmla="*/ 153880219 w 124"/>
                  <a:gd name="T29" fmla="*/ 396770490 h 110"/>
                  <a:gd name="T30" fmla="*/ 201901650 w 124"/>
                  <a:gd name="T31" fmla="*/ 391580863 h 110"/>
                  <a:gd name="T32" fmla="*/ 253365810 w 124"/>
                  <a:gd name="T33" fmla="*/ 391580863 h 110"/>
                  <a:gd name="T34" fmla="*/ 309142289 w 124"/>
                  <a:gd name="T35" fmla="*/ 408730474 h 110"/>
                  <a:gd name="T36" fmla="*/ 312632958 w 124"/>
                  <a:gd name="T37" fmla="*/ 391580863 h 110"/>
                  <a:gd name="T38" fmla="*/ 298829523 w 124"/>
                  <a:gd name="T39" fmla="*/ 308839037 h 110"/>
                  <a:gd name="T40" fmla="*/ 287652010 w 124"/>
                  <a:gd name="T41" fmla="*/ 209526107 h 110"/>
                  <a:gd name="T42" fmla="*/ 278340716 w 124"/>
                  <a:gd name="T43" fmla="*/ 165812548 h 110"/>
                  <a:gd name="T44" fmla="*/ 270784136 w 124"/>
                  <a:gd name="T45" fmla="*/ 165812548 h 110"/>
                  <a:gd name="T46" fmla="*/ 261163575 w 124"/>
                  <a:gd name="T47" fmla="*/ 160168480 h 110"/>
                  <a:gd name="T48" fmla="*/ 253365810 w 124"/>
                  <a:gd name="T49" fmla="*/ 144024792 h 110"/>
                  <a:gd name="T50" fmla="*/ 243751071 w 124"/>
                  <a:gd name="T51" fmla="*/ 126776636 h 110"/>
                  <a:gd name="T52" fmla="*/ 243751071 w 124"/>
                  <a:gd name="T53" fmla="*/ 104533605 h 110"/>
                  <a:gd name="T54" fmla="*/ 253365810 w 124"/>
                  <a:gd name="T55" fmla="*/ 77432992 h 110"/>
                  <a:gd name="T56" fmla="*/ 281785347 w 124"/>
                  <a:gd name="T57" fmla="*/ 44332191 h 110"/>
                  <a:gd name="T58" fmla="*/ 329943113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2"/>
              </a:solidFill>
              <a:ln w="9525">
                <a:noFill/>
                <a:round/>
                <a:headEnd/>
                <a:tailEnd/>
              </a:ln>
            </p:spPr>
            <p:txBody>
              <a:bodyPr/>
              <a:lstStyle/>
              <a:p>
                <a:endParaRPr lang="zh-CN" altLang="en-US"/>
              </a:p>
            </p:txBody>
          </p:sp>
          <p:sp>
            <p:nvSpPr>
              <p:cNvPr id="42" name="未知"/>
              <p:cNvSpPr>
                <a:spLocks/>
              </p:cNvSpPr>
              <p:nvPr userDrawn="1"/>
            </p:nvSpPr>
            <p:spPr bwMode="auto">
              <a:xfrm rot="12185230" flipV="1">
                <a:off x="969" y="199"/>
                <a:ext cx="245" cy="347"/>
              </a:xfrm>
              <a:custGeom>
                <a:avLst/>
                <a:gdLst>
                  <a:gd name="T0" fmla="*/ 0 w 109"/>
                  <a:gd name="T1" fmla="*/ 0 h 156"/>
                  <a:gd name="T2" fmla="*/ 23777205 w 109"/>
                  <a:gd name="T3" fmla="*/ 3199126 h 156"/>
                  <a:gd name="T4" fmla="*/ 85710622 w 109"/>
                  <a:gd name="T5" fmla="*/ 19028268 h 156"/>
                  <a:gd name="T6" fmla="*/ 178300780 w 109"/>
                  <a:gd name="T7" fmla="*/ 47772162 h 156"/>
                  <a:gd name="T8" fmla="*/ 278356660 w 109"/>
                  <a:gd name="T9" fmla="*/ 94147548 h 156"/>
                  <a:gd name="T10" fmla="*/ 374861421 w 109"/>
                  <a:gd name="T11" fmla="*/ 174203051 h 156"/>
                  <a:gd name="T12" fmla="*/ 463413023 w 109"/>
                  <a:gd name="T13" fmla="*/ 280477409 h 156"/>
                  <a:gd name="T14" fmla="*/ 517005087 w 109"/>
                  <a:gd name="T15" fmla="*/ 426746659 h 156"/>
                  <a:gd name="T16" fmla="*/ 525507295 w 109"/>
                  <a:gd name="T17" fmla="*/ 616636348 h 156"/>
                  <a:gd name="T18" fmla="*/ 505500757 w 109"/>
                  <a:gd name="T19" fmla="*/ 616636348 h 156"/>
                  <a:gd name="T20" fmla="*/ 477941037 w 109"/>
                  <a:gd name="T21" fmla="*/ 616636348 h 156"/>
                  <a:gd name="T22" fmla="*/ 448310598 w 109"/>
                  <a:gd name="T23" fmla="*/ 616636348 h 156"/>
                  <a:gd name="T24" fmla="*/ 420573945 w 109"/>
                  <a:gd name="T25" fmla="*/ 609531093 h 156"/>
                  <a:gd name="T26" fmla="*/ 390160099 w 109"/>
                  <a:gd name="T27" fmla="*/ 604018631 h 156"/>
                  <a:gd name="T28" fmla="*/ 355802423 w 109"/>
                  <a:gd name="T29" fmla="*/ 593703867 h 156"/>
                  <a:gd name="T30" fmla="*/ 317420966 w 109"/>
                  <a:gd name="T31" fmla="*/ 573533267 h 156"/>
                  <a:gd name="T32" fmla="*/ 278356660 w 109"/>
                  <a:gd name="T33" fmla="*/ 548825552 h 156"/>
                  <a:gd name="T34" fmla="*/ 254727377 w 109"/>
                  <a:gd name="T35" fmla="*/ 497827038 h 156"/>
                  <a:gd name="T36" fmla="*/ 254727377 w 109"/>
                  <a:gd name="T37" fmla="*/ 438500248 h 156"/>
                  <a:gd name="T38" fmla="*/ 270009820 w 109"/>
                  <a:gd name="T39" fmla="*/ 380444674 h 156"/>
                  <a:gd name="T40" fmla="*/ 285163012 w 109"/>
                  <a:gd name="T41" fmla="*/ 316484077 h 156"/>
                  <a:gd name="T42" fmla="*/ 270009820 w 109"/>
                  <a:gd name="T43" fmla="*/ 245268938 h 156"/>
                  <a:gd name="T44" fmla="*/ 231716158 w 109"/>
                  <a:gd name="T45" fmla="*/ 171035646 h 156"/>
                  <a:gd name="T46" fmla="*/ 149698333 w 109"/>
                  <a:gd name="T47" fmla="*/ 90064206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2"/>
              </a:solidFill>
              <a:ln w="9525">
                <a:noFill/>
                <a:round/>
                <a:headEnd/>
                <a:tailEnd/>
              </a:ln>
            </p:spPr>
            <p:txBody>
              <a:bodyPr/>
              <a:lstStyle/>
              <a:p>
                <a:endParaRPr lang="zh-CN" altLang="en-US"/>
              </a:p>
            </p:txBody>
          </p:sp>
          <p:sp>
            <p:nvSpPr>
              <p:cNvPr id="43" name="未知"/>
              <p:cNvSpPr>
                <a:spLocks/>
              </p:cNvSpPr>
              <p:nvPr userDrawn="1"/>
            </p:nvSpPr>
            <p:spPr bwMode="auto">
              <a:xfrm rot="12185230" flipV="1">
                <a:off x="835" y="1429"/>
                <a:ext cx="103" cy="209"/>
              </a:xfrm>
              <a:custGeom>
                <a:avLst/>
                <a:gdLst>
                  <a:gd name="T0" fmla="*/ 138567718 w 46"/>
                  <a:gd name="T1" fmla="*/ 0 h 94"/>
                  <a:gd name="T2" fmla="*/ 90238867 w 46"/>
                  <a:gd name="T3" fmla="*/ 148438143 h 94"/>
                  <a:gd name="T4" fmla="*/ 67936106 w 46"/>
                  <a:gd name="T5" fmla="*/ 243643295 h 94"/>
                  <a:gd name="T6" fmla="*/ 49937385 w 46"/>
                  <a:gd name="T7" fmla="*/ 309981412 h 94"/>
                  <a:gd name="T8" fmla="*/ 0 w 46"/>
                  <a:gd name="T9" fmla="*/ 368848656 h 94"/>
                  <a:gd name="T10" fmla="*/ 53527289 w 46"/>
                  <a:gd name="T11" fmla="*/ 345550386 h 94"/>
                  <a:gd name="T12" fmla="*/ 103778743 w 46"/>
                  <a:gd name="T13" fmla="*/ 313935896 h 94"/>
                  <a:gd name="T14" fmla="*/ 144079542 w 46"/>
                  <a:gd name="T15" fmla="*/ 269710238 h 94"/>
                  <a:gd name="T16" fmla="*/ 180455666 w 46"/>
                  <a:gd name="T17" fmla="*/ 223586706 h 94"/>
                  <a:gd name="T18" fmla="*/ 202056594 w 46"/>
                  <a:gd name="T19" fmla="*/ 172976311 h 94"/>
                  <a:gd name="T20" fmla="*/ 206491104 w 46"/>
                  <a:gd name="T21" fmla="*/ 118035747 h 94"/>
                  <a:gd name="T22" fmla="*/ 187599870 w 46"/>
                  <a:gd name="T23" fmla="*/ 57729004 h 94"/>
                  <a:gd name="T24" fmla="*/ 138567718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2"/>
              </a:solidFill>
              <a:ln w="9525">
                <a:noFill/>
                <a:round/>
                <a:headEnd/>
                <a:tailEnd/>
              </a:ln>
            </p:spPr>
            <p:txBody>
              <a:bodyPr/>
              <a:lstStyle/>
              <a:p>
                <a:endParaRPr lang="zh-CN" altLang="en-US"/>
              </a:p>
            </p:txBody>
          </p:sp>
          <p:sp>
            <p:nvSpPr>
              <p:cNvPr id="44" name="未知"/>
              <p:cNvSpPr>
                <a:spLocks/>
              </p:cNvSpPr>
              <p:nvPr userDrawn="1"/>
            </p:nvSpPr>
            <p:spPr bwMode="auto">
              <a:xfrm rot="12185230" flipV="1">
                <a:off x="885" y="547"/>
                <a:ext cx="120" cy="90"/>
              </a:xfrm>
              <a:custGeom>
                <a:avLst/>
                <a:gdLst>
                  <a:gd name="T0" fmla="*/ 0 w 54"/>
                  <a:gd name="T1" fmla="*/ 0 h 40"/>
                  <a:gd name="T2" fmla="*/ 3159793 w 54"/>
                  <a:gd name="T3" fmla="*/ 4782458 h 40"/>
                  <a:gd name="T4" fmla="*/ 22624791 w 54"/>
                  <a:gd name="T5" fmla="*/ 15538829 h 40"/>
                  <a:gd name="T6" fmla="*/ 50277313 w 54"/>
                  <a:gd name="T7" fmla="*/ 39730419 h 40"/>
                  <a:gd name="T8" fmla="*/ 81636553 w 54"/>
                  <a:gd name="T9" fmla="*/ 59054083 h 40"/>
                  <a:gd name="T10" fmla="*/ 111727362 w 54"/>
                  <a:gd name="T11" fmla="*/ 74579252 h 40"/>
                  <a:gd name="T12" fmla="*/ 147027787 w 54"/>
                  <a:gd name="T13" fmla="*/ 83783435 h 40"/>
                  <a:gd name="T14" fmla="*/ 178251896 w 54"/>
                  <a:gd name="T15" fmla="*/ 89393443 h 40"/>
                  <a:gd name="T16" fmla="*/ 209767704 w 54"/>
                  <a:gd name="T17" fmla="*/ 78665321 h 40"/>
                  <a:gd name="T18" fmla="*/ 205752933 w 54"/>
                  <a:gd name="T19" fmla="*/ 122569175 h 40"/>
                  <a:gd name="T20" fmla="*/ 194149156 w 54"/>
                  <a:gd name="T21" fmla="*/ 162266607 h 40"/>
                  <a:gd name="T22" fmla="*/ 171236391 w 54"/>
                  <a:gd name="T23" fmla="*/ 188512729 h 40"/>
                  <a:gd name="T24" fmla="*/ 142968889 w 54"/>
                  <a:gd name="T25" fmla="*/ 197108048 h 40"/>
                  <a:gd name="T26" fmla="*/ 108582036 w 54"/>
                  <a:gd name="T27" fmla="*/ 192529447 h 40"/>
                  <a:gd name="T28" fmla="*/ 73197298 w 54"/>
                  <a:gd name="T29" fmla="*/ 157417891 h 40"/>
                  <a:gd name="T30" fmla="*/ 38550924 w 54"/>
                  <a:gd name="T31" fmla="*/ 98028950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2"/>
              </a:solidFill>
              <a:ln w="9525">
                <a:noFill/>
                <a:round/>
                <a:headEnd/>
                <a:tailEnd/>
              </a:ln>
            </p:spPr>
            <p:txBody>
              <a:bodyPr/>
              <a:lstStyle/>
              <a:p>
                <a:endParaRPr lang="zh-CN" altLang="en-US"/>
              </a:p>
            </p:txBody>
          </p:sp>
          <p:sp>
            <p:nvSpPr>
              <p:cNvPr id="45" name="未知"/>
              <p:cNvSpPr>
                <a:spLocks/>
              </p:cNvSpPr>
              <p:nvPr userDrawn="1"/>
            </p:nvSpPr>
            <p:spPr bwMode="auto">
              <a:xfrm rot="12185230" flipV="1">
                <a:off x="0" y="1566"/>
                <a:ext cx="330" cy="2059"/>
              </a:xfrm>
              <a:custGeom>
                <a:avLst/>
                <a:gdLst>
                  <a:gd name="T0" fmla="*/ 0 w 149"/>
                  <a:gd name="T1" fmla="*/ 0 h 704"/>
                  <a:gd name="T2" fmla="*/ 21439216 w 149"/>
                  <a:gd name="T3" fmla="*/ 2147483647 h 704"/>
                  <a:gd name="T4" fmla="*/ 57929826 w 149"/>
                  <a:gd name="T5" fmla="*/ 2147483647 h 704"/>
                  <a:gd name="T6" fmla="*/ 101528086 w 149"/>
                  <a:gd name="T7" fmla="*/ 2147483647 h 704"/>
                  <a:gd name="T8" fmla="*/ 149838219 w 149"/>
                  <a:gd name="T9" fmla="*/ 2147483647 h 704"/>
                  <a:gd name="T10" fmla="*/ 210182871 w 149"/>
                  <a:gd name="T11" fmla="*/ 2147483647 h 704"/>
                  <a:gd name="T12" fmla="*/ 266485516 w 149"/>
                  <a:gd name="T13" fmla="*/ 2147483647 h 704"/>
                  <a:gd name="T14" fmla="*/ 320781116 w 149"/>
                  <a:gd name="T15" fmla="*/ 2147483647 h 704"/>
                  <a:gd name="T16" fmla="*/ 363013435 w 149"/>
                  <a:gd name="T17" fmla="*/ 2147483647 h 704"/>
                  <a:gd name="T18" fmla="*/ 407503922 w 149"/>
                  <a:gd name="T19" fmla="*/ 2147483647 h 704"/>
                  <a:gd name="T20" fmla="*/ 437019775 w 149"/>
                  <a:gd name="T21" fmla="*/ 2147483647 h 704"/>
                  <a:gd name="T22" fmla="*/ 452178777 w 149"/>
                  <a:gd name="T23" fmla="*/ 2147483647 h 704"/>
                  <a:gd name="T24" fmla="*/ 458806433 w 149"/>
                  <a:gd name="T25" fmla="*/ 2147483647 h 704"/>
                  <a:gd name="T26" fmla="*/ 437019775 w 149"/>
                  <a:gd name="T27" fmla="*/ 2147483647 h 704"/>
                  <a:gd name="T28" fmla="*/ 396485913 w 149"/>
                  <a:gd name="T29" fmla="*/ 2147483647 h 704"/>
                  <a:gd name="T30" fmla="*/ 335459022 w 149"/>
                  <a:gd name="T31" fmla="*/ 2147483647 h 704"/>
                  <a:gd name="T32" fmla="*/ 243321728 w 149"/>
                  <a:gd name="T33" fmla="*/ 2147483647 h 704"/>
                  <a:gd name="T34" fmla="*/ 141018289 w 149"/>
                  <a:gd name="T35" fmla="*/ 2147483647 h 704"/>
                  <a:gd name="T36" fmla="*/ 76998426 w 149"/>
                  <a:gd name="T37" fmla="*/ 2147483647 h 704"/>
                  <a:gd name="T38" fmla="*/ 36495956 w 149"/>
                  <a:gd name="T39" fmla="*/ 2147483647 h 704"/>
                  <a:gd name="T40" fmla="*/ 21439216 w 149"/>
                  <a:gd name="T41" fmla="*/ 2147483647 h 704"/>
                  <a:gd name="T42" fmla="*/ 21439216 w 149"/>
                  <a:gd name="T43" fmla="*/ 2147483647 h 704"/>
                  <a:gd name="T44" fmla="*/ 29791428 w 149"/>
                  <a:gd name="T45" fmla="*/ 2147483647 h 704"/>
                  <a:gd name="T46" fmla="*/ 44617092 w 149"/>
                  <a:gd name="T47" fmla="*/ 2147483647 h 704"/>
                  <a:gd name="T48" fmla="*/ 51302529 w 149"/>
                  <a:gd name="T49" fmla="*/ 2147483647 h 704"/>
                  <a:gd name="T50" fmla="*/ 149838219 w 149"/>
                  <a:gd name="T51" fmla="*/ 2147483647 h 704"/>
                  <a:gd name="T52" fmla="*/ 141018289 w 149"/>
                  <a:gd name="T53" fmla="*/ 2147483647 h 704"/>
                  <a:gd name="T54" fmla="*/ 131328749 w 149"/>
                  <a:gd name="T55" fmla="*/ 2147483647 h 704"/>
                  <a:gd name="T56" fmla="*/ 120322248 w 149"/>
                  <a:gd name="T57" fmla="*/ 2147483647 h 704"/>
                  <a:gd name="T58" fmla="*/ 128300957 w 149"/>
                  <a:gd name="T59" fmla="*/ 2147483647 h 704"/>
                  <a:gd name="T60" fmla="*/ 149838219 w 149"/>
                  <a:gd name="T61" fmla="*/ 2147483647 h 704"/>
                  <a:gd name="T62" fmla="*/ 210182871 w 149"/>
                  <a:gd name="T63" fmla="*/ 2147483647 h 704"/>
                  <a:gd name="T64" fmla="*/ 312322385 w 149"/>
                  <a:gd name="T65" fmla="*/ 2147483647 h 704"/>
                  <a:gd name="T66" fmla="*/ 469881565 w 149"/>
                  <a:gd name="T67" fmla="*/ 2147483647 h 704"/>
                  <a:gd name="T68" fmla="*/ 521183028 w 149"/>
                  <a:gd name="T69" fmla="*/ 2147483647 h 704"/>
                  <a:gd name="T70" fmla="*/ 542663543 w 149"/>
                  <a:gd name="T71" fmla="*/ 2147483647 h 704"/>
                  <a:gd name="T72" fmla="*/ 524832168 w 149"/>
                  <a:gd name="T73" fmla="*/ 2147483647 h 704"/>
                  <a:gd name="T74" fmla="*/ 476512118 w 149"/>
                  <a:gd name="T75" fmla="*/ 2147483647 h 704"/>
                  <a:gd name="T76" fmla="*/ 396485913 w 149"/>
                  <a:gd name="T77" fmla="*/ 2147483647 h 704"/>
                  <a:gd name="T78" fmla="*/ 293880838 w 149"/>
                  <a:gd name="T79" fmla="*/ 2147483647 h 704"/>
                  <a:gd name="T80" fmla="*/ 159464529 w 149"/>
                  <a:gd name="T81" fmla="*/ 2147483647 h 704"/>
                  <a:gd name="T82" fmla="*/ 0 w 149"/>
                  <a:gd name="T83" fmla="*/ 0 h 7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2"/>
              </a:solidFill>
              <a:ln w="9525">
                <a:noFill/>
                <a:round/>
                <a:headEnd/>
                <a:tailEnd/>
              </a:ln>
            </p:spPr>
            <p:txBody>
              <a:bodyPr/>
              <a:lstStyle/>
              <a:p>
                <a:endParaRPr lang="zh-CN" altLang="en-US"/>
              </a:p>
            </p:txBody>
          </p:sp>
        </p:grpSp>
        <p:sp>
          <p:nvSpPr>
            <p:cNvPr id="6" name="未知"/>
            <p:cNvSpPr>
              <a:spLocks/>
            </p:cNvSpPr>
            <p:nvPr userDrawn="1"/>
          </p:nvSpPr>
          <p:spPr bwMode="auto">
            <a:xfrm rot="373330" flipH="1">
              <a:off x="22" y="1957"/>
              <a:ext cx="323" cy="649"/>
            </a:xfrm>
            <a:custGeom>
              <a:avLst/>
              <a:gdLst>
                <a:gd name="T0" fmla="*/ 2147483647 w 128"/>
                <a:gd name="T1" fmla="*/ 0 h 217"/>
                <a:gd name="T2" fmla="*/ 2147483647 w 128"/>
                <a:gd name="T3" fmla="*/ 2147483647 h 217"/>
                <a:gd name="T4" fmla="*/ 2147483647 w 128"/>
                <a:gd name="T5" fmla="*/ 2147483647 h 217"/>
                <a:gd name="T6" fmla="*/ 2147483647 w 128"/>
                <a:gd name="T7" fmla="*/ 2147483647 h 217"/>
                <a:gd name="T8" fmla="*/ 2147483647 w 128"/>
                <a:gd name="T9" fmla="*/ 2147483647 h 217"/>
                <a:gd name="T10" fmla="*/ 2147483647 w 128"/>
                <a:gd name="T11" fmla="*/ 2147483647 h 217"/>
                <a:gd name="T12" fmla="*/ 2147483647 w 128"/>
                <a:gd name="T13" fmla="*/ 2147483647 h 217"/>
                <a:gd name="T14" fmla="*/ 2147483647 w 128"/>
                <a:gd name="T15" fmla="*/ 2147483647 h 217"/>
                <a:gd name="T16" fmla="*/ 2147483647 w 128"/>
                <a:gd name="T17" fmla="*/ 2147483647 h 217"/>
                <a:gd name="T18" fmla="*/ 2136227893 w 128"/>
                <a:gd name="T19" fmla="*/ 2147483647 h 217"/>
                <a:gd name="T20" fmla="*/ 1651877208 w 128"/>
                <a:gd name="T21" fmla="*/ 2147483647 h 217"/>
                <a:gd name="T22" fmla="*/ 1137740916 w 128"/>
                <a:gd name="T23" fmla="*/ 2147483647 h 217"/>
                <a:gd name="T24" fmla="*/ 689061812 w 128"/>
                <a:gd name="T25" fmla="*/ 2147483647 h 217"/>
                <a:gd name="T26" fmla="*/ 340466230 w 128"/>
                <a:gd name="T27" fmla="*/ 2147483647 h 217"/>
                <a:gd name="T28" fmla="*/ 88665463 w 128"/>
                <a:gd name="T29" fmla="*/ 2147483647 h 217"/>
                <a:gd name="T30" fmla="*/ 0 w 128"/>
                <a:gd name="T31" fmla="*/ 2147483647 h 217"/>
                <a:gd name="T32" fmla="*/ 53467384 w 128"/>
                <a:gd name="T33" fmla="*/ 2147483647 h 217"/>
                <a:gd name="T34" fmla="*/ 564598332 w 128"/>
                <a:gd name="T35" fmla="*/ 2147483647 h 217"/>
                <a:gd name="T36" fmla="*/ 1254486790 w 128"/>
                <a:gd name="T37" fmla="*/ 2147483647 h 217"/>
                <a:gd name="T38" fmla="*/ 1997736132 w 128"/>
                <a:gd name="T39" fmla="*/ 2147483647 h 217"/>
                <a:gd name="T40" fmla="*/ 2147483647 w 128"/>
                <a:gd name="T41" fmla="*/ 2147483647 h 217"/>
                <a:gd name="T42" fmla="*/ 2147483647 w 128"/>
                <a:gd name="T43" fmla="*/ 2147483647 h 217"/>
                <a:gd name="T44" fmla="*/ 2147483647 w 128"/>
                <a:gd name="T45" fmla="*/ 2147483647 h 217"/>
                <a:gd name="T46" fmla="*/ 2147483647 w 128"/>
                <a:gd name="T47" fmla="*/ 2147483647 h 217"/>
                <a:gd name="T48" fmla="*/ 2147483647 w 128"/>
                <a:gd name="T49" fmla="*/ 0 h 2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folHlink"/>
            </a:solidFill>
            <a:ln w="9525">
              <a:noFill/>
              <a:round/>
              <a:headEnd/>
              <a:tailEnd/>
            </a:ln>
          </p:spPr>
          <p:txBody>
            <a:bodyPr/>
            <a:lstStyle/>
            <a:p>
              <a:endParaRPr lang="zh-CN" altLang="en-US"/>
            </a:p>
          </p:txBody>
        </p:sp>
        <p:sp>
          <p:nvSpPr>
            <p:cNvPr id="7" name="未知"/>
            <p:cNvSpPr>
              <a:spLocks/>
            </p:cNvSpPr>
            <p:nvPr userDrawn="1"/>
          </p:nvSpPr>
          <p:spPr bwMode="auto">
            <a:xfrm>
              <a:off x="168" y="1260"/>
              <a:ext cx="1259" cy="1532"/>
            </a:xfrm>
            <a:custGeom>
              <a:avLst/>
              <a:gdLst>
                <a:gd name="T0" fmla="*/ 891 w 1259"/>
                <a:gd name="T1" fmla="*/ 1532 h 1532"/>
                <a:gd name="T2" fmla="*/ 954 w 1259"/>
                <a:gd name="T3" fmla="*/ 1452 h 1532"/>
                <a:gd name="T4" fmla="*/ 1032 w 1259"/>
                <a:gd name="T5" fmla="*/ 1338 h 1532"/>
                <a:gd name="T6" fmla="*/ 1115 w 1259"/>
                <a:gd name="T7" fmla="*/ 1188 h 1532"/>
                <a:gd name="T8" fmla="*/ 1194 w 1259"/>
                <a:gd name="T9" fmla="*/ 1023 h 1532"/>
                <a:gd name="T10" fmla="*/ 1244 w 1259"/>
                <a:gd name="T11" fmla="*/ 841 h 1532"/>
                <a:gd name="T12" fmla="*/ 1259 w 1259"/>
                <a:gd name="T13" fmla="*/ 647 h 1532"/>
                <a:gd name="T14" fmla="*/ 1230 w 1259"/>
                <a:gd name="T15" fmla="*/ 463 h 1532"/>
                <a:gd name="T16" fmla="*/ 1140 w 1259"/>
                <a:gd name="T17" fmla="*/ 294 h 1532"/>
                <a:gd name="T18" fmla="*/ 1043 w 1259"/>
                <a:gd name="T19" fmla="*/ 190 h 1532"/>
                <a:gd name="T20" fmla="*/ 961 w 1259"/>
                <a:gd name="T21" fmla="*/ 109 h 1532"/>
                <a:gd name="T22" fmla="*/ 894 w 1259"/>
                <a:gd name="T23" fmla="*/ 65 h 1532"/>
                <a:gd name="T24" fmla="*/ 786 w 1259"/>
                <a:gd name="T25" fmla="*/ 18 h 1532"/>
                <a:gd name="T26" fmla="*/ 642 w 1259"/>
                <a:gd name="T27" fmla="*/ 0 h 1532"/>
                <a:gd name="T28" fmla="*/ 440 w 1259"/>
                <a:gd name="T29" fmla="*/ 23 h 1532"/>
                <a:gd name="T30" fmla="*/ 366 w 1259"/>
                <a:gd name="T31" fmla="*/ 44 h 1532"/>
                <a:gd name="T32" fmla="*/ 292 w 1259"/>
                <a:gd name="T33" fmla="*/ 58 h 1532"/>
                <a:gd name="T34" fmla="*/ 229 w 1259"/>
                <a:gd name="T35" fmla="*/ 79 h 1532"/>
                <a:gd name="T36" fmla="*/ 178 w 1259"/>
                <a:gd name="T37" fmla="*/ 103 h 1532"/>
                <a:gd name="T38" fmla="*/ 127 w 1259"/>
                <a:gd name="T39" fmla="*/ 127 h 1532"/>
                <a:gd name="T40" fmla="*/ 82 w 1259"/>
                <a:gd name="T41" fmla="*/ 158 h 1532"/>
                <a:gd name="T42" fmla="*/ 41 w 1259"/>
                <a:gd name="T43" fmla="*/ 197 h 1532"/>
                <a:gd name="T44" fmla="*/ 0 w 1259"/>
                <a:gd name="T45" fmla="*/ 243 h 1532"/>
                <a:gd name="T46" fmla="*/ 76 w 1259"/>
                <a:gd name="T47" fmla="*/ 215 h 1532"/>
                <a:gd name="T48" fmla="*/ 144 w 1259"/>
                <a:gd name="T49" fmla="*/ 194 h 1532"/>
                <a:gd name="T50" fmla="*/ 212 w 1259"/>
                <a:gd name="T51" fmla="*/ 179 h 1532"/>
                <a:gd name="T52" fmla="*/ 280 w 1259"/>
                <a:gd name="T53" fmla="*/ 164 h 1532"/>
                <a:gd name="T54" fmla="*/ 336 w 1259"/>
                <a:gd name="T55" fmla="*/ 149 h 1532"/>
                <a:gd name="T56" fmla="*/ 397 w 1259"/>
                <a:gd name="T57" fmla="*/ 149 h 1532"/>
                <a:gd name="T58" fmla="*/ 458 w 1259"/>
                <a:gd name="T59" fmla="*/ 141 h 1532"/>
                <a:gd name="T60" fmla="*/ 511 w 1259"/>
                <a:gd name="T61" fmla="*/ 146 h 1532"/>
                <a:gd name="T62" fmla="*/ 565 w 1259"/>
                <a:gd name="T63" fmla="*/ 152 h 1532"/>
                <a:gd name="T64" fmla="*/ 618 w 1259"/>
                <a:gd name="T65" fmla="*/ 166 h 1532"/>
                <a:gd name="T66" fmla="*/ 669 w 1259"/>
                <a:gd name="T67" fmla="*/ 186 h 1532"/>
                <a:gd name="T68" fmla="*/ 715 w 1259"/>
                <a:gd name="T69" fmla="*/ 205 h 1532"/>
                <a:gd name="T70" fmla="*/ 760 w 1259"/>
                <a:gd name="T71" fmla="*/ 239 h 1532"/>
                <a:gd name="T72" fmla="*/ 811 w 1259"/>
                <a:gd name="T73" fmla="*/ 267 h 1532"/>
                <a:gd name="T74" fmla="*/ 855 w 1259"/>
                <a:gd name="T75" fmla="*/ 307 h 1532"/>
                <a:gd name="T76" fmla="*/ 899 w 1259"/>
                <a:gd name="T77" fmla="*/ 348 h 1532"/>
                <a:gd name="T78" fmla="*/ 971 w 1259"/>
                <a:gd name="T79" fmla="*/ 464 h 1532"/>
                <a:gd name="T80" fmla="*/ 1016 w 1259"/>
                <a:gd name="T81" fmla="*/ 606 h 1532"/>
                <a:gd name="T82" fmla="*/ 1027 w 1259"/>
                <a:gd name="T83" fmla="*/ 774 h 1532"/>
                <a:gd name="T84" fmla="*/ 1022 w 1259"/>
                <a:gd name="T85" fmla="*/ 939 h 1532"/>
                <a:gd name="T86" fmla="*/ 1002 w 1259"/>
                <a:gd name="T87" fmla="*/ 1117 h 1532"/>
                <a:gd name="T88" fmla="*/ 966 w 1259"/>
                <a:gd name="T89" fmla="*/ 1279 h 1532"/>
                <a:gd name="T90" fmla="*/ 933 w 1259"/>
                <a:gd name="T91" fmla="*/ 1421 h 1532"/>
                <a:gd name="T92" fmla="*/ 891 w 1259"/>
                <a:gd name="T93" fmla="*/ 1532 h 153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259" h="1532">
                  <a:moveTo>
                    <a:pt x="891" y="1532"/>
                  </a:moveTo>
                  <a:lnTo>
                    <a:pt x="954" y="1452"/>
                  </a:lnTo>
                  <a:lnTo>
                    <a:pt x="1032" y="1338"/>
                  </a:lnTo>
                  <a:lnTo>
                    <a:pt x="1115" y="1188"/>
                  </a:lnTo>
                  <a:lnTo>
                    <a:pt x="1194" y="1023"/>
                  </a:lnTo>
                  <a:lnTo>
                    <a:pt x="1244" y="841"/>
                  </a:lnTo>
                  <a:lnTo>
                    <a:pt x="1259" y="647"/>
                  </a:lnTo>
                  <a:lnTo>
                    <a:pt x="1230" y="463"/>
                  </a:lnTo>
                  <a:lnTo>
                    <a:pt x="1140" y="294"/>
                  </a:lnTo>
                  <a:lnTo>
                    <a:pt x="1043" y="190"/>
                  </a:lnTo>
                  <a:lnTo>
                    <a:pt x="961" y="109"/>
                  </a:lnTo>
                  <a:lnTo>
                    <a:pt x="894" y="65"/>
                  </a:lnTo>
                  <a:lnTo>
                    <a:pt x="786" y="18"/>
                  </a:lnTo>
                  <a:lnTo>
                    <a:pt x="642" y="0"/>
                  </a:lnTo>
                  <a:lnTo>
                    <a:pt x="440" y="23"/>
                  </a:lnTo>
                  <a:lnTo>
                    <a:pt x="366" y="44"/>
                  </a:lnTo>
                  <a:lnTo>
                    <a:pt x="292" y="58"/>
                  </a:lnTo>
                  <a:lnTo>
                    <a:pt x="229" y="79"/>
                  </a:lnTo>
                  <a:lnTo>
                    <a:pt x="178" y="103"/>
                  </a:lnTo>
                  <a:lnTo>
                    <a:pt x="127" y="127"/>
                  </a:lnTo>
                  <a:lnTo>
                    <a:pt x="82" y="158"/>
                  </a:lnTo>
                  <a:lnTo>
                    <a:pt x="41" y="197"/>
                  </a:lnTo>
                  <a:lnTo>
                    <a:pt x="0" y="243"/>
                  </a:lnTo>
                  <a:lnTo>
                    <a:pt x="76" y="215"/>
                  </a:lnTo>
                  <a:lnTo>
                    <a:pt x="144" y="194"/>
                  </a:lnTo>
                  <a:lnTo>
                    <a:pt x="212" y="179"/>
                  </a:lnTo>
                  <a:lnTo>
                    <a:pt x="280" y="164"/>
                  </a:lnTo>
                  <a:lnTo>
                    <a:pt x="336" y="149"/>
                  </a:lnTo>
                  <a:lnTo>
                    <a:pt x="397" y="149"/>
                  </a:lnTo>
                  <a:lnTo>
                    <a:pt x="458" y="141"/>
                  </a:lnTo>
                  <a:lnTo>
                    <a:pt x="511" y="146"/>
                  </a:lnTo>
                  <a:lnTo>
                    <a:pt x="565" y="152"/>
                  </a:lnTo>
                  <a:lnTo>
                    <a:pt x="618" y="166"/>
                  </a:lnTo>
                  <a:lnTo>
                    <a:pt x="669" y="186"/>
                  </a:lnTo>
                  <a:lnTo>
                    <a:pt x="715" y="205"/>
                  </a:lnTo>
                  <a:lnTo>
                    <a:pt x="760" y="239"/>
                  </a:lnTo>
                  <a:lnTo>
                    <a:pt x="811" y="267"/>
                  </a:lnTo>
                  <a:lnTo>
                    <a:pt x="855" y="307"/>
                  </a:lnTo>
                  <a:lnTo>
                    <a:pt x="899" y="348"/>
                  </a:lnTo>
                  <a:lnTo>
                    <a:pt x="971" y="464"/>
                  </a:lnTo>
                  <a:lnTo>
                    <a:pt x="1016" y="606"/>
                  </a:lnTo>
                  <a:lnTo>
                    <a:pt x="1027" y="774"/>
                  </a:lnTo>
                  <a:lnTo>
                    <a:pt x="1022" y="939"/>
                  </a:lnTo>
                  <a:lnTo>
                    <a:pt x="1002" y="1117"/>
                  </a:lnTo>
                  <a:lnTo>
                    <a:pt x="966" y="1279"/>
                  </a:lnTo>
                  <a:lnTo>
                    <a:pt x="933" y="1421"/>
                  </a:lnTo>
                  <a:lnTo>
                    <a:pt x="891" y="1532"/>
                  </a:lnTo>
                  <a:close/>
                </a:path>
              </a:pathLst>
            </a:custGeom>
            <a:solidFill>
              <a:schemeClr val="folHlink"/>
            </a:solidFill>
            <a:ln w="9525">
              <a:noFill/>
              <a:round/>
              <a:headEnd/>
              <a:tailEnd/>
            </a:ln>
          </p:spPr>
          <p:txBody>
            <a:bodyPr/>
            <a:lstStyle/>
            <a:p>
              <a:endParaRPr lang="zh-CN" altLang="en-US"/>
            </a:p>
          </p:txBody>
        </p:sp>
        <p:sp>
          <p:nvSpPr>
            <p:cNvPr id="8" name="未知"/>
            <p:cNvSpPr>
              <a:spLocks/>
            </p:cNvSpPr>
            <p:nvPr userDrawn="1"/>
          </p:nvSpPr>
          <p:spPr bwMode="auto">
            <a:xfrm>
              <a:off x="0" y="2610"/>
              <a:ext cx="801" cy="459"/>
            </a:xfrm>
            <a:custGeom>
              <a:avLst/>
              <a:gdLst>
                <a:gd name="T0" fmla="*/ 0 w 801"/>
                <a:gd name="T1" fmla="*/ 0 h 459"/>
                <a:gd name="T2" fmla="*/ 37 w 801"/>
                <a:gd name="T3" fmla="*/ 69 h 459"/>
                <a:gd name="T4" fmla="*/ 68 w 801"/>
                <a:gd name="T5" fmla="*/ 132 h 459"/>
                <a:gd name="T6" fmla="*/ 110 w 801"/>
                <a:gd name="T7" fmla="*/ 188 h 459"/>
                <a:gd name="T8" fmla="*/ 149 w 801"/>
                <a:gd name="T9" fmla="*/ 229 h 459"/>
                <a:gd name="T10" fmla="*/ 192 w 801"/>
                <a:gd name="T11" fmla="*/ 278 h 459"/>
                <a:gd name="T12" fmla="*/ 250 w 801"/>
                <a:gd name="T13" fmla="*/ 314 h 459"/>
                <a:gd name="T14" fmla="*/ 308 w 801"/>
                <a:gd name="T15" fmla="*/ 336 h 459"/>
                <a:gd name="T16" fmla="*/ 365 w 801"/>
                <a:gd name="T17" fmla="*/ 365 h 459"/>
                <a:gd name="T18" fmla="*/ 430 w 801"/>
                <a:gd name="T19" fmla="*/ 381 h 459"/>
                <a:gd name="T20" fmla="*/ 501 w 801"/>
                <a:gd name="T21" fmla="*/ 390 h 459"/>
                <a:gd name="T22" fmla="*/ 573 w 801"/>
                <a:gd name="T23" fmla="*/ 392 h 459"/>
                <a:gd name="T24" fmla="*/ 646 w 801"/>
                <a:gd name="T25" fmla="*/ 381 h 459"/>
                <a:gd name="T26" fmla="*/ 726 w 801"/>
                <a:gd name="T27" fmla="*/ 362 h 459"/>
                <a:gd name="T28" fmla="*/ 801 w 801"/>
                <a:gd name="T29" fmla="*/ 335 h 459"/>
                <a:gd name="T30" fmla="*/ 731 w 801"/>
                <a:gd name="T31" fmla="*/ 377 h 459"/>
                <a:gd name="T32" fmla="*/ 662 w 801"/>
                <a:gd name="T33" fmla="*/ 404 h 459"/>
                <a:gd name="T34" fmla="*/ 594 w 801"/>
                <a:gd name="T35" fmla="*/ 432 h 459"/>
                <a:gd name="T36" fmla="*/ 532 w 801"/>
                <a:gd name="T37" fmla="*/ 445 h 459"/>
                <a:gd name="T38" fmla="*/ 471 w 801"/>
                <a:gd name="T39" fmla="*/ 459 h 459"/>
                <a:gd name="T40" fmla="*/ 411 w 801"/>
                <a:gd name="T41" fmla="*/ 458 h 459"/>
                <a:gd name="T42" fmla="*/ 350 w 801"/>
                <a:gd name="T43" fmla="*/ 458 h 459"/>
                <a:gd name="T44" fmla="*/ 291 w 801"/>
                <a:gd name="T45" fmla="*/ 450 h 459"/>
                <a:gd name="T46" fmla="*/ 244 w 801"/>
                <a:gd name="T47" fmla="*/ 436 h 459"/>
                <a:gd name="T48" fmla="*/ 192 w 801"/>
                <a:gd name="T49" fmla="*/ 415 h 459"/>
                <a:gd name="T50" fmla="*/ 145 w 801"/>
                <a:gd name="T51" fmla="*/ 394 h 459"/>
                <a:gd name="T52" fmla="*/ 100 w 801"/>
                <a:gd name="T53" fmla="*/ 373 h 459"/>
                <a:gd name="T54" fmla="*/ 60 w 801"/>
                <a:gd name="T55" fmla="*/ 347 h 459"/>
                <a:gd name="T56" fmla="*/ 0 w 801"/>
                <a:gd name="T57" fmla="*/ 294 h 459"/>
                <a:gd name="T58" fmla="*/ 0 w 801"/>
                <a:gd name="T59" fmla="*/ 0 h 45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01" h="459">
                  <a:moveTo>
                    <a:pt x="0" y="0"/>
                  </a:moveTo>
                  <a:lnTo>
                    <a:pt x="37" y="69"/>
                  </a:lnTo>
                  <a:lnTo>
                    <a:pt x="68" y="132"/>
                  </a:lnTo>
                  <a:lnTo>
                    <a:pt x="110" y="188"/>
                  </a:lnTo>
                  <a:lnTo>
                    <a:pt x="149" y="229"/>
                  </a:lnTo>
                  <a:lnTo>
                    <a:pt x="192" y="278"/>
                  </a:lnTo>
                  <a:lnTo>
                    <a:pt x="250" y="314"/>
                  </a:lnTo>
                  <a:lnTo>
                    <a:pt x="308" y="336"/>
                  </a:lnTo>
                  <a:lnTo>
                    <a:pt x="365" y="365"/>
                  </a:lnTo>
                  <a:lnTo>
                    <a:pt x="430" y="381"/>
                  </a:lnTo>
                  <a:lnTo>
                    <a:pt x="501" y="390"/>
                  </a:lnTo>
                  <a:lnTo>
                    <a:pt x="573" y="392"/>
                  </a:lnTo>
                  <a:lnTo>
                    <a:pt x="646" y="381"/>
                  </a:lnTo>
                  <a:lnTo>
                    <a:pt x="726" y="362"/>
                  </a:lnTo>
                  <a:lnTo>
                    <a:pt x="801" y="335"/>
                  </a:lnTo>
                  <a:lnTo>
                    <a:pt x="731" y="377"/>
                  </a:lnTo>
                  <a:lnTo>
                    <a:pt x="662" y="404"/>
                  </a:lnTo>
                  <a:lnTo>
                    <a:pt x="594" y="432"/>
                  </a:lnTo>
                  <a:lnTo>
                    <a:pt x="532" y="445"/>
                  </a:lnTo>
                  <a:lnTo>
                    <a:pt x="471" y="459"/>
                  </a:lnTo>
                  <a:lnTo>
                    <a:pt x="411" y="458"/>
                  </a:lnTo>
                  <a:lnTo>
                    <a:pt x="350" y="458"/>
                  </a:lnTo>
                  <a:lnTo>
                    <a:pt x="291" y="450"/>
                  </a:lnTo>
                  <a:lnTo>
                    <a:pt x="244" y="436"/>
                  </a:lnTo>
                  <a:lnTo>
                    <a:pt x="192" y="415"/>
                  </a:lnTo>
                  <a:lnTo>
                    <a:pt x="145" y="394"/>
                  </a:lnTo>
                  <a:lnTo>
                    <a:pt x="100" y="373"/>
                  </a:lnTo>
                  <a:lnTo>
                    <a:pt x="60" y="347"/>
                  </a:lnTo>
                  <a:lnTo>
                    <a:pt x="0" y="294"/>
                  </a:lnTo>
                  <a:lnTo>
                    <a:pt x="0" y="0"/>
                  </a:lnTo>
                  <a:close/>
                </a:path>
              </a:pathLst>
            </a:custGeom>
            <a:solidFill>
              <a:schemeClr val="folHlink"/>
            </a:solidFill>
            <a:ln w="9525">
              <a:noFill/>
              <a:round/>
              <a:headEnd/>
              <a:tailEnd/>
            </a:ln>
          </p:spPr>
          <p:txBody>
            <a:bodyPr/>
            <a:lstStyle/>
            <a:p>
              <a:endParaRPr lang="zh-CN" altLang="en-US"/>
            </a:p>
          </p:txBody>
        </p:sp>
        <p:sp>
          <p:nvSpPr>
            <p:cNvPr id="9" name="未知"/>
            <p:cNvSpPr>
              <a:spLocks/>
            </p:cNvSpPr>
            <p:nvPr userDrawn="1"/>
          </p:nvSpPr>
          <p:spPr bwMode="auto">
            <a:xfrm rot="373330" flipH="1">
              <a:off x="898" y="2855"/>
              <a:ext cx="354" cy="464"/>
            </a:xfrm>
            <a:custGeom>
              <a:avLst/>
              <a:gdLst>
                <a:gd name="T0" fmla="*/ 2147483647 w 117"/>
                <a:gd name="T1" fmla="*/ 0 h 132"/>
                <a:gd name="T2" fmla="*/ 0 w 117"/>
                <a:gd name="T3" fmla="*/ 2147483647 h 132"/>
                <a:gd name="T4" fmla="*/ 2147483647 w 117"/>
                <a:gd name="T5" fmla="*/ 2147483647 h 132"/>
                <a:gd name="T6" fmla="*/ 2147483647 w 117"/>
                <a:gd name="T7" fmla="*/ 2147483647 h 132"/>
                <a:gd name="T8" fmla="*/ 2147483647 w 117"/>
                <a:gd name="T9" fmla="*/ 2147483647 h 132"/>
                <a:gd name="T10" fmla="*/ 2147483647 w 117"/>
                <a:gd name="T11" fmla="*/ 2147483647 h 132"/>
                <a:gd name="T12" fmla="*/ 2147483647 w 117"/>
                <a:gd name="T13" fmla="*/ 2147483647 h 132"/>
                <a:gd name="T14" fmla="*/ 2147483647 w 117"/>
                <a:gd name="T15" fmla="*/ 2147483647 h 132"/>
                <a:gd name="T16" fmla="*/ 2147483647 w 117"/>
                <a:gd name="T17" fmla="*/ 2147483647 h 132"/>
                <a:gd name="T18" fmla="*/ 2147483647 w 117"/>
                <a:gd name="T19" fmla="*/ 2147483647 h 132"/>
                <a:gd name="T20" fmla="*/ 2147483647 w 117"/>
                <a:gd name="T21" fmla="*/ 2147483647 h 132"/>
                <a:gd name="T22" fmla="*/ 2147483647 w 117"/>
                <a:gd name="T23" fmla="*/ 2147483647 h 132"/>
                <a:gd name="T24" fmla="*/ 2147483647 w 117"/>
                <a:gd name="T25" fmla="*/ 2147483647 h 132"/>
                <a:gd name="T26" fmla="*/ 2147483647 w 117"/>
                <a:gd name="T27" fmla="*/ 2147483647 h 132"/>
                <a:gd name="T28" fmla="*/ 2147483647 w 117"/>
                <a:gd name="T29" fmla="*/ 2147483647 h 132"/>
                <a:gd name="T30" fmla="*/ 2147483647 w 117"/>
                <a:gd name="T31" fmla="*/ 2147483647 h 132"/>
                <a:gd name="T32" fmla="*/ 2147483647 w 117"/>
                <a:gd name="T33" fmla="*/ 2147483647 h 132"/>
                <a:gd name="T34" fmla="*/ 2147483647 w 117"/>
                <a:gd name="T35" fmla="*/ 2147483647 h 132"/>
                <a:gd name="T36" fmla="*/ 2147483647 w 117"/>
                <a:gd name="T37" fmla="*/ 2147483647 h 132"/>
                <a:gd name="T38" fmla="*/ 2147483647 w 117"/>
                <a:gd name="T39" fmla="*/ 2147483647 h 132"/>
                <a:gd name="T40" fmla="*/ 2147483647 w 117"/>
                <a:gd name="T41" fmla="*/ 2147483647 h 132"/>
                <a:gd name="T42" fmla="*/ 2147483647 w 117"/>
                <a:gd name="T43" fmla="*/ 2147483647 h 132"/>
                <a:gd name="T44" fmla="*/ 2147483647 w 117"/>
                <a:gd name="T45" fmla="*/ 2147483647 h 132"/>
                <a:gd name="T46" fmla="*/ 2147483647 w 117"/>
                <a:gd name="T47" fmla="*/ 2147483647 h 132"/>
                <a:gd name="T48" fmla="*/ 2147483647 w 117"/>
                <a:gd name="T49" fmla="*/ 2147483647 h 132"/>
                <a:gd name="T50" fmla="*/ 2147483647 w 117"/>
                <a:gd name="T51" fmla="*/ 2147483647 h 132"/>
                <a:gd name="T52" fmla="*/ 2147483647 w 117"/>
                <a:gd name="T53" fmla="*/ 0 h 1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folHlink"/>
            </a:solidFill>
            <a:ln w="9525">
              <a:noFill/>
              <a:round/>
              <a:headEnd/>
              <a:tailEnd/>
            </a:ln>
          </p:spPr>
          <p:txBody>
            <a:bodyPr/>
            <a:lstStyle/>
            <a:p>
              <a:endParaRPr lang="zh-CN" altLang="en-US"/>
            </a:p>
          </p:txBody>
        </p:sp>
        <p:sp>
          <p:nvSpPr>
            <p:cNvPr id="10" name="未知"/>
            <p:cNvSpPr>
              <a:spLocks/>
            </p:cNvSpPr>
            <p:nvPr userDrawn="1"/>
          </p:nvSpPr>
          <p:spPr bwMode="auto">
            <a:xfrm rot="373330" flipH="1">
              <a:off x="799" y="2979"/>
              <a:ext cx="87" cy="274"/>
            </a:xfrm>
            <a:custGeom>
              <a:avLst/>
              <a:gdLst>
                <a:gd name="T0" fmla="*/ 2147483647 w 29"/>
                <a:gd name="T1" fmla="*/ 0 h 77"/>
                <a:gd name="T2" fmla="*/ 2147483647 w 29"/>
                <a:gd name="T3" fmla="*/ 0 h 77"/>
                <a:gd name="T4" fmla="*/ 2147483647 w 29"/>
                <a:gd name="T5" fmla="*/ 2147483647 h 77"/>
                <a:gd name="T6" fmla="*/ 2147483647 w 29"/>
                <a:gd name="T7" fmla="*/ 2147483647 h 77"/>
                <a:gd name="T8" fmla="*/ 2147483647 w 29"/>
                <a:gd name="T9" fmla="*/ 2147483647 h 77"/>
                <a:gd name="T10" fmla="*/ 1162261467 w 29"/>
                <a:gd name="T11" fmla="*/ 2147483647 h 77"/>
                <a:gd name="T12" fmla="*/ 0 w 29"/>
                <a:gd name="T13" fmla="*/ 2147483647 h 77"/>
                <a:gd name="T14" fmla="*/ 2147483647 w 29"/>
                <a:gd name="T15" fmla="*/ 2147483647 h 77"/>
                <a:gd name="T16" fmla="*/ 2147483647 w 29"/>
                <a:gd name="T17" fmla="*/ 2147483647 h 77"/>
                <a:gd name="T18" fmla="*/ 2147483647 w 29"/>
                <a:gd name="T19" fmla="*/ 2147483647 h 77"/>
                <a:gd name="T20" fmla="*/ 2147483647 w 29"/>
                <a:gd name="T21" fmla="*/ 2147483647 h 77"/>
                <a:gd name="T22" fmla="*/ 2147483647 w 29"/>
                <a:gd name="T23" fmla="*/ 2147483647 h 77"/>
                <a:gd name="T24" fmla="*/ 2147483647 w 29"/>
                <a:gd name="T25" fmla="*/ 0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folHlink"/>
            </a:solidFill>
            <a:ln w="9525">
              <a:noFill/>
              <a:round/>
              <a:headEnd/>
              <a:tailEnd/>
            </a:ln>
          </p:spPr>
          <p:txBody>
            <a:bodyPr/>
            <a:lstStyle/>
            <a:p>
              <a:endParaRPr lang="zh-CN" altLang="en-US"/>
            </a:p>
          </p:txBody>
        </p:sp>
        <p:sp>
          <p:nvSpPr>
            <p:cNvPr id="11" name="未知"/>
            <p:cNvSpPr>
              <a:spLocks/>
            </p:cNvSpPr>
            <p:nvPr userDrawn="1"/>
          </p:nvSpPr>
          <p:spPr bwMode="auto">
            <a:xfrm>
              <a:off x="1190" y="3273"/>
              <a:ext cx="1108" cy="1047"/>
            </a:xfrm>
            <a:custGeom>
              <a:avLst/>
              <a:gdLst>
                <a:gd name="T0" fmla="*/ 784 w 1108"/>
                <a:gd name="T1" fmla="*/ 1047 h 1047"/>
                <a:gd name="T2" fmla="*/ 692 w 1108"/>
                <a:gd name="T3" fmla="*/ 1011 h 1047"/>
                <a:gd name="T4" fmla="*/ 607 w 1108"/>
                <a:gd name="T5" fmla="*/ 945 h 1047"/>
                <a:gd name="T6" fmla="*/ 517 w 1108"/>
                <a:gd name="T7" fmla="*/ 861 h 1047"/>
                <a:gd name="T8" fmla="*/ 432 w 1108"/>
                <a:gd name="T9" fmla="*/ 776 h 1047"/>
                <a:gd name="T10" fmla="*/ 350 w 1108"/>
                <a:gd name="T11" fmla="*/ 677 h 1047"/>
                <a:gd name="T12" fmla="*/ 266 w 1108"/>
                <a:gd name="T13" fmla="*/ 563 h 1047"/>
                <a:gd name="T14" fmla="*/ 188 w 1108"/>
                <a:gd name="T15" fmla="*/ 447 h 1047"/>
                <a:gd name="T16" fmla="*/ 122 w 1108"/>
                <a:gd name="T17" fmla="*/ 325 h 1047"/>
                <a:gd name="T18" fmla="*/ 65 w 1108"/>
                <a:gd name="T19" fmla="*/ 211 h 1047"/>
                <a:gd name="T20" fmla="*/ 21 w 1108"/>
                <a:gd name="T21" fmla="*/ 101 h 1047"/>
                <a:gd name="T22" fmla="*/ 0 w 1108"/>
                <a:gd name="T23" fmla="*/ 0 h 1047"/>
                <a:gd name="T24" fmla="*/ 109 w 1108"/>
                <a:gd name="T25" fmla="*/ 217 h 1047"/>
                <a:gd name="T26" fmla="*/ 209 w 1108"/>
                <a:gd name="T27" fmla="*/ 378 h 1047"/>
                <a:gd name="T28" fmla="*/ 294 w 1108"/>
                <a:gd name="T29" fmla="*/ 500 h 1047"/>
                <a:gd name="T30" fmla="*/ 373 w 1108"/>
                <a:gd name="T31" fmla="*/ 590 h 1047"/>
                <a:gd name="T32" fmla="*/ 441 w 1108"/>
                <a:gd name="T33" fmla="*/ 661 h 1047"/>
                <a:gd name="T34" fmla="*/ 506 w 1108"/>
                <a:gd name="T35" fmla="*/ 713 h 1047"/>
                <a:gd name="T36" fmla="*/ 564 w 1108"/>
                <a:gd name="T37" fmla="*/ 754 h 1047"/>
                <a:gd name="T38" fmla="*/ 620 w 1108"/>
                <a:gd name="T39" fmla="*/ 801 h 1047"/>
                <a:gd name="T40" fmla="*/ 754 w 1108"/>
                <a:gd name="T41" fmla="*/ 899 h 1047"/>
                <a:gd name="T42" fmla="*/ 925 w 1108"/>
                <a:gd name="T43" fmla="*/ 977 h 1047"/>
                <a:gd name="T44" fmla="*/ 1108 w 1108"/>
                <a:gd name="T45" fmla="*/ 1047 h 1047"/>
                <a:gd name="T46" fmla="*/ 784 w 1108"/>
                <a:gd name="T47" fmla="*/ 1047 h 10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08" h="1047">
                  <a:moveTo>
                    <a:pt x="784" y="1047"/>
                  </a:moveTo>
                  <a:lnTo>
                    <a:pt x="692" y="1011"/>
                  </a:lnTo>
                  <a:lnTo>
                    <a:pt x="607" y="945"/>
                  </a:lnTo>
                  <a:lnTo>
                    <a:pt x="517" y="861"/>
                  </a:lnTo>
                  <a:lnTo>
                    <a:pt x="432" y="776"/>
                  </a:lnTo>
                  <a:lnTo>
                    <a:pt x="350" y="677"/>
                  </a:lnTo>
                  <a:lnTo>
                    <a:pt x="266" y="563"/>
                  </a:lnTo>
                  <a:lnTo>
                    <a:pt x="188" y="447"/>
                  </a:lnTo>
                  <a:lnTo>
                    <a:pt x="122" y="325"/>
                  </a:lnTo>
                  <a:lnTo>
                    <a:pt x="65" y="211"/>
                  </a:lnTo>
                  <a:lnTo>
                    <a:pt x="21" y="101"/>
                  </a:lnTo>
                  <a:lnTo>
                    <a:pt x="0" y="0"/>
                  </a:lnTo>
                  <a:lnTo>
                    <a:pt x="109" y="217"/>
                  </a:lnTo>
                  <a:lnTo>
                    <a:pt x="209" y="378"/>
                  </a:lnTo>
                  <a:lnTo>
                    <a:pt x="294" y="500"/>
                  </a:lnTo>
                  <a:lnTo>
                    <a:pt x="373" y="590"/>
                  </a:lnTo>
                  <a:lnTo>
                    <a:pt x="441" y="661"/>
                  </a:lnTo>
                  <a:lnTo>
                    <a:pt x="506" y="713"/>
                  </a:lnTo>
                  <a:lnTo>
                    <a:pt x="564" y="754"/>
                  </a:lnTo>
                  <a:lnTo>
                    <a:pt x="620" y="801"/>
                  </a:lnTo>
                  <a:lnTo>
                    <a:pt x="754" y="899"/>
                  </a:lnTo>
                  <a:lnTo>
                    <a:pt x="925" y="977"/>
                  </a:lnTo>
                  <a:lnTo>
                    <a:pt x="1108" y="1047"/>
                  </a:lnTo>
                  <a:lnTo>
                    <a:pt x="784" y="1047"/>
                  </a:lnTo>
                  <a:close/>
                </a:path>
              </a:pathLst>
            </a:custGeom>
            <a:solidFill>
              <a:schemeClr val="folHlink"/>
            </a:solidFill>
            <a:ln w="9525">
              <a:noFill/>
              <a:round/>
              <a:headEnd/>
              <a:tailEnd/>
            </a:ln>
          </p:spPr>
          <p:txBody>
            <a:bodyPr/>
            <a:lstStyle/>
            <a:p>
              <a:endParaRPr lang="zh-CN" altLang="en-US"/>
            </a:p>
          </p:txBody>
        </p:sp>
        <p:grpSp>
          <p:nvGrpSpPr>
            <p:cNvPr id="12" name="Group 17"/>
            <p:cNvGrpSpPr>
              <a:grpSpLocks/>
            </p:cNvGrpSpPr>
            <p:nvPr userDrawn="1"/>
          </p:nvGrpSpPr>
          <p:grpSpPr bwMode="auto">
            <a:xfrm rot="3220060">
              <a:off x="2630" y="753"/>
              <a:ext cx="569" cy="636"/>
              <a:chOff x="0" y="0"/>
              <a:chExt cx="129" cy="157"/>
            </a:xfrm>
          </p:grpSpPr>
          <p:sp>
            <p:nvSpPr>
              <p:cNvPr id="36" name="未知"/>
              <p:cNvSpPr>
                <a:spLocks/>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endParaRPr lang="zh-CN" altLang="en-US"/>
              </a:p>
            </p:txBody>
          </p:sp>
          <p:sp>
            <p:nvSpPr>
              <p:cNvPr id="37" name="未知"/>
              <p:cNvSpPr>
                <a:spLocks/>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endParaRPr lang="zh-CN" altLang="en-US"/>
              </a:p>
            </p:txBody>
          </p:sp>
          <p:sp>
            <p:nvSpPr>
              <p:cNvPr id="38" name="未知"/>
              <p:cNvSpPr>
                <a:spLocks/>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endParaRPr lang="zh-CN" altLang="en-US"/>
              </a:p>
            </p:txBody>
          </p:sp>
        </p:grpSp>
        <p:grpSp>
          <p:nvGrpSpPr>
            <p:cNvPr id="13" name="Group 21"/>
            <p:cNvGrpSpPr>
              <a:grpSpLocks/>
            </p:cNvGrpSpPr>
            <p:nvPr userDrawn="1"/>
          </p:nvGrpSpPr>
          <p:grpSpPr bwMode="auto">
            <a:xfrm rot="-6691250">
              <a:off x="3636" y="130"/>
              <a:ext cx="356" cy="608"/>
              <a:chOff x="0" y="0"/>
              <a:chExt cx="129" cy="157"/>
            </a:xfrm>
          </p:grpSpPr>
          <p:sp>
            <p:nvSpPr>
              <p:cNvPr id="33" name="未知"/>
              <p:cNvSpPr>
                <a:spLocks/>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endParaRPr lang="zh-CN" altLang="en-US"/>
              </a:p>
            </p:txBody>
          </p:sp>
          <p:sp>
            <p:nvSpPr>
              <p:cNvPr id="34" name="未知"/>
              <p:cNvSpPr>
                <a:spLocks/>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endParaRPr lang="zh-CN" altLang="en-US"/>
              </a:p>
            </p:txBody>
          </p:sp>
          <p:sp>
            <p:nvSpPr>
              <p:cNvPr id="35" name="未知"/>
              <p:cNvSpPr>
                <a:spLocks/>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endParaRPr lang="zh-CN" altLang="en-US"/>
              </a:p>
            </p:txBody>
          </p:sp>
        </p:grpSp>
        <p:grpSp>
          <p:nvGrpSpPr>
            <p:cNvPr id="14" name="Group 25"/>
            <p:cNvGrpSpPr>
              <a:grpSpLocks/>
            </p:cNvGrpSpPr>
            <p:nvPr userDrawn="1"/>
          </p:nvGrpSpPr>
          <p:grpSpPr bwMode="auto">
            <a:xfrm rot="8524840">
              <a:off x="668" y="3319"/>
              <a:ext cx="500" cy="504"/>
              <a:chOff x="0" y="0"/>
              <a:chExt cx="129" cy="157"/>
            </a:xfrm>
          </p:grpSpPr>
          <p:sp>
            <p:nvSpPr>
              <p:cNvPr id="30" name="未知"/>
              <p:cNvSpPr>
                <a:spLocks/>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endParaRPr lang="zh-CN" altLang="en-US"/>
              </a:p>
            </p:txBody>
          </p:sp>
          <p:sp>
            <p:nvSpPr>
              <p:cNvPr id="31" name="未知"/>
              <p:cNvSpPr>
                <a:spLocks/>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endParaRPr lang="zh-CN" altLang="en-US"/>
              </a:p>
            </p:txBody>
          </p:sp>
          <p:sp>
            <p:nvSpPr>
              <p:cNvPr id="32" name="未知"/>
              <p:cNvSpPr>
                <a:spLocks/>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endParaRPr lang="zh-CN" altLang="en-US"/>
              </a:p>
            </p:txBody>
          </p:sp>
        </p:grpSp>
        <p:grpSp>
          <p:nvGrpSpPr>
            <p:cNvPr id="15" name="Group 29"/>
            <p:cNvGrpSpPr>
              <a:grpSpLocks/>
            </p:cNvGrpSpPr>
            <p:nvPr userDrawn="1"/>
          </p:nvGrpSpPr>
          <p:grpSpPr bwMode="auto">
            <a:xfrm rot="4106450" flipH="1">
              <a:off x="393" y="261"/>
              <a:ext cx="708" cy="891"/>
              <a:chOff x="0" y="0"/>
              <a:chExt cx="129" cy="157"/>
            </a:xfrm>
          </p:grpSpPr>
          <p:sp>
            <p:nvSpPr>
              <p:cNvPr id="27" name="未知"/>
              <p:cNvSpPr>
                <a:spLocks/>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endParaRPr lang="zh-CN" altLang="en-US"/>
              </a:p>
            </p:txBody>
          </p:sp>
          <p:sp>
            <p:nvSpPr>
              <p:cNvPr id="28" name="未知"/>
              <p:cNvSpPr>
                <a:spLocks/>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endParaRPr lang="zh-CN" altLang="en-US"/>
              </a:p>
            </p:txBody>
          </p:sp>
          <p:sp>
            <p:nvSpPr>
              <p:cNvPr id="29" name="未知"/>
              <p:cNvSpPr>
                <a:spLocks/>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endParaRPr lang="zh-CN" altLang="en-US"/>
              </a:p>
            </p:txBody>
          </p:sp>
        </p:grpSp>
        <p:grpSp>
          <p:nvGrpSpPr>
            <p:cNvPr id="16" name="Group 33"/>
            <p:cNvGrpSpPr>
              <a:grpSpLocks/>
            </p:cNvGrpSpPr>
            <p:nvPr userDrawn="1"/>
          </p:nvGrpSpPr>
          <p:grpSpPr bwMode="auto">
            <a:xfrm rot="10015322" flipH="1">
              <a:off x="4625" y="2384"/>
              <a:ext cx="708" cy="891"/>
              <a:chOff x="0" y="0"/>
              <a:chExt cx="129" cy="157"/>
            </a:xfrm>
          </p:grpSpPr>
          <p:sp>
            <p:nvSpPr>
              <p:cNvPr id="24" name="未知"/>
              <p:cNvSpPr>
                <a:spLocks/>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endParaRPr lang="zh-CN" altLang="en-US"/>
              </a:p>
            </p:txBody>
          </p:sp>
          <p:sp>
            <p:nvSpPr>
              <p:cNvPr id="25" name="未知"/>
              <p:cNvSpPr>
                <a:spLocks/>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endParaRPr lang="zh-CN" altLang="en-US"/>
              </a:p>
            </p:txBody>
          </p:sp>
          <p:sp>
            <p:nvSpPr>
              <p:cNvPr id="26" name="未知"/>
              <p:cNvSpPr>
                <a:spLocks/>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endParaRPr lang="zh-CN" altLang="en-US"/>
              </a:p>
            </p:txBody>
          </p:sp>
        </p:grpSp>
        <p:sp>
          <p:nvSpPr>
            <p:cNvPr id="17" name="未知"/>
            <p:cNvSpPr>
              <a:spLocks/>
            </p:cNvSpPr>
            <p:nvPr userDrawn="1"/>
          </p:nvSpPr>
          <p:spPr bwMode="auto">
            <a:xfrm>
              <a:off x="1217" y="2"/>
              <a:ext cx="862" cy="886"/>
            </a:xfrm>
            <a:custGeom>
              <a:avLst/>
              <a:gdLst>
                <a:gd name="T0" fmla="*/ 0 w 862"/>
                <a:gd name="T1" fmla="*/ 0 h 886"/>
                <a:gd name="T2" fmla="*/ 6 w 862"/>
                <a:gd name="T3" fmla="*/ 107 h 886"/>
                <a:gd name="T4" fmla="*/ 37 w 862"/>
                <a:gd name="T5" fmla="*/ 262 h 886"/>
                <a:gd name="T6" fmla="*/ 83 w 862"/>
                <a:gd name="T7" fmla="*/ 410 h 886"/>
                <a:gd name="T8" fmla="*/ 149 w 862"/>
                <a:gd name="T9" fmla="*/ 546 h 886"/>
                <a:gd name="T10" fmla="*/ 237 w 862"/>
                <a:gd name="T11" fmla="*/ 666 h 886"/>
                <a:gd name="T12" fmla="*/ 338 w 862"/>
                <a:gd name="T13" fmla="*/ 764 h 886"/>
                <a:gd name="T14" fmla="*/ 450 w 862"/>
                <a:gd name="T15" fmla="*/ 838 h 886"/>
                <a:gd name="T16" fmla="*/ 579 w 862"/>
                <a:gd name="T17" fmla="*/ 879 h 886"/>
                <a:gd name="T18" fmla="*/ 714 w 862"/>
                <a:gd name="T19" fmla="*/ 886 h 886"/>
                <a:gd name="T20" fmla="*/ 862 w 862"/>
                <a:gd name="T21" fmla="*/ 851 h 886"/>
                <a:gd name="T22" fmla="*/ 784 w 862"/>
                <a:gd name="T23" fmla="*/ 856 h 886"/>
                <a:gd name="T24" fmla="*/ 700 w 862"/>
                <a:gd name="T25" fmla="*/ 835 h 886"/>
                <a:gd name="T26" fmla="*/ 621 w 862"/>
                <a:gd name="T27" fmla="*/ 794 h 886"/>
                <a:gd name="T28" fmla="*/ 542 w 862"/>
                <a:gd name="T29" fmla="*/ 728 h 886"/>
                <a:gd name="T30" fmla="*/ 466 w 862"/>
                <a:gd name="T31" fmla="*/ 649 h 886"/>
                <a:gd name="T32" fmla="*/ 397 w 862"/>
                <a:gd name="T33" fmla="*/ 557 h 886"/>
                <a:gd name="T34" fmla="*/ 334 w 862"/>
                <a:gd name="T35" fmla="*/ 454 h 886"/>
                <a:gd name="T36" fmla="*/ 279 w 862"/>
                <a:gd name="T37" fmla="*/ 339 h 886"/>
                <a:gd name="T38" fmla="*/ 238 w 862"/>
                <a:gd name="T39" fmla="*/ 225 h 886"/>
                <a:gd name="T40" fmla="*/ 205 w 862"/>
                <a:gd name="T41" fmla="*/ 105 h 886"/>
                <a:gd name="T42" fmla="*/ 184 w 862"/>
                <a:gd name="T43" fmla="*/ 3 h 8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62" h="886">
                  <a:moveTo>
                    <a:pt x="0" y="0"/>
                  </a:moveTo>
                  <a:lnTo>
                    <a:pt x="6" y="107"/>
                  </a:lnTo>
                  <a:lnTo>
                    <a:pt x="37" y="262"/>
                  </a:lnTo>
                  <a:lnTo>
                    <a:pt x="83" y="410"/>
                  </a:lnTo>
                  <a:lnTo>
                    <a:pt x="149" y="546"/>
                  </a:lnTo>
                  <a:lnTo>
                    <a:pt x="237" y="666"/>
                  </a:lnTo>
                  <a:lnTo>
                    <a:pt x="338" y="764"/>
                  </a:lnTo>
                  <a:lnTo>
                    <a:pt x="450" y="838"/>
                  </a:lnTo>
                  <a:lnTo>
                    <a:pt x="579" y="879"/>
                  </a:lnTo>
                  <a:lnTo>
                    <a:pt x="714" y="886"/>
                  </a:lnTo>
                  <a:lnTo>
                    <a:pt x="862" y="851"/>
                  </a:lnTo>
                  <a:lnTo>
                    <a:pt x="784" y="856"/>
                  </a:lnTo>
                  <a:lnTo>
                    <a:pt x="700" y="835"/>
                  </a:lnTo>
                  <a:lnTo>
                    <a:pt x="621" y="794"/>
                  </a:lnTo>
                  <a:lnTo>
                    <a:pt x="542" y="728"/>
                  </a:lnTo>
                  <a:lnTo>
                    <a:pt x="466" y="649"/>
                  </a:lnTo>
                  <a:lnTo>
                    <a:pt x="397" y="557"/>
                  </a:lnTo>
                  <a:lnTo>
                    <a:pt x="334" y="454"/>
                  </a:lnTo>
                  <a:lnTo>
                    <a:pt x="279" y="339"/>
                  </a:lnTo>
                  <a:lnTo>
                    <a:pt x="238" y="225"/>
                  </a:lnTo>
                  <a:lnTo>
                    <a:pt x="205" y="105"/>
                  </a:lnTo>
                  <a:lnTo>
                    <a:pt x="184" y="3"/>
                  </a:lnTo>
                </a:path>
              </a:pathLst>
            </a:custGeom>
            <a:solidFill>
              <a:schemeClr val="accent1"/>
            </a:solidFill>
            <a:ln w="9525">
              <a:noFill/>
              <a:round/>
              <a:headEnd/>
              <a:tailEnd/>
            </a:ln>
          </p:spPr>
          <p:txBody>
            <a:bodyPr/>
            <a:lstStyle/>
            <a:p>
              <a:endParaRPr lang="zh-CN" altLang="en-US"/>
            </a:p>
          </p:txBody>
        </p:sp>
        <p:sp>
          <p:nvSpPr>
            <p:cNvPr id="18" name="未知"/>
            <p:cNvSpPr>
              <a:spLocks/>
            </p:cNvSpPr>
            <p:nvPr userDrawn="1"/>
          </p:nvSpPr>
          <p:spPr bwMode="auto">
            <a:xfrm rot="9832527" flipV="1">
              <a:off x="2158" y="102"/>
              <a:ext cx="681" cy="593"/>
            </a:xfrm>
            <a:custGeom>
              <a:avLst/>
              <a:gdLst>
                <a:gd name="T0" fmla="*/ 0 w 257"/>
                <a:gd name="T1" fmla="*/ 0 h 237"/>
                <a:gd name="T2" fmla="*/ 0 w 257"/>
                <a:gd name="T3" fmla="*/ 931832906 h 237"/>
                <a:gd name="T4" fmla="*/ 329894069 w 257"/>
                <a:gd name="T5" fmla="*/ 1847757609 h 237"/>
                <a:gd name="T6" fmla="*/ 655362873 w 257"/>
                <a:gd name="T7" fmla="*/ 2147483647 h 237"/>
                <a:gd name="T8" fmla="*/ 1206574519 w 257"/>
                <a:gd name="T9" fmla="*/ 2147483647 h 237"/>
                <a:gd name="T10" fmla="*/ 1990651763 w 257"/>
                <a:gd name="T11" fmla="*/ 2147483647 h 237"/>
                <a:gd name="T12" fmla="*/ 2147483647 w 257"/>
                <a:gd name="T13" fmla="*/ 2147483647 h 237"/>
                <a:gd name="T14" fmla="*/ 2147483647 w 257"/>
                <a:gd name="T15" fmla="*/ 2147483647 h 237"/>
                <a:gd name="T16" fmla="*/ 2147483647 w 257"/>
                <a:gd name="T17" fmla="*/ 2147483647 h 237"/>
                <a:gd name="T18" fmla="*/ 2147483647 w 257"/>
                <a:gd name="T19" fmla="*/ 2147483647 h 237"/>
                <a:gd name="T20" fmla="*/ 2147483647 w 257"/>
                <a:gd name="T21" fmla="*/ 2147483647 h 237"/>
                <a:gd name="T22" fmla="*/ 2147483647 w 257"/>
                <a:gd name="T23" fmla="*/ 2147483647 h 237"/>
                <a:gd name="T24" fmla="*/ 2147483647 w 257"/>
                <a:gd name="T25" fmla="*/ 2147483647 h 237"/>
                <a:gd name="T26" fmla="*/ 2147483647 w 257"/>
                <a:gd name="T27" fmla="*/ 2147483647 h 237"/>
                <a:gd name="T28" fmla="*/ 2147483647 w 257"/>
                <a:gd name="T29" fmla="*/ 2147483647 h 237"/>
                <a:gd name="T30" fmla="*/ 2147483647 w 257"/>
                <a:gd name="T31" fmla="*/ 2147483647 h 237"/>
                <a:gd name="T32" fmla="*/ 2147483647 w 257"/>
                <a:gd name="T33" fmla="*/ 2147483647 h 237"/>
                <a:gd name="T34" fmla="*/ 2147483647 w 257"/>
                <a:gd name="T35" fmla="*/ 2147483647 h 237"/>
                <a:gd name="T36" fmla="*/ 2147483647 w 257"/>
                <a:gd name="T37" fmla="*/ 2147483647 h 237"/>
                <a:gd name="T38" fmla="*/ 2147483647 w 257"/>
                <a:gd name="T39" fmla="*/ 2147483647 h 237"/>
                <a:gd name="T40" fmla="*/ 2147483647 w 257"/>
                <a:gd name="T41" fmla="*/ 2147483647 h 237"/>
                <a:gd name="T42" fmla="*/ 2147483647 w 257"/>
                <a:gd name="T43" fmla="*/ 2147483647 h 237"/>
                <a:gd name="T44" fmla="*/ 2147483647 w 257"/>
                <a:gd name="T45" fmla="*/ 2147483647 h 237"/>
                <a:gd name="T46" fmla="*/ 2147483647 w 257"/>
                <a:gd name="T47" fmla="*/ 2147483647 h 237"/>
                <a:gd name="T48" fmla="*/ 2147483647 w 257"/>
                <a:gd name="T49" fmla="*/ 2147483647 h 237"/>
                <a:gd name="T50" fmla="*/ 2147483647 w 257"/>
                <a:gd name="T51" fmla="*/ 2147483647 h 237"/>
                <a:gd name="T52" fmla="*/ 2147483647 w 257"/>
                <a:gd name="T53" fmla="*/ 2147483647 h 237"/>
                <a:gd name="T54" fmla="*/ 2147483647 w 257"/>
                <a:gd name="T55" fmla="*/ 2147483647 h 237"/>
                <a:gd name="T56" fmla="*/ 2147483647 w 257"/>
                <a:gd name="T57" fmla="*/ 2147483647 h 237"/>
                <a:gd name="T58" fmla="*/ 2147483647 w 257"/>
                <a:gd name="T59" fmla="*/ 2147483647 h 237"/>
                <a:gd name="T60" fmla="*/ 2147483647 w 257"/>
                <a:gd name="T61" fmla="*/ 1741861921 h 237"/>
                <a:gd name="T62" fmla="*/ 1328546638 w 257"/>
                <a:gd name="T63" fmla="*/ 884620911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w="9525">
              <a:noFill/>
              <a:round/>
              <a:headEnd/>
              <a:tailEnd/>
            </a:ln>
          </p:spPr>
          <p:txBody>
            <a:bodyPr/>
            <a:lstStyle/>
            <a:p>
              <a:endParaRPr lang="zh-CN" altLang="en-US"/>
            </a:p>
          </p:txBody>
        </p:sp>
        <p:sp>
          <p:nvSpPr>
            <p:cNvPr id="19" name="未知"/>
            <p:cNvSpPr>
              <a:spLocks/>
            </p:cNvSpPr>
            <p:nvPr userDrawn="1"/>
          </p:nvSpPr>
          <p:spPr bwMode="auto">
            <a:xfrm rot="9832527" flipV="1">
              <a:off x="1997" y="858"/>
              <a:ext cx="330" cy="278"/>
            </a:xfrm>
            <a:custGeom>
              <a:avLst/>
              <a:gdLst>
                <a:gd name="T0" fmla="*/ 2147483647 w 124"/>
                <a:gd name="T1" fmla="*/ 0 h 110"/>
                <a:gd name="T2" fmla="*/ 2147483647 w 124"/>
                <a:gd name="T3" fmla="*/ 2147483647 h 110"/>
                <a:gd name="T4" fmla="*/ 2147483647 w 124"/>
                <a:gd name="T5" fmla="*/ 2147483647 h 110"/>
                <a:gd name="T6" fmla="*/ 2147483647 w 124"/>
                <a:gd name="T7" fmla="*/ 2147483647 h 110"/>
                <a:gd name="T8" fmla="*/ 2147483647 w 124"/>
                <a:gd name="T9" fmla="*/ 2147483647 h 110"/>
                <a:gd name="T10" fmla="*/ 2147483647 w 124"/>
                <a:gd name="T11" fmla="*/ 2147483647 h 110"/>
                <a:gd name="T12" fmla="*/ 2147483647 w 124"/>
                <a:gd name="T13" fmla="*/ 2147483647 h 110"/>
                <a:gd name="T14" fmla="*/ 2147483647 w 124"/>
                <a:gd name="T15" fmla="*/ 2147483647 h 110"/>
                <a:gd name="T16" fmla="*/ 1075473758 w 124"/>
                <a:gd name="T17" fmla="*/ 2147483647 h 110"/>
                <a:gd name="T18" fmla="*/ 0 w 124"/>
                <a:gd name="T19" fmla="*/ 2147483647 h 110"/>
                <a:gd name="T20" fmla="*/ 488053920 w 124"/>
                <a:gd name="T21" fmla="*/ 2147483647 h 110"/>
                <a:gd name="T22" fmla="*/ 944810513 w 124"/>
                <a:gd name="T23" fmla="*/ 2147483647 h 110"/>
                <a:gd name="T24" fmla="*/ 1917338083 w 124"/>
                <a:gd name="T25" fmla="*/ 2147483647 h 110"/>
                <a:gd name="T26" fmla="*/ 2147483647 w 124"/>
                <a:gd name="T27" fmla="*/ 2147483647 h 110"/>
                <a:gd name="T28" fmla="*/ 2147483647 w 124"/>
                <a:gd name="T29" fmla="*/ 2147483647 h 110"/>
                <a:gd name="T30" fmla="*/ 2147483647 w 124"/>
                <a:gd name="T31" fmla="*/ 2147483647 h 110"/>
                <a:gd name="T32" fmla="*/ 2147483647 w 124"/>
                <a:gd name="T33" fmla="*/ 2147483647 h 110"/>
                <a:gd name="T34" fmla="*/ 2147483647 w 124"/>
                <a:gd name="T35" fmla="*/ 2147483647 h 110"/>
                <a:gd name="T36" fmla="*/ 2147483647 w 124"/>
                <a:gd name="T37" fmla="*/ 2147483647 h 110"/>
                <a:gd name="T38" fmla="*/ 2147483647 w 124"/>
                <a:gd name="T39" fmla="*/ 2147483647 h 110"/>
                <a:gd name="T40" fmla="*/ 2147483647 w 124"/>
                <a:gd name="T41" fmla="*/ 1700720148 h 110"/>
                <a:gd name="T42" fmla="*/ 2147483647 w 124"/>
                <a:gd name="T43" fmla="*/ 1343340894 h 110"/>
                <a:gd name="T44" fmla="*/ 2147483647 w 124"/>
                <a:gd name="T45" fmla="*/ 1343340894 h 110"/>
                <a:gd name="T46" fmla="*/ 2147483647 w 124"/>
                <a:gd name="T47" fmla="*/ 1287926154 h 110"/>
                <a:gd name="T48" fmla="*/ 2147483647 w 124"/>
                <a:gd name="T49" fmla="*/ 1169532085 h 110"/>
                <a:gd name="T50" fmla="*/ 2147483647 w 124"/>
                <a:gd name="T51" fmla="*/ 1030347950 h 110"/>
                <a:gd name="T52" fmla="*/ 2147483647 w 124"/>
                <a:gd name="T53" fmla="*/ 847294933 h 110"/>
                <a:gd name="T54" fmla="*/ 2147483647 w 124"/>
                <a:gd name="T55" fmla="*/ 614971303 h 110"/>
                <a:gd name="T56" fmla="*/ 2147483647 w 124"/>
                <a:gd name="T57" fmla="*/ 357266764 h 110"/>
                <a:gd name="T58" fmla="*/ 2147483647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w="9525">
              <a:noFill/>
              <a:round/>
              <a:headEnd/>
              <a:tailEnd/>
            </a:ln>
          </p:spPr>
          <p:txBody>
            <a:bodyPr/>
            <a:lstStyle/>
            <a:p>
              <a:endParaRPr lang="zh-CN" altLang="en-US"/>
            </a:p>
          </p:txBody>
        </p:sp>
        <p:sp>
          <p:nvSpPr>
            <p:cNvPr id="20" name="未知"/>
            <p:cNvSpPr>
              <a:spLocks/>
            </p:cNvSpPr>
            <p:nvPr userDrawn="1"/>
          </p:nvSpPr>
          <p:spPr bwMode="auto">
            <a:xfrm rot="9832527" flipV="1">
              <a:off x="2224" y="808"/>
              <a:ext cx="123" cy="233"/>
            </a:xfrm>
            <a:custGeom>
              <a:avLst/>
              <a:gdLst>
                <a:gd name="T0" fmla="*/ 2147483647 w 46"/>
                <a:gd name="T1" fmla="*/ 0 h 94"/>
                <a:gd name="T2" fmla="*/ 2147483647 w 46"/>
                <a:gd name="T3" fmla="*/ 1173954202 h 94"/>
                <a:gd name="T4" fmla="*/ 1954267970 w 46"/>
                <a:gd name="T5" fmla="*/ 1922926801 h 94"/>
                <a:gd name="T6" fmla="*/ 1428048653 w 46"/>
                <a:gd name="T7" fmla="*/ 2147483647 h 94"/>
                <a:gd name="T8" fmla="*/ 0 w 46"/>
                <a:gd name="T9" fmla="*/ 2147483647 h 94"/>
                <a:gd name="T10" fmla="*/ 1570328890 w 46"/>
                <a:gd name="T11" fmla="*/ 2147483647 h 94"/>
                <a:gd name="T12" fmla="*/ 2147483647 w 46"/>
                <a:gd name="T13" fmla="*/ 2147483647 h 94"/>
                <a:gd name="T14" fmla="*/ 2147483647 w 46"/>
                <a:gd name="T15" fmla="*/ 2134134985 h 94"/>
                <a:gd name="T16" fmla="*/ 2147483647 w 46"/>
                <a:gd name="T17" fmla="*/ 1763067808 h 94"/>
                <a:gd name="T18" fmla="*/ 2147483647 w 46"/>
                <a:gd name="T19" fmla="*/ 1358468424 h 94"/>
                <a:gd name="T20" fmla="*/ 2147483647 w 46"/>
                <a:gd name="T21" fmla="*/ 921771930 h 94"/>
                <a:gd name="T22" fmla="*/ 2147483647 w 46"/>
                <a:gd name="T23" fmla="*/ 462693732 h 94"/>
                <a:gd name="T24" fmla="*/ 2147483647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w="9525">
              <a:noFill/>
              <a:round/>
              <a:headEnd/>
              <a:tailEnd/>
            </a:ln>
          </p:spPr>
          <p:txBody>
            <a:bodyPr/>
            <a:lstStyle/>
            <a:p>
              <a:endParaRPr lang="zh-CN" altLang="en-US"/>
            </a:p>
          </p:txBody>
        </p:sp>
        <p:sp>
          <p:nvSpPr>
            <p:cNvPr id="21" name="未知"/>
            <p:cNvSpPr>
              <a:spLocks/>
            </p:cNvSpPr>
            <p:nvPr userDrawn="1"/>
          </p:nvSpPr>
          <p:spPr bwMode="auto">
            <a:xfrm>
              <a:off x="1603" y="0"/>
              <a:ext cx="124" cy="121"/>
            </a:xfrm>
            <a:custGeom>
              <a:avLst/>
              <a:gdLst>
                <a:gd name="T0" fmla="*/ 124 w 124"/>
                <a:gd name="T1" fmla="*/ 0 h 121"/>
                <a:gd name="T2" fmla="*/ 113 w 124"/>
                <a:gd name="T3" fmla="*/ 9 h 121"/>
                <a:gd name="T4" fmla="*/ 99 w 124"/>
                <a:gd name="T5" fmla="*/ 25 h 121"/>
                <a:gd name="T6" fmla="*/ 81 w 124"/>
                <a:gd name="T7" fmla="*/ 41 h 121"/>
                <a:gd name="T8" fmla="*/ 63 w 124"/>
                <a:gd name="T9" fmla="*/ 54 h 121"/>
                <a:gd name="T10" fmla="*/ 41 w 124"/>
                <a:gd name="T11" fmla="*/ 66 h 121"/>
                <a:gd name="T12" fmla="*/ 22 w 124"/>
                <a:gd name="T13" fmla="*/ 74 h 121"/>
                <a:gd name="T14" fmla="*/ 0 w 124"/>
                <a:gd name="T15" fmla="*/ 75 h 121"/>
                <a:gd name="T16" fmla="*/ 10 w 124"/>
                <a:gd name="T17" fmla="*/ 96 h 121"/>
                <a:gd name="T18" fmla="*/ 23 w 124"/>
                <a:gd name="T19" fmla="*/ 113 h 121"/>
                <a:gd name="T20" fmla="*/ 41 w 124"/>
                <a:gd name="T21" fmla="*/ 121 h 121"/>
                <a:gd name="T22" fmla="*/ 60 w 124"/>
                <a:gd name="T23" fmla="*/ 121 h 121"/>
                <a:gd name="T24" fmla="*/ 83 w 124"/>
                <a:gd name="T25" fmla="*/ 111 h 121"/>
                <a:gd name="T26" fmla="*/ 101 w 124"/>
                <a:gd name="T27" fmla="*/ 88 h 121"/>
                <a:gd name="T28" fmla="*/ 116 w 124"/>
                <a:gd name="T29" fmla="*/ 53 h 121"/>
                <a:gd name="T30" fmla="*/ 124 w 124"/>
                <a:gd name="T31" fmla="*/ 0 h 1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24" h="121">
                  <a:moveTo>
                    <a:pt x="124" y="0"/>
                  </a:moveTo>
                  <a:lnTo>
                    <a:pt x="113" y="9"/>
                  </a:lnTo>
                  <a:lnTo>
                    <a:pt x="99" y="25"/>
                  </a:lnTo>
                  <a:lnTo>
                    <a:pt x="81" y="41"/>
                  </a:lnTo>
                  <a:lnTo>
                    <a:pt x="63" y="54"/>
                  </a:lnTo>
                  <a:lnTo>
                    <a:pt x="41" y="66"/>
                  </a:lnTo>
                  <a:lnTo>
                    <a:pt x="22" y="74"/>
                  </a:lnTo>
                  <a:lnTo>
                    <a:pt x="0" y="75"/>
                  </a:lnTo>
                  <a:lnTo>
                    <a:pt x="10" y="96"/>
                  </a:lnTo>
                  <a:lnTo>
                    <a:pt x="23" y="113"/>
                  </a:lnTo>
                  <a:lnTo>
                    <a:pt x="41" y="121"/>
                  </a:lnTo>
                  <a:lnTo>
                    <a:pt x="60" y="121"/>
                  </a:lnTo>
                  <a:lnTo>
                    <a:pt x="83" y="111"/>
                  </a:lnTo>
                  <a:lnTo>
                    <a:pt x="101" y="88"/>
                  </a:lnTo>
                  <a:lnTo>
                    <a:pt x="116" y="53"/>
                  </a:lnTo>
                  <a:lnTo>
                    <a:pt x="124" y="0"/>
                  </a:lnTo>
                  <a:close/>
                </a:path>
              </a:pathLst>
            </a:custGeom>
            <a:solidFill>
              <a:schemeClr val="accent1"/>
            </a:solidFill>
            <a:ln w="9525">
              <a:noFill/>
              <a:round/>
              <a:headEnd/>
              <a:tailEnd/>
            </a:ln>
          </p:spPr>
          <p:txBody>
            <a:bodyPr/>
            <a:lstStyle/>
            <a:p>
              <a:endParaRPr lang="zh-CN" altLang="en-US"/>
            </a:p>
          </p:txBody>
        </p:sp>
        <p:sp>
          <p:nvSpPr>
            <p:cNvPr id="22" name="未知"/>
            <p:cNvSpPr>
              <a:spLocks/>
            </p:cNvSpPr>
            <p:nvPr userDrawn="1"/>
          </p:nvSpPr>
          <p:spPr bwMode="auto">
            <a:xfrm rot="9832527" flipV="1">
              <a:off x="2173" y="1238"/>
              <a:ext cx="393" cy="2300"/>
            </a:xfrm>
            <a:custGeom>
              <a:avLst/>
              <a:gdLst>
                <a:gd name="T0" fmla="*/ 0 w 149"/>
                <a:gd name="T1" fmla="*/ 0 h 704"/>
                <a:gd name="T2" fmla="*/ 609676995 w 149"/>
                <a:gd name="T3" fmla="*/ 2147483647 h 704"/>
                <a:gd name="T4" fmla="*/ 1608074222 w 149"/>
                <a:gd name="T5" fmla="*/ 2147483647 h 704"/>
                <a:gd name="T6" fmla="*/ 2147483647 w 149"/>
                <a:gd name="T7" fmla="*/ 2147483647 h 704"/>
                <a:gd name="T8" fmla="*/ 2147483647 w 149"/>
                <a:gd name="T9" fmla="*/ 2147483647 h 704"/>
                <a:gd name="T10" fmla="*/ 2147483647 w 149"/>
                <a:gd name="T11" fmla="*/ 2147483647 h 704"/>
                <a:gd name="T12" fmla="*/ 2147483647 w 149"/>
                <a:gd name="T13" fmla="*/ 2147483647 h 704"/>
                <a:gd name="T14" fmla="*/ 2147483647 w 149"/>
                <a:gd name="T15" fmla="*/ 2147483647 h 704"/>
                <a:gd name="T16" fmla="*/ 2147483647 w 149"/>
                <a:gd name="T17" fmla="*/ 2147483647 h 704"/>
                <a:gd name="T18" fmla="*/ 2147483647 w 149"/>
                <a:gd name="T19" fmla="*/ 2147483647 h 704"/>
                <a:gd name="T20" fmla="*/ 2147483647 w 149"/>
                <a:gd name="T21" fmla="*/ 2147483647 h 704"/>
                <a:gd name="T22" fmla="*/ 2147483647 w 149"/>
                <a:gd name="T23" fmla="*/ 2147483647 h 704"/>
                <a:gd name="T24" fmla="*/ 2147483647 w 149"/>
                <a:gd name="T25" fmla="*/ 2147483647 h 704"/>
                <a:gd name="T26" fmla="*/ 2147483647 w 149"/>
                <a:gd name="T27" fmla="*/ 2147483647 h 704"/>
                <a:gd name="T28" fmla="*/ 2147483647 w 149"/>
                <a:gd name="T29" fmla="*/ 2147483647 h 704"/>
                <a:gd name="T30" fmla="*/ 2147483647 w 149"/>
                <a:gd name="T31" fmla="*/ 2147483647 h 704"/>
                <a:gd name="T32" fmla="*/ 2147483647 w 149"/>
                <a:gd name="T33" fmla="*/ 2147483647 h 704"/>
                <a:gd name="T34" fmla="*/ 2147483647 w 149"/>
                <a:gd name="T35" fmla="*/ 2147483647 h 704"/>
                <a:gd name="T36" fmla="*/ 2096881096 w 149"/>
                <a:gd name="T37" fmla="*/ 2147483647 h 704"/>
                <a:gd name="T38" fmla="*/ 998378846 w 149"/>
                <a:gd name="T39" fmla="*/ 2147483647 h 704"/>
                <a:gd name="T40" fmla="*/ 609676995 w 149"/>
                <a:gd name="T41" fmla="*/ 2147483647 h 704"/>
                <a:gd name="T42" fmla="*/ 609676995 w 149"/>
                <a:gd name="T43" fmla="*/ 2147483647 h 704"/>
                <a:gd name="T44" fmla="*/ 795000721 w 149"/>
                <a:gd name="T45" fmla="*/ 2147483647 h 704"/>
                <a:gd name="T46" fmla="*/ 1219345860 w 149"/>
                <a:gd name="T47" fmla="*/ 2147483647 h 704"/>
                <a:gd name="T48" fmla="*/ 1414907893 w 149"/>
                <a:gd name="T49" fmla="*/ 2147483647 h 704"/>
                <a:gd name="T50" fmla="*/ 2147483647 w 149"/>
                <a:gd name="T51" fmla="*/ 2147483647 h 704"/>
                <a:gd name="T52" fmla="*/ 2147483647 w 149"/>
                <a:gd name="T53" fmla="*/ 2147483647 h 704"/>
                <a:gd name="T54" fmla="*/ 2147483647 w 149"/>
                <a:gd name="T55" fmla="*/ 2147483647 h 704"/>
                <a:gd name="T56" fmla="*/ 2147483647 w 149"/>
                <a:gd name="T57" fmla="*/ 2147483647 h 704"/>
                <a:gd name="T58" fmla="*/ 2147483647 w 149"/>
                <a:gd name="T59" fmla="*/ 2147483647 h 704"/>
                <a:gd name="T60" fmla="*/ 2147483647 w 149"/>
                <a:gd name="T61" fmla="*/ 2147483647 h 704"/>
                <a:gd name="T62" fmla="*/ 2147483647 w 149"/>
                <a:gd name="T63" fmla="*/ 2147483647 h 704"/>
                <a:gd name="T64" fmla="*/ 2147483647 w 149"/>
                <a:gd name="T65" fmla="*/ 2147483647 h 704"/>
                <a:gd name="T66" fmla="*/ 2147483647 w 149"/>
                <a:gd name="T67" fmla="*/ 2147483647 h 704"/>
                <a:gd name="T68" fmla="*/ 2147483647 w 149"/>
                <a:gd name="T69" fmla="*/ 2147483647 h 704"/>
                <a:gd name="T70" fmla="*/ 2147483647 w 149"/>
                <a:gd name="T71" fmla="*/ 2147483647 h 704"/>
                <a:gd name="T72" fmla="*/ 2147483647 w 149"/>
                <a:gd name="T73" fmla="*/ 2147483647 h 704"/>
                <a:gd name="T74" fmla="*/ 2147483647 w 149"/>
                <a:gd name="T75" fmla="*/ 2147483647 h 704"/>
                <a:gd name="T76" fmla="*/ 2147483647 w 149"/>
                <a:gd name="T77" fmla="*/ 2147483647 h 704"/>
                <a:gd name="T78" fmla="*/ 2147483647 w 149"/>
                <a:gd name="T79" fmla="*/ 2147483647 h 704"/>
                <a:gd name="T80" fmla="*/ 2147483647 w 149"/>
                <a:gd name="T81" fmla="*/ 2147483647 h 704"/>
                <a:gd name="T82" fmla="*/ 0 w 149"/>
                <a:gd name="T83" fmla="*/ 0 h 7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1"/>
            </a:solidFill>
            <a:ln w="9525">
              <a:noFill/>
              <a:round/>
              <a:headEnd/>
              <a:tailEnd/>
            </a:ln>
          </p:spPr>
          <p:txBody>
            <a:bodyPr/>
            <a:lstStyle/>
            <a:p>
              <a:endParaRPr lang="zh-CN" altLang="en-US"/>
            </a:p>
          </p:txBody>
        </p:sp>
        <p:sp>
          <p:nvSpPr>
            <p:cNvPr id="23" name="未知"/>
            <p:cNvSpPr>
              <a:spLocks/>
            </p:cNvSpPr>
            <p:nvPr userDrawn="1"/>
          </p:nvSpPr>
          <p:spPr bwMode="auto">
            <a:xfrm>
              <a:off x="0" y="1848"/>
              <a:ext cx="36" cy="132"/>
            </a:xfrm>
            <a:custGeom>
              <a:avLst/>
              <a:gdLst>
                <a:gd name="T0" fmla="*/ 0 w 36"/>
                <a:gd name="T1" fmla="*/ 0 h 132"/>
                <a:gd name="T2" fmla="*/ 36 w 36"/>
                <a:gd name="T3" fmla="*/ 12 h 132"/>
                <a:gd name="T4" fmla="*/ 0 w 36"/>
                <a:gd name="T5" fmla="*/ 132 h 132"/>
                <a:gd name="T6" fmla="*/ 0 w 36"/>
                <a:gd name="T7" fmla="*/ 0 h 1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 h="132">
                  <a:moveTo>
                    <a:pt x="0" y="0"/>
                  </a:moveTo>
                  <a:lnTo>
                    <a:pt x="36" y="12"/>
                  </a:lnTo>
                  <a:lnTo>
                    <a:pt x="0" y="132"/>
                  </a:lnTo>
                  <a:lnTo>
                    <a:pt x="0" y="0"/>
                  </a:lnTo>
                  <a:close/>
                </a:path>
              </a:pathLst>
            </a:custGeom>
            <a:solidFill>
              <a:schemeClr val="folHlink"/>
            </a:solidFill>
            <a:ln w="9525">
              <a:noFill/>
              <a:round/>
              <a:headEnd/>
              <a:tailEnd/>
            </a:ln>
            <a:effectLst/>
          </p:spPr>
          <p:txBody>
            <a:bodyPr/>
            <a:lstStyle/>
            <a:p>
              <a:endParaRPr lang="zh-CN" altLang="en-US"/>
            </a:p>
          </p:txBody>
        </p:sp>
      </p:grpSp>
      <p:sp>
        <p:nvSpPr>
          <p:cNvPr id="2095" name="Rectangle 47"/>
          <p:cNvSpPr>
            <a:spLocks noGrp="1" noChangeArrowheads="1"/>
          </p:cNvSpPr>
          <p:nvPr>
            <p:ph type="ctrTitle"/>
          </p:nvPr>
        </p:nvSpPr>
        <p:spPr>
          <a:xfrm>
            <a:off x="2455863" y="596900"/>
            <a:ext cx="6192837" cy="3581400"/>
          </a:xfrm>
          <a:extLst>
            <a:ext uri="{909E8E84-426E-40DD-AFC4-6F175D3DCCD1}">
              <a14:hiddenFill xmlns="" xmlns:a14="http://schemas.microsoft.com/office/drawing/2010/main">
                <a:solidFill>
                  <a:srgbClr val="FF3300"/>
                </a:solidFill>
              </a14:hiddenFill>
            </a:ext>
            <a:ext uri="{AF507438-7753-43E0-B8FC-AC1667EBCBE1}">
              <a14:hiddenEffects xmlns="" xmlns:a14="http://schemas.microsoft.com/office/drawing/2010/main">
                <a:effectLst>
                  <a:outerShdw dist="45791" dir="3378596" algn="ctr" rotWithShape="0">
                    <a:srgbClr val="993366"/>
                  </a:outerShdw>
                </a:effectLst>
              </a14:hiddenEffects>
            </a:ext>
          </a:extLst>
        </p:spPr>
        <p:txBody>
          <a:bodyPr/>
          <a:lstStyle>
            <a:lvl1pPr>
              <a:defRPr sz="5200" b="1"/>
            </a:lvl1pPr>
          </a:lstStyle>
          <a:p>
            <a:pPr lvl="0"/>
            <a:r>
              <a:rPr lang="zh-CN" noProof="0" smtClean="0"/>
              <a:t>单击此处编辑母版标题样式</a:t>
            </a:r>
          </a:p>
        </p:txBody>
      </p:sp>
      <p:sp>
        <p:nvSpPr>
          <p:cNvPr id="2096" name="Rectangle 48"/>
          <p:cNvSpPr>
            <a:spLocks noGrp="1" noChangeArrowheads="1"/>
          </p:cNvSpPr>
          <p:nvPr>
            <p:ph type="subTitle" idx="1"/>
          </p:nvPr>
        </p:nvSpPr>
        <p:spPr>
          <a:xfrm>
            <a:off x="2489200" y="4279900"/>
            <a:ext cx="6146800" cy="1485900"/>
          </a:xfrm>
        </p:spPr>
        <p:txBody>
          <a:bodyPr/>
          <a:lstStyle>
            <a:lvl1pPr marL="0" indent="0" algn="ctr">
              <a:buFontTx/>
              <a:buNone/>
              <a:defRPr b="1">
                <a:effectLst>
                  <a:outerShdw blurRad="38100" dist="38100" dir="2700000" algn="tl">
                    <a:srgbClr val="C0C0C0"/>
                  </a:outerShdw>
                </a:effectLst>
              </a:defRPr>
            </a:lvl1pPr>
          </a:lstStyle>
          <a:p>
            <a:pPr lvl="0"/>
            <a:r>
              <a:rPr lang="zh-CN" noProof="0" smtClean="0"/>
              <a:t>单击此处编辑母版副标题样式</a:t>
            </a:r>
          </a:p>
        </p:txBody>
      </p:sp>
      <p:sp>
        <p:nvSpPr>
          <p:cNvPr id="46" name="Rectangle 44"/>
          <p:cNvSpPr>
            <a:spLocks noGrp="1" noChangeArrowheads="1"/>
          </p:cNvSpPr>
          <p:nvPr>
            <p:ph type="dt" sz="half" idx="10"/>
          </p:nvPr>
        </p:nvSpPr>
        <p:spPr>
          <a:xfrm>
            <a:off x="457200" y="6248400"/>
            <a:ext cx="2133600" cy="457200"/>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lvl1pPr>
          </a:lstStyle>
          <a:p>
            <a:pPr>
              <a:defRPr/>
            </a:pPr>
            <a:endParaRPr lang="zh-CN" altLang="zh-CN"/>
          </a:p>
        </p:txBody>
      </p:sp>
      <p:sp>
        <p:nvSpPr>
          <p:cNvPr id="47" name="Rectangle 45"/>
          <p:cNvSpPr>
            <a:spLocks noGrp="1" noChangeArrowheads="1"/>
          </p:cNvSpPr>
          <p:nvPr>
            <p:ph type="ftr" sz="quarter" idx="11"/>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lvl1pPr>
          </a:lstStyle>
          <a:p>
            <a:pPr>
              <a:defRPr/>
            </a:pPr>
            <a:endParaRPr lang="zh-CN" altLang="zh-CN"/>
          </a:p>
        </p:txBody>
      </p:sp>
      <p:sp>
        <p:nvSpPr>
          <p:cNvPr id="48" name="Rectangle 46"/>
          <p:cNvSpPr>
            <a:spLocks noGrp="1" noChangeArrowheads="1"/>
          </p:cNvSpPr>
          <p:nvPr>
            <p:ph type="sldNum" sz="quarter" idx="12"/>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mtClean="0"/>
            </a:lvl1pPr>
          </a:lstStyle>
          <a:p>
            <a:pPr>
              <a:defRPr/>
            </a:pPr>
            <a:fld id="{8F688F75-AD3A-4D37-A07F-AE1B39EFCED7}" type="slidenum">
              <a:rPr lang="zh-CN" altLang="zh-CN"/>
              <a:pPr>
                <a:defRPr/>
              </a:pPr>
              <a:t>‹#›</a:t>
            </a:fld>
            <a:endParaRPr lang="zh-CN"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7"/>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48"/>
          <p:cNvSpPr>
            <a:spLocks noGrp="1" noChangeArrowheads="1"/>
          </p:cNvSpPr>
          <p:nvPr>
            <p:ph type="ftr" sz="quarter" idx="11"/>
          </p:nvPr>
        </p:nvSpPr>
        <p:spPr>
          <a:ln/>
        </p:spPr>
        <p:txBody>
          <a:bodyPr/>
          <a:lstStyle>
            <a:lvl1pPr>
              <a:defRPr/>
            </a:lvl1pPr>
          </a:lstStyle>
          <a:p>
            <a:pPr>
              <a:defRPr/>
            </a:pPr>
            <a:endParaRPr lang="zh-CN" altLang="zh-CN"/>
          </a:p>
        </p:txBody>
      </p:sp>
      <p:sp>
        <p:nvSpPr>
          <p:cNvPr id="6" name="Rectangle 49"/>
          <p:cNvSpPr>
            <a:spLocks noGrp="1" noChangeArrowheads="1"/>
          </p:cNvSpPr>
          <p:nvPr>
            <p:ph type="sldNum" sz="quarter" idx="12"/>
          </p:nvPr>
        </p:nvSpPr>
        <p:spPr>
          <a:ln/>
        </p:spPr>
        <p:txBody>
          <a:bodyPr/>
          <a:lstStyle>
            <a:lvl1pPr>
              <a:defRPr/>
            </a:lvl1pPr>
          </a:lstStyle>
          <a:p>
            <a:pPr>
              <a:defRPr/>
            </a:pPr>
            <a:fld id="{D0D28E46-59F1-4616-9150-BE03019125E6}" type="slidenum">
              <a:rPr lang="zh-CN" altLang="zh-CN"/>
              <a:pPr>
                <a:defRPr/>
              </a:pPr>
              <a:t>‹#›</a:t>
            </a:fld>
            <a:endParaRPr lang="zh-CN"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7"/>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48"/>
          <p:cNvSpPr>
            <a:spLocks noGrp="1" noChangeArrowheads="1"/>
          </p:cNvSpPr>
          <p:nvPr>
            <p:ph type="ftr" sz="quarter" idx="11"/>
          </p:nvPr>
        </p:nvSpPr>
        <p:spPr>
          <a:ln/>
        </p:spPr>
        <p:txBody>
          <a:bodyPr/>
          <a:lstStyle>
            <a:lvl1pPr>
              <a:defRPr/>
            </a:lvl1pPr>
          </a:lstStyle>
          <a:p>
            <a:pPr>
              <a:defRPr/>
            </a:pPr>
            <a:endParaRPr lang="zh-CN" altLang="zh-CN"/>
          </a:p>
        </p:txBody>
      </p:sp>
      <p:sp>
        <p:nvSpPr>
          <p:cNvPr id="6" name="Rectangle 49"/>
          <p:cNvSpPr>
            <a:spLocks noGrp="1" noChangeArrowheads="1"/>
          </p:cNvSpPr>
          <p:nvPr>
            <p:ph type="sldNum" sz="quarter" idx="12"/>
          </p:nvPr>
        </p:nvSpPr>
        <p:spPr>
          <a:ln/>
        </p:spPr>
        <p:txBody>
          <a:bodyPr/>
          <a:lstStyle>
            <a:lvl1pPr>
              <a:defRPr/>
            </a:lvl1pPr>
          </a:lstStyle>
          <a:p>
            <a:pPr>
              <a:defRPr/>
            </a:pPr>
            <a:fld id="{B9AD6437-B40A-4F8E-9340-755C44AAAEDC}" type="slidenum">
              <a:rPr lang="zh-CN" altLang="zh-CN"/>
              <a:pPr>
                <a:defRPr/>
              </a:pPr>
              <a:t>‹#›</a:t>
            </a:fld>
            <a:endParaRPr lang="zh-CN"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7"/>
          <p:cNvSpPr>
            <a:spLocks noGrp="1" noChangeArrowheads="1"/>
          </p:cNvSpPr>
          <p:nvPr>
            <p:ph type="dt" sz="half" idx="10"/>
          </p:nvPr>
        </p:nvSpPr>
        <p:spPr>
          <a:ln/>
        </p:spPr>
        <p:txBody>
          <a:bodyPr/>
          <a:lstStyle>
            <a:lvl1pPr>
              <a:defRPr/>
            </a:lvl1pPr>
          </a:lstStyle>
          <a:p>
            <a:pPr>
              <a:defRPr/>
            </a:pPr>
            <a:endParaRPr lang="zh-CN" altLang="zh-CN"/>
          </a:p>
        </p:txBody>
      </p:sp>
      <p:sp>
        <p:nvSpPr>
          <p:cNvPr id="6" name="Rectangle 48"/>
          <p:cNvSpPr>
            <a:spLocks noGrp="1" noChangeArrowheads="1"/>
          </p:cNvSpPr>
          <p:nvPr>
            <p:ph type="ftr" sz="quarter" idx="11"/>
          </p:nvPr>
        </p:nvSpPr>
        <p:spPr>
          <a:ln/>
        </p:spPr>
        <p:txBody>
          <a:bodyPr/>
          <a:lstStyle>
            <a:lvl1pPr>
              <a:defRPr/>
            </a:lvl1pPr>
          </a:lstStyle>
          <a:p>
            <a:pPr>
              <a:defRPr/>
            </a:pPr>
            <a:endParaRPr lang="zh-CN" altLang="zh-CN"/>
          </a:p>
        </p:txBody>
      </p:sp>
      <p:sp>
        <p:nvSpPr>
          <p:cNvPr id="7" name="Rectangle 49"/>
          <p:cNvSpPr>
            <a:spLocks noGrp="1" noChangeArrowheads="1"/>
          </p:cNvSpPr>
          <p:nvPr>
            <p:ph type="sldNum" sz="quarter" idx="12"/>
          </p:nvPr>
        </p:nvSpPr>
        <p:spPr>
          <a:ln/>
        </p:spPr>
        <p:txBody>
          <a:bodyPr/>
          <a:lstStyle>
            <a:lvl1pPr>
              <a:defRPr/>
            </a:lvl1pPr>
          </a:lstStyle>
          <a:p>
            <a:pPr>
              <a:defRPr/>
            </a:pPr>
            <a:fld id="{8A36AF3D-16F8-4470-B335-048D8294F702}" type="slidenum">
              <a:rPr lang="zh-CN" altLang="zh-CN"/>
              <a:pPr>
                <a:defRPr/>
              </a:pPr>
              <a:t>‹#›</a:t>
            </a:fld>
            <a:endParaRPr lang="zh-CN"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7"/>
          <p:cNvSpPr>
            <a:spLocks noGrp="1" noChangeArrowheads="1"/>
          </p:cNvSpPr>
          <p:nvPr>
            <p:ph type="dt" sz="half" idx="10"/>
          </p:nvPr>
        </p:nvSpPr>
        <p:spPr>
          <a:ln/>
        </p:spPr>
        <p:txBody>
          <a:bodyPr/>
          <a:lstStyle>
            <a:lvl1pPr>
              <a:defRPr/>
            </a:lvl1pPr>
          </a:lstStyle>
          <a:p>
            <a:pPr>
              <a:defRPr/>
            </a:pPr>
            <a:endParaRPr lang="zh-CN" altLang="zh-CN"/>
          </a:p>
        </p:txBody>
      </p:sp>
      <p:sp>
        <p:nvSpPr>
          <p:cNvPr id="8" name="Rectangle 48"/>
          <p:cNvSpPr>
            <a:spLocks noGrp="1" noChangeArrowheads="1"/>
          </p:cNvSpPr>
          <p:nvPr>
            <p:ph type="ftr" sz="quarter" idx="11"/>
          </p:nvPr>
        </p:nvSpPr>
        <p:spPr>
          <a:ln/>
        </p:spPr>
        <p:txBody>
          <a:bodyPr/>
          <a:lstStyle>
            <a:lvl1pPr>
              <a:defRPr/>
            </a:lvl1pPr>
          </a:lstStyle>
          <a:p>
            <a:pPr>
              <a:defRPr/>
            </a:pPr>
            <a:endParaRPr lang="zh-CN" altLang="zh-CN"/>
          </a:p>
        </p:txBody>
      </p:sp>
      <p:sp>
        <p:nvSpPr>
          <p:cNvPr id="9" name="Rectangle 49"/>
          <p:cNvSpPr>
            <a:spLocks noGrp="1" noChangeArrowheads="1"/>
          </p:cNvSpPr>
          <p:nvPr>
            <p:ph type="sldNum" sz="quarter" idx="12"/>
          </p:nvPr>
        </p:nvSpPr>
        <p:spPr>
          <a:ln/>
        </p:spPr>
        <p:txBody>
          <a:bodyPr/>
          <a:lstStyle>
            <a:lvl1pPr>
              <a:defRPr/>
            </a:lvl1pPr>
          </a:lstStyle>
          <a:p>
            <a:pPr>
              <a:defRPr/>
            </a:pPr>
            <a:fld id="{E1D743B1-41E3-4278-A4DB-4BFEFBEDEE33}" type="slidenum">
              <a:rPr lang="zh-CN" altLang="zh-CN"/>
              <a:pPr>
                <a:defRPr/>
              </a:pPr>
              <a:t>‹#›</a:t>
            </a:fld>
            <a:endParaRPr lang="zh-CN"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7"/>
          <p:cNvSpPr>
            <a:spLocks noGrp="1" noChangeArrowheads="1"/>
          </p:cNvSpPr>
          <p:nvPr>
            <p:ph type="dt" sz="half" idx="10"/>
          </p:nvPr>
        </p:nvSpPr>
        <p:spPr>
          <a:ln/>
        </p:spPr>
        <p:txBody>
          <a:bodyPr/>
          <a:lstStyle>
            <a:lvl1pPr>
              <a:defRPr/>
            </a:lvl1pPr>
          </a:lstStyle>
          <a:p>
            <a:pPr>
              <a:defRPr/>
            </a:pPr>
            <a:endParaRPr lang="zh-CN" altLang="zh-CN"/>
          </a:p>
        </p:txBody>
      </p:sp>
      <p:sp>
        <p:nvSpPr>
          <p:cNvPr id="4" name="Rectangle 48"/>
          <p:cNvSpPr>
            <a:spLocks noGrp="1" noChangeArrowheads="1"/>
          </p:cNvSpPr>
          <p:nvPr>
            <p:ph type="ftr" sz="quarter" idx="11"/>
          </p:nvPr>
        </p:nvSpPr>
        <p:spPr>
          <a:ln/>
        </p:spPr>
        <p:txBody>
          <a:bodyPr/>
          <a:lstStyle>
            <a:lvl1pPr>
              <a:defRPr/>
            </a:lvl1pPr>
          </a:lstStyle>
          <a:p>
            <a:pPr>
              <a:defRPr/>
            </a:pPr>
            <a:endParaRPr lang="zh-CN" altLang="zh-CN"/>
          </a:p>
        </p:txBody>
      </p:sp>
      <p:sp>
        <p:nvSpPr>
          <p:cNvPr id="5" name="Rectangle 49"/>
          <p:cNvSpPr>
            <a:spLocks noGrp="1" noChangeArrowheads="1"/>
          </p:cNvSpPr>
          <p:nvPr>
            <p:ph type="sldNum" sz="quarter" idx="12"/>
          </p:nvPr>
        </p:nvSpPr>
        <p:spPr>
          <a:ln/>
        </p:spPr>
        <p:txBody>
          <a:bodyPr/>
          <a:lstStyle>
            <a:lvl1pPr>
              <a:defRPr/>
            </a:lvl1pPr>
          </a:lstStyle>
          <a:p>
            <a:pPr>
              <a:defRPr/>
            </a:pPr>
            <a:fld id="{2E319AA1-B98B-4594-BC7C-BE6C4AD235B1}" type="slidenum">
              <a:rPr lang="zh-CN" altLang="zh-CN"/>
              <a:pPr>
                <a:defRPr/>
              </a:pPr>
              <a:t>‹#›</a:t>
            </a:fld>
            <a:endParaRPr lang="zh-CN"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7"/>
          <p:cNvSpPr>
            <a:spLocks noGrp="1" noChangeArrowheads="1"/>
          </p:cNvSpPr>
          <p:nvPr>
            <p:ph type="dt" sz="half" idx="10"/>
          </p:nvPr>
        </p:nvSpPr>
        <p:spPr>
          <a:ln/>
        </p:spPr>
        <p:txBody>
          <a:bodyPr/>
          <a:lstStyle>
            <a:lvl1pPr>
              <a:defRPr/>
            </a:lvl1pPr>
          </a:lstStyle>
          <a:p>
            <a:pPr>
              <a:defRPr/>
            </a:pPr>
            <a:endParaRPr lang="zh-CN" altLang="zh-CN"/>
          </a:p>
        </p:txBody>
      </p:sp>
      <p:sp>
        <p:nvSpPr>
          <p:cNvPr id="3" name="Rectangle 48"/>
          <p:cNvSpPr>
            <a:spLocks noGrp="1" noChangeArrowheads="1"/>
          </p:cNvSpPr>
          <p:nvPr>
            <p:ph type="ftr" sz="quarter" idx="11"/>
          </p:nvPr>
        </p:nvSpPr>
        <p:spPr>
          <a:ln/>
        </p:spPr>
        <p:txBody>
          <a:bodyPr/>
          <a:lstStyle>
            <a:lvl1pPr>
              <a:defRPr/>
            </a:lvl1pPr>
          </a:lstStyle>
          <a:p>
            <a:pPr>
              <a:defRPr/>
            </a:pPr>
            <a:endParaRPr lang="zh-CN" altLang="zh-CN"/>
          </a:p>
        </p:txBody>
      </p:sp>
      <p:sp>
        <p:nvSpPr>
          <p:cNvPr id="4" name="Rectangle 49"/>
          <p:cNvSpPr>
            <a:spLocks noGrp="1" noChangeArrowheads="1"/>
          </p:cNvSpPr>
          <p:nvPr>
            <p:ph type="sldNum" sz="quarter" idx="12"/>
          </p:nvPr>
        </p:nvSpPr>
        <p:spPr>
          <a:ln/>
        </p:spPr>
        <p:txBody>
          <a:bodyPr/>
          <a:lstStyle>
            <a:lvl1pPr>
              <a:defRPr/>
            </a:lvl1pPr>
          </a:lstStyle>
          <a:p>
            <a:pPr>
              <a:defRPr/>
            </a:pPr>
            <a:fld id="{E1EC5AD4-402C-4417-89F9-995B49ABC0C1}" type="slidenum">
              <a:rPr lang="zh-CN" altLang="zh-CN"/>
              <a:pPr>
                <a:defRPr/>
              </a:pPr>
              <a:t>‹#›</a:t>
            </a:fld>
            <a:endParaRPr lang="zh-CN"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7"/>
          <p:cNvSpPr>
            <a:spLocks noGrp="1" noChangeArrowheads="1"/>
          </p:cNvSpPr>
          <p:nvPr>
            <p:ph type="dt" sz="half" idx="10"/>
          </p:nvPr>
        </p:nvSpPr>
        <p:spPr>
          <a:ln/>
        </p:spPr>
        <p:txBody>
          <a:bodyPr/>
          <a:lstStyle>
            <a:lvl1pPr>
              <a:defRPr/>
            </a:lvl1pPr>
          </a:lstStyle>
          <a:p>
            <a:pPr>
              <a:defRPr/>
            </a:pPr>
            <a:endParaRPr lang="zh-CN" altLang="zh-CN"/>
          </a:p>
        </p:txBody>
      </p:sp>
      <p:sp>
        <p:nvSpPr>
          <p:cNvPr id="6" name="Rectangle 48"/>
          <p:cNvSpPr>
            <a:spLocks noGrp="1" noChangeArrowheads="1"/>
          </p:cNvSpPr>
          <p:nvPr>
            <p:ph type="ftr" sz="quarter" idx="11"/>
          </p:nvPr>
        </p:nvSpPr>
        <p:spPr>
          <a:ln/>
        </p:spPr>
        <p:txBody>
          <a:bodyPr/>
          <a:lstStyle>
            <a:lvl1pPr>
              <a:defRPr/>
            </a:lvl1pPr>
          </a:lstStyle>
          <a:p>
            <a:pPr>
              <a:defRPr/>
            </a:pPr>
            <a:endParaRPr lang="zh-CN" altLang="zh-CN"/>
          </a:p>
        </p:txBody>
      </p:sp>
      <p:sp>
        <p:nvSpPr>
          <p:cNvPr id="7" name="Rectangle 49"/>
          <p:cNvSpPr>
            <a:spLocks noGrp="1" noChangeArrowheads="1"/>
          </p:cNvSpPr>
          <p:nvPr>
            <p:ph type="sldNum" sz="quarter" idx="12"/>
          </p:nvPr>
        </p:nvSpPr>
        <p:spPr>
          <a:ln/>
        </p:spPr>
        <p:txBody>
          <a:bodyPr/>
          <a:lstStyle>
            <a:lvl1pPr>
              <a:defRPr/>
            </a:lvl1pPr>
          </a:lstStyle>
          <a:p>
            <a:pPr>
              <a:defRPr/>
            </a:pPr>
            <a:fld id="{2BC52DD7-DE45-401B-9434-A5C18D80C096}" type="slidenum">
              <a:rPr lang="zh-CN" altLang="zh-CN"/>
              <a:pPr>
                <a:defRPr/>
              </a:pPr>
              <a:t>‹#›</a:t>
            </a:fld>
            <a:endParaRPr lang="zh-CN"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7"/>
          <p:cNvSpPr>
            <a:spLocks noGrp="1" noChangeArrowheads="1"/>
          </p:cNvSpPr>
          <p:nvPr>
            <p:ph type="dt" sz="half" idx="10"/>
          </p:nvPr>
        </p:nvSpPr>
        <p:spPr>
          <a:ln/>
        </p:spPr>
        <p:txBody>
          <a:bodyPr/>
          <a:lstStyle>
            <a:lvl1pPr>
              <a:defRPr/>
            </a:lvl1pPr>
          </a:lstStyle>
          <a:p>
            <a:pPr>
              <a:defRPr/>
            </a:pPr>
            <a:endParaRPr lang="zh-CN" altLang="zh-CN"/>
          </a:p>
        </p:txBody>
      </p:sp>
      <p:sp>
        <p:nvSpPr>
          <p:cNvPr id="6" name="Rectangle 48"/>
          <p:cNvSpPr>
            <a:spLocks noGrp="1" noChangeArrowheads="1"/>
          </p:cNvSpPr>
          <p:nvPr>
            <p:ph type="ftr" sz="quarter" idx="11"/>
          </p:nvPr>
        </p:nvSpPr>
        <p:spPr>
          <a:ln/>
        </p:spPr>
        <p:txBody>
          <a:bodyPr/>
          <a:lstStyle>
            <a:lvl1pPr>
              <a:defRPr/>
            </a:lvl1pPr>
          </a:lstStyle>
          <a:p>
            <a:pPr>
              <a:defRPr/>
            </a:pPr>
            <a:endParaRPr lang="zh-CN" altLang="zh-CN"/>
          </a:p>
        </p:txBody>
      </p:sp>
      <p:sp>
        <p:nvSpPr>
          <p:cNvPr id="7" name="Rectangle 49"/>
          <p:cNvSpPr>
            <a:spLocks noGrp="1" noChangeArrowheads="1"/>
          </p:cNvSpPr>
          <p:nvPr>
            <p:ph type="sldNum" sz="quarter" idx="12"/>
          </p:nvPr>
        </p:nvSpPr>
        <p:spPr>
          <a:ln/>
        </p:spPr>
        <p:txBody>
          <a:bodyPr/>
          <a:lstStyle>
            <a:lvl1pPr>
              <a:defRPr/>
            </a:lvl1pPr>
          </a:lstStyle>
          <a:p>
            <a:pPr>
              <a:defRPr/>
            </a:pPr>
            <a:fld id="{A82FB1FB-79B9-4D5A-810F-95A15C328939}" type="slidenum">
              <a:rPr lang="zh-CN" altLang="zh-CN"/>
              <a:pPr>
                <a:defRPr/>
              </a:pPr>
              <a:t>‹#›</a:t>
            </a:fld>
            <a:endParaRPr lang="zh-CN"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7"/>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48"/>
          <p:cNvSpPr>
            <a:spLocks noGrp="1" noChangeArrowheads="1"/>
          </p:cNvSpPr>
          <p:nvPr>
            <p:ph type="ftr" sz="quarter" idx="11"/>
          </p:nvPr>
        </p:nvSpPr>
        <p:spPr>
          <a:ln/>
        </p:spPr>
        <p:txBody>
          <a:bodyPr/>
          <a:lstStyle>
            <a:lvl1pPr>
              <a:defRPr/>
            </a:lvl1pPr>
          </a:lstStyle>
          <a:p>
            <a:pPr>
              <a:defRPr/>
            </a:pPr>
            <a:endParaRPr lang="zh-CN" altLang="zh-CN"/>
          </a:p>
        </p:txBody>
      </p:sp>
      <p:sp>
        <p:nvSpPr>
          <p:cNvPr id="6" name="Rectangle 49"/>
          <p:cNvSpPr>
            <a:spLocks noGrp="1" noChangeArrowheads="1"/>
          </p:cNvSpPr>
          <p:nvPr>
            <p:ph type="sldNum" sz="quarter" idx="12"/>
          </p:nvPr>
        </p:nvSpPr>
        <p:spPr>
          <a:ln/>
        </p:spPr>
        <p:txBody>
          <a:bodyPr/>
          <a:lstStyle>
            <a:lvl1pPr>
              <a:defRPr/>
            </a:lvl1pPr>
          </a:lstStyle>
          <a:p>
            <a:pPr>
              <a:defRPr/>
            </a:pPr>
            <a:fld id="{0C83D0C2-CD4D-41A5-B527-B2143C75198D}" type="slidenum">
              <a:rPr lang="zh-CN" altLang="zh-CN"/>
              <a:pPr>
                <a:defRPr/>
              </a:pPr>
              <a:t>‹#›</a:t>
            </a:fld>
            <a:endParaRPr lang="zh-CN"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6225" y="103188"/>
            <a:ext cx="2060575" cy="59531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42913" y="103188"/>
            <a:ext cx="6030912" cy="59531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7"/>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48"/>
          <p:cNvSpPr>
            <a:spLocks noGrp="1" noChangeArrowheads="1"/>
          </p:cNvSpPr>
          <p:nvPr>
            <p:ph type="ftr" sz="quarter" idx="11"/>
          </p:nvPr>
        </p:nvSpPr>
        <p:spPr>
          <a:ln/>
        </p:spPr>
        <p:txBody>
          <a:bodyPr/>
          <a:lstStyle>
            <a:lvl1pPr>
              <a:defRPr/>
            </a:lvl1pPr>
          </a:lstStyle>
          <a:p>
            <a:pPr>
              <a:defRPr/>
            </a:pPr>
            <a:endParaRPr lang="zh-CN" altLang="zh-CN"/>
          </a:p>
        </p:txBody>
      </p:sp>
      <p:sp>
        <p:nvSpPr>
          <p:cNvPr id="6" name="Rectangle 49"/>
          <p:cNvSpPr>
            <a:spLocks noGrp="1" noChangeArrowheads="1"/>
          </p:cNvSpPr>
          <p:nvPr>
            <p:ph type="sldNum" sz="quarter" idx="12"/>
          </p:nvPr>
        </p:nvSpPr>
        <p:spPr>
          <a:ln/>
        </p:spPr>
        <p:txBody>
          <a:bodyPr/>
          <a:lstStyle>
            <a:lvl1pPr>
              <a:defRPr/>
            </a:lvl1pPr>
          </a:lstStyle>
          <a:p>
            <a:pPr>
              <a:defRPr/>
            </a:pPr>
            <a:fld id="{188C3219-86AF-4E71-BAF1-8747381FE636}" type="slidenum">
              <a:rPr lang="zh-CN" altLang="zh-CN"/>
              <a:pPr>
                <a:defRPr/>
              </a:pPr>
              <a:t>‹#›</a:t>
            </a:fld>
            <a:endParaRPr lang="zh-CN"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仅标题">
    <p:spTree>
      <p:nvGrpSpPr>
        <p:cNvPr id="1" name=""/>
        <p:cNvGrpSpPr/>
        <p:nvPr/>
      </p:nvGrpSpPr>
      <p:grpSpPr>
        <a:xfrm>
          <a:off x="0" y="0"/>
          <a:ext cx="0" cy="0"/>
          <a:chOff x="0" y="0"/>
          <a:chExt cx="0" cy="0"/>
        </a:xfrm>
      </p:grpSpPr>
      <p:pic>
        <p:nvPicPr>
          <p:cNvPr id="16" name="图片 15">
            <a:extLst>
              <a:ext uri="{FF2B5EF4-FFF2-40B4-BE49-F238E27FC236}">
                <a16:creationId xmlns="" xmlns:a16="http://schemas.microsoft.com/office/drawing/2014/main" id="{D2935639-FD12-40F8-A27C-1853776E60B7}"/>
              </a:ext>
            </a:extLst>
          </p:cNvPr>
          <p:cNvPicPr>
            <a:picLocks noChangeAspect="1"/>
          </p:cNvPicPr>
          <p:nvPr userDrawn="1"/>
        </p:nvPicPr>
        <p:blipFill>
          <a:blip r:embed="rId2" cstate="print">
            <a:extLst>
              <a:ext uri="{BEBA8EAE-BF5A-486C-A8C5-ECC9F3942E4B}">
                <a14:imgProps xmlns="" xmlns:a14="http://schemas.microsoft.com/office/drawing/2010/main">
                  <a14:imgLayer r:embed="rId3">
                    <a14:imgEffect>
                      <a14:backgroundRemoval t="423" b="98451" l="1574" r="98184">
                        <a14:foregroundMark x1="23002" y1="16197" x2="23002" y2="16197"/>
                        <a14:foregroundMark x1="33777" y1="21127" x2="33777" y2="21127"/>
                        <a14:foregroundMark x1="30266" y1="71831" x2="30266" y2="71831"/>
                        <a14:foregroundMark x1="67554" y1="70563" x2="67554" y2="70563"/>
                        <a14:foregroundMark x1="50484" y1="76761" x2="50484" y2="76761"/>
                        <a14:foregroundMark x1="50121" y1="82113" x2="50121" y2="82113"/>
                        <a14:foregroundMark x1="59564" y1="80282" x2="59564" y2="80282"/>
                        <a14:foregroundMark x1="42857" y1="82676" x2="42857" y2="82676"/>
                        <a14:foregroundMark x1="27119" y1="80000" x2="27119" y2="80000"/>
                        <a14:foregroundMark x1="36683" y1="86620" x2="36683" y2="86620"/>
                        <a14:foregroundMark x1="25182" y1="86479" x2="25182" y2="86479"/>
                        <a14:foregroundMark x1="23971" y1="80704" x2="23971" y2="80704"/>
                        <a14:foregroundMark x1="59685" y1="95352" x2="59685" y2="95352"/>
                        <a14:foregroundMark x1="42615" y1="70423" x2="42615" y2="70423"/>
                        <a14:foregroundMark x1="48305" y1="70704" x2="48305" y2="70704"/>
                        <a14:foregroundMark x1="52300" y1="69859" x2="52300" y2="69859"/>
                        <a14:foregroundMark x1="57385" y1="70423" x2="57385" y2="70423"/>
                      </a14:backgroundRemoval>
                    </a14:imgEffect>
                  </a14:imgLayer>
                </a14:imgProps>
              </a:ext>
              <a:ext uri="{28A0092B-C50C-407E-A947-70E740481C1C}">
                <a14:useLocalDpi xmlns="" xmlns:a14="http://schemas.microsoft.com/office/drawing/2010/main" val="0"/>
              </a:ext>
            </a:extLst>
          </a:blip>
          <a:stretch>
            <a:fillRect/>
          </a:stretch>
        </p:blipFill>
        <p:spPr>
          <a:xfrm>
            <a:off x="2047567" y="6256434"/>
            <a:ext cx="524959" cy="601566"/>
          </a:xfrm>
          <a:prstGeom prst="rect">
            <a:avLst/>
          </a:prstGeom>
        </p:spPr>
      </p:pic>
      <p:sp>
        <p:nvSpPr>
          <p:cNvPr id="17" name="矩形 16">
            <a:extLst>
              <a:ext uri="{FF2B5EF4-FFF2-40B4-BE49-F238E27FC236}">
                <a16:creationId xmlns="" xmlns:a16="http://schemas.microsoft.com/office/drawing/2014/main" id="{B6307789-F954-40EF-8AE3-9E22581B2139}"/>
              </a:ext>
            </a:extLst>
          </p:cNvPr>
          <p:cNvSpPr/>
          <p:nvPr userDrawn="1"/>
        </p:nvSpPr>
        <p:spPr>
          <a:xfrm>
            <a:off x="3276081" y="6290559"/>
            <a:ext cx="3094116" cy="400110"/>
          </a:xfrm>
          <a:prstGeom prst="rect">
            <a:avLst/>
          </a:prstGeom>
          <a:noFill/>
          <a:ln>
            <a:noFill/>
          </a:ln>
        </p:spPr>
        <p:txBody>
          <a:bodyPr wrap="none" lIns="91440" tIns="45720" rIns="91440" bIns="45720">
            <a:spAutoFit/>
          </a:bodyPr>
          <a:lstStyle/>
          <a:p>
            <a:pPr algn="ctr"/>
            <a:r>
              <a:rPr lang="zh-CN" altLang="en-US" sz="2000" b="1" cap="none" spc="50" dirty="0">
                <a:ln w="9525" cmpd="sng">
                  <a:solidFill>
                    <a:schemeClr val="accent1"/>
                  </a:solidFill>
                  <a:prstDash val="solid"/>
                </a:ln>
                <a:solidFill>
                  <a:srgbClr val="70AD47">
                    <a:tint val="1000"/>
                  </a:srgbClr>
                </a:solidFill>
                <a:effectLst>
                  <a:glow rad="38100">
                    <a:schemeClr val="accent1">
                      <a:alpha val="40000"/>
                    </a:schemeClr>
                  </a:glow>
                </a:effectLst>
              </a:rPr>
              <a:t>马克思主义基本原理概论</a:t>
            </a:r>
          </a:p>
        </p:txBody>
      </p:sp>
      <p:cxnSp>
        <p:nvCxnSpPr>
          <p:cNvPr id="18" name="直接连接符 17">
            <a:extLst>
              <a:ext uri="{FF2B5EF4-FFF2-40B4-BE49-F238E27FC236}">
                <a16:creationId xmlns="" xmlns:a16="http://schemas.microsoft.com/office/drawing/2014/main" id="{B8945FAF-11F3-405F-84B7-D84653A12A6A}"/>
              </a:ext>
            </a:extLst>
          </p:cNvPr>
          <p:cNvCxnSpPr>
            <a:cxnSpLocks/>
          </p:cNvCxnSpPr>
          <p:nvPr userDrawn="1"/>
        </p:nvCxnSpPr>
        <p:spPr>
          <a:xfrm>
            <a:off x="0" y="6212450"/>
            <a:ext cx="925227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4267254949"/>
      </p:ext>
    </p:extLst>
  </p:cSld>
  <p:clrMapOvr>
    <a:masterClrMapping/>
  </p:clrMapOvr>
  <p:transition spd="med" advClick="0" advTm="0">
    <p:push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6350" y="0"/>
            <a:ext cx="2832100" cy="6856413"/>
            <a:chOff x="0" y="0"/>
            <a:chExt cx="1785" cy="4319"/>
          </a:xfrm>
        </p:grpSpPr>
        <p:sp>
          <p:nvSpPr>
            <p:cNvPr id="1032" name="未知"/>
            <p:cNvSpPr>
              <a:spLocks/>
            </p:cNvSpPr>
            <p:nvPr/>
          </p:nvSpPr>
          <p:spPr bwMode="auto">
            <a:xfrm>
              <a:off x="0" y="3262"/>
              <a:ext cx="472" cy="802"/>
            </a:xfrm>
            <a:custGeom>
              <a:avLst/>
              <a:gdLst>
                <a:gd name="T0" fmla="*/ 5 w 472"/>
                <a:gd name="T1" fmla="*/ 32 h 802"/>
                <a:gd name="T2" fmla="*/ 189 w 472"/>
                <a:gd name="T3" fmla="*/ 26 h 802"/>
                <a:gd name="T4" fmla="*/ 309 w 472"/>
                <a:gd name="T5" fmla="*/ 66 h 802"/>
                <a:gd name="T6" fmla="*/ 357 w 472"/>
                <a:gd name="T7" fmla="*/ 98 h 802"/>
                <a:gd name="T8" fmla="*/ 413 w 472"/>
                <a:gd name="T9" fmla="*/ 162 h 802"/>
                <a:gd name="T10" fmla="*/ 437 w 472"/>
                <a:gd name="T11" fmla="*/ 250 h 802"/>
                <a:gd name="T12" fmla="*/ 397 w 472"/>
                <a:gd name="T13" fmla="*/ 530 h 802"/>
                <a:gd name="T14" fmla="*/ 341 w 472"/>
                <a:gd name="T15" fmla="*/ 634 h 802"/>
                <a:gd name="T16" fmla="*/ 173 w 472"/>
                <a:gd name="T17" fmla="*/ 714 h 802"/>
                <a:gd name="T18" fmla="*/ 77 w 472"/>
                <a:gd name="T19" fmla="*/ 730 h 802"/>
                <a:gd name="T20" fmla="*/ 69 w 472"/>
                <a:gd name="T21" fmla="*/ 802 h 802"/>
                <a:gd name="T22" fmla="*/ 7 w 472"/>
                <a:gd name="T23" fmla="*/ 788 h 802"/>
                <a:gd name="T24" fmla="*/ 5 w 472"/>
                <a:gd name="T25" fmla="*/ 751 h 802"/>
                <a:gd name="T26" fmla="*/ 37 w 472"/>
                <a:gd name="T27" fmla="*/ 722 h 802"/>
                <a:gd name="T28" fmla="*/ 5 w 472"/>
                <a:gd name="T29" fmla="*/ 670 h 802"/>
                <a:gd name="T30" fmla="*/ 5 w 472"/>
                <a:gd name="T31" fmla="*/ 32 h 8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72" h="802">
                  <a:moveTo>
                    <a:pt x="5" y="32"/>
                  </a:moveTo>
                  <a:cubicBezTo>
                    <a:pt x="101" y="0"/>
                    <a:pt x="20" y="17"/>
                    <a:pt x="189" y="26"/>
                  </a:cubicBezTo>
                  <a:cubicBezTo>
                    <a:pt x="221" y="37"/>
                    <a:pt x="280" y="47"/>
                    <a:pt x="309" y="66"/>
                  </a:cubicBezTo>
                  <a:cubicBezTo>
                    <a:pt x="325" y="77"/>
                    <a:pt x="357" y="98"/>
                    <a:pt x="357" y="98"/>
                  </a:cubicBezTo>
                  <a:cubicBezTo>
                    <a:pt x="394" y="154"/>
                    <a:pt x="373" y="135"/>
                    <a:pt x="413" y="162"/>
                  </a:cubicBezTo>
                  <a:cubicBezTo>
                    <a:pt x="433" y="223"/>
                    <a:pt x="426" y="193"/>
                    <a:pt x="437" y="250"/>
                  </a:cubicBezTo>
                  <a:cubicBezTo>
                    <a:pt x="433" y="370"/>
                    <a:pt x="472" y="455"/>
                    <a:pt x="397" y="530"/>
                  </a:cubicBezTo>
                  <a:cubicBezTo>
                    <a:pt x="385" y="567"/>
                    <a:pt x="368" y="607"/>
                    <a:pt x="341" y="634"/>
                  </a:cubicBezTo>
                  <a:cubicBezTo>
                    <a:pt x="319" y="701"/>
                    <a:pt x="233" y="707"/>
                    <a:pt x="173" y="714"/>
                  </a:cubicBezTo>
                  <a:cubicBezTo>
                    <a:pt x="142" y="724"/>
                    <a:pt x="100" y="707"/>
                    <a:pt x="77" y="730"/>
                  </a:cubicBezTo>
                  <a:cubicBezTo>
                    <a:pt x="60" y="747"/>
                    <a:pt x="72" y="778"/>
                    <a:pt x="69" y="802"/>
                  </a:cubicBezTo>
                  <a:cubicBezTo>
                    <a:pt x="53" y="799"/>
                    <a:pt x="23" y="792"/>
                    <a:pt x="7" y="788"/>
                  </a:cubicBezTo>
                  <a:cubicBezTo>
                    <a:pt x="5" y="788"/>
                    <a:pt x="0" y="762"/>
                    <a:pt x="5" y="751"/>
                  </a:cubicBezTo>
                  <a:cubicBezTo>
                    <a:pt x="10" y="740"/>
                    <a:pt x="37" y="735"/>
                    <a:pt x="37" y="722"/>
                  </a:cubicBezTo>
                  <a:cubicBezTo>
                    <a:pt x="26" y="682"/>
                    <a:pt x="22" y="685"/>
                    <a:pt x="5" y="670"/>
                  </a:cubicBezTo>
                  <a:cubicBezTo>
                    <a:pt x="5" y="541"/>
                    <a:pt x="5" y="233"/>
                    <a:pt x="5" y="32"/>
                  </a:cubicBezTo>
                  <a:close/>
                </a:path>
              </a:pathLst>
            </a:custGeom>
            <a:solidFill>
              <a:schemeClr val="folHlink">
                <a:alpha val="50195"/>
              </a:schemeClr>
            </a:solidFill>
            <a:ln w="9525">
              <a:noFill/>
              <a:round/>
              <a:headEnd/>
              <a:tailEnd/>
            </a:ln>
            <a:effectLst/>
          </p:spPr>
          <p:txBody>
            <a:bodyPr/>
            <a:lstStyle/>
            <a:p>
              <a:endParaRPr lang="zh-CN" altLang="en-US"/>
            </a:p>
          </p:txBody>
        </p:sp>
        <p:grpSp>
          <p:nvGrpSpPr>
            <p:cNvPr id="1033" name="Group 4"/>
            <p:cNvGrpSpPr>
              <a:grpSpLocks/>
            </p:cNvGrpSpPr>
            <p:nvPr/>
          </p:nvGrpSpPr>
          <p:grpSpPr bwMode="auto">
            <a:xfrm rot="14964908" flipH="1">
              <a:off x="109" y="2441"/>
              <a:ext cx="452" cy="444"/>
              <a:chOff x="0" y="0"/>
              <a:chExt cx="129" cy="157"/>
            </a:xfrm>
          </p:grpSpPr>
          <p:sp>
            <p:nvSpPr>
              <p:cNvPr id="2" name="未知"/>
              <p:cNvSpPr>
                <a:spLocks/>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endParaRPr lang="zh-CN" altLang="en-US"/>
              </a:p>
            </p:txBody>
          </p:sp>
          <p:sp>
            <p:nvSpPr>
              <p:cNvPr id="3" name="未知"/>
              <p:cNvSpPr>
                <a:spLocks/>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endParaRPr lang="zh-CN" altLang="en-US"/>
              </a:p>
            </p:txBody>
          </p:sp>
          <p:sp>
            <p:nvSpPr>
              <p:cNvPr id="4" name="未知"/>
              <p:cNvSpPr>
                <a:spLocks/>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endParaRPr lang="zh-CN" altLang="en-US"/>
              </a:p>
            </p:txBody>
          </p:sp>
        </p:grpSp>
        <p:sp>
          <p:nvSpPr>
            <p:cNvPr id="1034" name="未知"/>
            <p:cNvSpPr>
              <a:spLocks/>
            </p:cNvSpPr>
            <p:nvPr/>
          </p:nvSpPr>
          <p:spPr bwMode="auto">
            <a:xfrm>
              <a:off x="95" y="1736"/>
              <a:ext cx="710" cy="768"/>
            </a:xfrm>
            <a:custGeom>
              <a:avLst/>
              <a:gdLst>
                <a:gd name="T0" fmla="*/ 14 w 710"/>
                <a:gd name="T1" fmla="*/ 416 h 768"/>
                <a:gd name="T2" fmla="*/ 14 w 710"/>
                <a:gd name="T3" fmla="*/ 272 h 768"/>
                <a:gd name="T4" fmla="*/ 102 w 710"/>
                <a:gd name="T5" fmla="*/ 144 h 768"/>
                <a:gd name="T6" fmla="*/ 150 w 710"/>
                <a:gd name="T7" fmla="*/ 96 h 768"/>
                <a:gd name="T8" fmla="*/ 198 w 710"/>
                <a:gd name="T9" fmla="*/ 64 h 768"/>
                <a:gd name="T10" fmla="*/ 350 w 710"/>
                <a:gd name="T11" fmla="*/ 0 h 768"/>
                <a:gd name="T12" fmla="*/ 534 w 710"/>
                <a:gd name="T13" fmla="*/ 8 h 768"/>
                <a:gd name="T14" fmla="*/ 662 w 710"/>
                <a:gd name="T15" fmla="*/ 96 h 768"/>
                <a:gd name="T16" fmla="*/ 710 w 710"/>
                <a:gd name="T17" fmla="*/ 200 h 768"/>
                <a:gd name="T18" fmla="*/ 702 w 710"/>
                <a:gd name="T19" fmla="*/ 400 h 768"/>
                <a:gd name="T20" fmla="*/ 678 w 710"/>
                <a:gd name="T21" fmla="*/ 448 h 768"/>
                <a:gd name="T22" fmla="*/ 550 w 710"/>
                <a:gd name="T23" fmla="*/ 632 h 768"/>
                <a:gd name="T24" fmla="*/ 518 w 710"/>
                <a:gd name="T25" fmla="*/ 656 h 768"/>
                <a:gd name="T26" fmla="*/ 470 w 710"/>
                <a:gd name="T27" fmla="*/ 664 h 768"/>
                <a:gd name="T28" fmla="*/ 518 w 710"/>
                <a:gd name="T29" fmla="*/ 680 h 768"/>
                <a:gd name="T30" fmla="*/ 566 w 710"/>
                <a:gd name="T31" fmla="*/ 696 h 768"/>
                <a:gd name="T32" fmla="*/ 574 w 710"/>
                <a:gd name="T33" fmla="*/ 720 h 768"/>
                <a:gd name="T34" fmla="*/ 526 w 710"/>
                <a:gd name="T35" fmla="*/ 736 h 768"/>
                <a:gd name="T36" fmla="*/ 502 w 710"/>
                <a:gd name="T37" fmla="*/ 752 h 768"/>
                <a:gd name="T38" fmla="*/ 454 w 710"/>
                <a:gd name="T39" fmla="*/ 768 h 768"/>
                <a:gd name="T40" fmla="*/ 438 w 710"/>
                <a:gd name="T41" fmla="*/ 712 h 768"/>
                <a:gd name="T42" fmla="*/ 246 w 710"/>
                <a:gd name="T43" fmla="*/ 688 h 768"/>
                <a:gd name="T44" fmla="*/ 134 w 710"/>
                <a:gd name="T45" fmla="*/ 648 h 768"/>
                <a:gd name="T46" fmla="*/ 110 w 710"/>
                <a:gd name="T47" fmla="*/ 624 h 768"/>
                <a:gd name="T48" fmla="*/ 78 w 710"/>
                <a:gd name="T49" fmla="*/ 576 h 768"/>
                <a:gd name="T50" fmla="*/ 54 w 710"/>
                <a:gd name="T51" fmla="*/ 464 h 768"/>
                <a:gd name="T52" fmla="*/ 30 w 710"/>
                <a:gd name="T53" fmla="*/ 408 h 768"/>
                <a:gd name="T54" fmla="*/ 22 w 710"/>
                <a:gd name="T55" fmla="*/ 384 h 768"/>
                <a:gd name="T56" fmla="*/ 14 w 710"/>
                <a:gd name="T57" fmla="*/ 416 h 76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10" h="768">
                  <a:moveTo>
                    <a:pt x="14" y="416"/>
                  </a:moveTo>
                  <a:cubicBezTo>
                    <a:pt x="6" y="353"/>
                    <a:pt x="0" y="339"/>
                    <a:pt x="14" y="272"/>
                  </a:cubicBezTo>
                  <a:cubicBezTo>
                    <a:pt x="24" y="227"/>
                    <a:pt x="72" y="178"/>
                    <a:pt x="102" y="144"/>
                  </a:cubicBezTo>
                  <a:cubicBezTo>
                    <a:pt x="117" y="127"/>
                    <a:pt x="134" y="112"/>
                    <a:pt x="150" y="96"/>
                  </a:cubicBezTo>
                  <a:cubicBezTo>
                    <a:pt x="164" y="82"/>
                    <a:pt x="198" y="64"/>
                    <a:pt x="198" y="64"/>
                  </a:cubicBezTo>
                  <a:cubicBezTo>
                    <a:pt x="231" y="14"/>
                    <a:pt x="294" y="7"/>
                    <a:pt x="350" y="0"/>
                  </a:cubicBezTo>
                  <a:cubicBezTo>
                    <a:pt x="411" y="3"/>
                    <a:pt x="473" y="1"/>
                    <a:pt x="534" y="8"/>
                  </a:cubicBezTo>
                  <a:cubicBezTo>
                    <a:pt x="582" y="13"/>
                    <a:pt x="624" y="71"/>
                    <a:pt x="662" y="96"/>
                  </a:cubicBezTo>
                  <a:cubicBezTo>
                    <a:pt x="691" y="140"/>
                    <a:pt x="698" y="151"/>
                    <a:pt x="710" y="200"/>
                  </a:cubicBezTo>
                  <a:cubicBezTo>
                    <a:pt x="707" y="267"/>
                    <a:pt x="707" y="333"/>
                    <a:pt x="702" y="400"/>
                  </a:cubicBezTo>
                  <a:cubicBezTo>
                    <a:pt x="700" y="423"/>
                    <a:pt x="688" y="428"/>
                    <a:pt x="678" y="448"/>
                  </a:cubicBezTo>
                  <a:cubicBezTo>
                    <a:pt x="646" y="512"/>
                    <a:pt x="626" y="607"/>
                    <a:pt x="550" y="632"/>
                  </a:cubicBezTo>
                  <a:cubicBezTo>
                    <a:pt x="539" y="640"/>
                    <a:pt x="530" y="651"/>
                    <a:pt x="518" y="656"/>
                  </a:cubicBezTo>
                  <a:cubicBezTo>
                    <a:pt x="503" y="662"/>
                    <a:pt x="470" y="648"/>
                    <a:pt x="470" y="664"/>
                  </a:cubicBezTo>
                  <a:cubicBezTo>
                    <a:pt x="470" y="681"/>
                    <a:pt x="502" y="675"/>
                    <a:pt x="518" y="680"/>
                  </a:cubicBezTo>
                  <a:cubicBezTo>
                    <a:pt x="534" y="685"/>
                    <a:pt x="566" y="696"/>
                    <a:pt x="566" y="696"/>
                  </a:cubicBezTo>
                  <a:cubicBezTo>
                    <a:pt x="569" y="704"/>
                    <a:pt x="580" y="714"/>
                    <a:pt x="574" y="720"/>
                  </a:cubicBezTo>
                  <a:cubicBezTo>
                    <a:pt x="562" y="732"/>
                    <a:pt x="542" y="731"/>
                    <a:pt x="526" y="736"/>
                  </a:cubicBezTo>
                  <a:cubicBezTo>
                    <a:pt x="517" y="739"/>
                    <a:pt x="511" y="748"/>
                    <a:pt x="502" y="752"/>
                  </a:cubicBezTo>
                  <a:cubicBezTo>
                    <a:pt x="487" y="759"/>
                    <a:pt x="454" y="768"/>
                    <a:pt x="454" y="768"/>
                  </a:cubicBezTo>
                  <a:cubicBezTo>
                    <a:pt x="448" y="750"/>
                    <a:pt x="453" y="725"/>
                    <a:pt x="438" y="712"/>
                  </a:cubicBezTo>
                  <a:cubicBezTo>
                    <a:pt x="407" y="685"/>
                    <a:pt x="256" y="689"/>
                    <a:pt x="246" y="688"/>
                  </a:cubicBezTo>
                  <a:cubicBezTo>
                    <a:pt x="207" y="680"/>
                    <a:pt x="166" y="674"/>
                    <a:pt x="134" y="648"/>
                  </a:cubicBezTo>
                  <a:cubicBezTo>
                    <a:pt x="125" y="641"/>
                    <a:pt x="117" y="633"/>
                    <a:pt x="110" y="624"/>
                  </a:cubicBezTo>
                  <a:cubicBezTo>
                    <a:pt x="98" y="609"/>
                    <a:pt x="78" y="576"/>
                    <a:pt x="78" y="576"/>
                  </a:cubicBezTo>
                  <a:cubicBezTo>
                    <a:pt x="66" y="506"/>
                    <a:pt x="74" y="544"/>
                    <a:pt x="54" y="464"/>
                  </a:cubicBezTo>
                  <a:cubicBezTo>
                    <a:pt x="37" y="397"/>
                    <a:pt x="58" y="463"/>
                    <a:pt x="30" y="408"/>
                  </a:cubicBezTo>
                  <a:cubicBezTo>
                    <a:pt x="26" y="400"/>
                    <a:pt x="30" y="380"/>
                    <a:pt x="22" y="384"/>
                  </a:cubicBezTo>
                  <a:cubicBezTo>
                    <a:pt x="12" y="389"/>
                    <a:pt x="17" y="405"/>
                    <a:pt x="14" y="416"/>
                  </a:cubicBezTo>
                  <a:close/>
                </a:path>
              </a:pathLst>
            </a:custGeom>
            <a:solidFill>
              <a:schemeClr val="accent2">
                <a:alpha val="50195"/>
              </a:schemeClr>
            </a:solidFill>
            <a:ln w="9525">
              <a:noFill/>
              <a:round/>
              <a:headEnd/>
              <a:tailEnd/>
            </a:ln>
            <a:effectLst/>
          </p:spPr>
          <p:txBody>
            <a:bodyPr/>
            <a:lstStyle/>
            <a:p>
              <a:endParaRPr lang="zh-CN" altLang="en-US"/>
            </a:p>
          </p:txBody>
        </p:sp>
        <p:grpSp>
          <p:nvGrpSpPr>
            <p:cNvPr id="1035" name="Group 9"/>
            <p:cNvGrpSpPr>
              <a:grpSpLocks/>
            </p:cNvGrpSpPr>
            <p:nvPr/>
          </p:nvGrpSpPr>
          <p:grpSpPr bwMode="auto">
            <a:xfrm rot="416244">
              <a:off x="14" y="1746"/>
              <a:ext cx="1771" cy="1741"/>
              <a:chOff x="0" y="0"/>
              <a:chExt cx="902" cy="833"/>
            </a:xfrm>
          </p:grpSpPr>
          <p:sp>
            <p:nvSpPr>
              <p:cNvPr id="1062" name="未知"/>
              <p:cNvSpPr>
                <a:spLocks/>
              </p:cNvSpPr>
              <p:nvPr userDrawn="1"/>
            </p:nvSpPr>
            <p:spPr bwMode="auto">
              <a:xfrm rot="373330" flipH="1">
                <a:off x="84" y="0"/>
                <a:ext cx="313" cy="303"/>
              </a:xfrm>
              <a:custGeom>
                <a:avLst/>
                <a:gdLst>
                  <a:gd name="T0" fmla="*/ 48332 w 217"/>
                  <a:gd name="T1" fmla="*/ 222467 h 210"/>
                  <a:gd name="T2" fmla="*/ 38616 w 217"/>
                  <a:gd name="T3" fmla="*/ 210341 h 210"/>
                  <a:gd name="T4" fmla="*/ 27742 w 217"/>
                  <a:gd name="T5" fmla="*/ 192052 h 210"/>
                  <a:gd name="T6" fmla="*/ 16106 w 217"/>
                  <a:gd name="T7" fmla="*/ 167949 h 210"/>
                  <a:gd name="T8" fmla="*/ 4952 w 217"/>
                  <a:gd name="T9" fmla="*/ 142846 h 210"/>
                  <a:gd name="T10" fmla="*/ 0 w 217"/>
                  <a:gd name="T11" fmla="*/ 115590 h 210"/>
                  <a:gd name="T12" fmla="*/ 1 w 217"/>
                  <a:gd name="T13" fmla="*/ 86534 h 210"/>
                  <a:gd name="T14" fmla="*/ 9523 w 217"/>
                  <a:gd name="T15" fmla="*/ 59974 h 210"/>
                  <a:gd name="T16" fmla="*/ 28578 w 217"/>
                  <a:gd name="T17" fmla="*/ 37630 h 210"/>
                  <a:gd name="T18" fmla="*/ 47658 w 217"/>
                  <a:gd name="T19" fmla="*/ 23312 h 210"/>
                  <a:gd name="T20" fmla="*/ 63271 w 217"/>
                  <a:gd name="T21" fmla="*/ 12722 h 210"/>
                  <a:gd name="T22" fmla="*/ 75884 w 217"/>
                  <a:gd name="T23" fmla="*/ 7168 h 210"/>
                  <a:gd name="T24" fmla="*/ 85761 w 217"/>
                  <a:gd name="T25" fmla="*/ 4968 h 210"/>
                  <a:gd name="T26" fmla="*/ 92782 w 217"/>
                  <a:gd name="T27" fmla="*/ 4968 h 210"/>
                  <a:gd name="T28" fmla="*/ 109455 w 217"/>
                  <a:gd name="T29" fmla="*/ 0 h 210"/>
                  <a:gd name="T30" fmla="*/ 155588 w 217"/>
                  <a:gd name="T31" fmla="*/ 8817 h 210"/>
                  <a:gd name="T32" fmla="*/ 168437 w 217"/>
                  <a:gd name="T33" fmla="*/ 12722 h 210"/>
                  <a:gd name="T34" fmla="*/ 181086 w 217"/>
                  <a:gd name="T35" fmla="*/ 16157 h 210"/>
                  <a:gd name="T36" fmla="*/ 191935 w 217"/>
                  <a:gd name="T37" fmla="*/ 19880 h 210"/>
                  <a:gd name="T38" fmla="*/ 200184 w 217"/>
                  <a:gd name="T39" fmla="*/ 24430 h 210"/>
                  <a:gd name="T40" fmla="*/ 209205 w 217"/>
                  <a:gd name="T41" fmla="*/ 28684 h 210"/>
                  <a:gd name="T42" fmla="*/ 216302 w 217"/>
                  <a:gd name="T43" fmla="*/ 33636 h 210"/>
                  <a:gd name="T44" fmla="*/ 221878 w 217"/>
                  <a:gd name="T45" fmla="*/ 40107 h 210"/>
                  <a:gd name="T46" fmla="*/ 228402 w 217"/>
                  <a:gd name="T47" fmla="*/ 47939 h 210"/>
                  <a:gd name="T48" fmla="*/ 216302 w 217"/>
                  <a:gd name="T49" fmla="*/ 42895 h 210"/>
                  <a:gd name="T50" fmla="*/ 204715 w 217"/>
                  <a:gd name="T51" fmla="*/ 38214 h 210"/>
                  <a:gd name="T52" fmla="*/ 193033 w 217"/>
                  <a:gd name="T53" fmla="*/ 35249 h 210"/>
                  <a:gd name="T54" fmla="*/ 181086 w 217"/>
                  <a:gd name="T55" fmla="*/ 31345 h 210"/>
                  <a:gd name="T56" fmla="*/ 171583 w 217"/>
                  <a:gd name="T57" fmla="*/ 28684 h 210"/>
                  <a:gd name="T58" fmla="*/ 161655 w 217"/>
                  <a:gd name="T59" fmla="*/ 27797 h 210"/>
                  <a:gd name="T60" fmla="*/ 150211 w 217"/>
                  <a:gd name="T61" fmla="*/ 26080 h 210"/>
                  <a:gd name="T62" fmla="*/ 140727 w 217"/>
                  <a:gd name="T63" fmla="*/ 26080 h 210"/>
                  <a:gd name="T64" fmla="*/ 131636 w 217"/>
                  <a:gd name="T65" fmla="*/ 26080 h 210"/>
                  <a:gd name="T66" fmla="*/ 122119 w 217"/>
                  <a:gd name="T67" fmla="*/ 26485 h 210"/>
                  <a:gd name="T68" fmla="*/ 112364 w 217"/>
                  <a:gd name="T69" fmla="*/ 28684 h 210"/>
                  <a:gd name="T70" fmla="*/ 104140 w 217"/>
                  <a:gd name="T71" fmla="*/ 31065 h 210"/>
                  <a:gd name="T72" fmla="*/ 95751 w 217"/>
                  <a:gd name="T73" fmla="*/ 35249 h 210"/>
                  <a:gd name="T74" fmla="*/ 85886 w 217"/>
                  <a:gd name="T75" fmla="*/ 38214 h 210"/>
                  <a:gd name="T76" fmla="*/ 77901 w 217"/>
                  <a:gd name="T77" fmla="*/ 43211 h 210"/>
                  <a:gd name="T78" fmla="*/ 69714 w 217"/>
                  <a:gd name="T79" fmla="*/ 48532 h 210"/>
                  <a:gd name="T80" fmla="*/ 54801 w 217"/>
                  <a:gd name="T81" fmla="*/ 64672 h 210"/>
                  <a:gd name="T82" fmla="*/ 44596 w 217"/>
                  <a:gd name="T83" fmla="*/ 84579 h 210"/>
                  <a:gd name="T84" fmla="*/ 38616 w 217"/>
                  <a:gd name="T85" fmla="*/ 109324 h 210"/>
                  <a:gd name="T86" fmla="*/ 36474 w 217"/>
                  <a:gd name="T87" fmla="*/ 133662 h 210"/>
                  <a:gd name="T88" fmla="*/ 36474 w 217"/>
                  <a:gd name="T89" fmla="*/ 160705 h 210"/>
                  <a:gd name="T90" fmla="*/ 40015 w 217"/>
                  <a:gd name="T91" fmla="*/ 184078 h 210"/>
                  <a:gd name="T92" fmla="*/ 43073 w 217"/>
                  <a:gd name="T93" fmla="*/ 205551 h 210"/>
                  <a:gd name="T94" fmla="*/ 48332 w 217"/>
                  <a:gd name="T95" fmla="*/ 222467 h 21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17" h="210">
                    <a:moveTo>
                      <a:pt x="46" y="210"/>
                    </a:moveTo>
                    <a:lnTo>
                      <a:pt x="37" y="198"/>
                    </a:lnTo>
                    <a:lnTo>
                      <a:pt x="26" y="181"/>
                    </a:lnTo>
                    <a:lnTo>
                      <a:pt x="15" y="159"/>
                    </a:lnTo>
                    <a:lnTo>
                      <a:pt x="5" y="135"/>
                    </a:lnTo>
                    <a:lnTo>
                      <a:pt x="0" y="109"/>
                    </a:lnTo>
                    <a:lnTo>
                      <a:pt x="1" y="82"/>
                    </a:lnTo>
                    <a:lnTo>
                      <a:pt x="9" y="57"/>
                    </a:lnTo>
                    <a:lnTo>
                      <a:pt x="27" y="35"/>
                    </a:lnTo>
                    <a:lnTo>
                      <a:pt x="45" y="22"/>
                    </a:lnTo>
                    <a:lnTo>
                      <a:pt x="60" y="12"/>
                    </a:lnTo>
                    <a:lnTo>
                      <a:pt x="72" y="7"/>
                    </a:lnTo>
                    <a:lnTo>
                      <a:pt x="81" y="5"/>
                    </a:lnTo>
                    <a:lnTo>
                      <a:pt x="88" y="5"/>
                    </a:lnTo>
                    <a:lnTo>
                      <a:pt x="104" y="0"/>
                    </a:lnTo>
                    <a:lnTo>
                      <a:pt x="148" y="8"/>
                    </a:lnTo>
                    <a:lnTo>
                      <a:pt x="160" y="12"/>
                    </a:lnTo>
                    <a:lnTo>
                      <a:pt x="172" y="15"/>
                    </a:lnTo>
                    <a:lnTo>
                      <a:pt x="182" y="19"/>
                    </a:lnTo>
                    <a:lnTo>
                      <a:pt x="190" y="23"/>
                    </a:lnTo>
                    <a:lnTo>
                      <a:pt x="198" y="27"/>
                    </a:lnTo>
                    <a:lnTo>
                      <a:pt x="205" y="32"/>
                    </a:lnTo>
                    <a:lnTo>
                      <a:pt x="211" y="38"/>
                    </a:lnTo>
                    <a:lnTo>
                      <a:pt x="217" y="45"/>
                    </a:lnTo>
                    <a:lnTo>
                      <a:pt x="205" y="40"/>
                    </a:lnTo>
                    <a:lnTo>
                      <a:pt x="194" y="36"/>
                    </a:lnTo>
                    <a:lnTo>
                      <a:pt x="183" y="33"/>
                    </a:lnTo>
                    <a:lnTo>
                      <a:pt x="172" y="30"/>
                    </a:lnTo>
                    <a:lnTo>
                      <a:pt x="163" y="27"/>
                    </a:lnTo>
                    <a:lnTo>
                      <a:pt x="153" y="26"/>
                    </a:lnTo>
                    <a:lnTo>
                      <a:pt x="143" y="24"/>
                    </a:lnTo>
                    <a:lnTo>
                      <a:pt x="134" y="24"/>
                    </a:lnTo>
                    <a:lnTo>
                      <a:pt x="125" y="24"/>
                    </a:lnTo>
                    <a:lnTo>
                      <a:pt x="116" y="25"/>
                    </a:lnTo>
                    <a:lnTo>
                      <a:pt x="107" y="27"/>
                    </a:lnTo>
                    <a:lnTo>
                      <a:pt x="99" y="29"/>
                    </a:lnTo>
                    <a:lnTo>
                      <a:pt x="91" y="33"/>
                    </a:lnTo>
                    <a:lnTo>
                      <a:pt x="82" y="36"/>
                    </a:lnTo>
                    <a:lnTo>
                      <a:pt x="74" y="41"/>
                    </a:lnTo>
                    <a:lnTo>
                      <a:pt x="66" y="46"/>
                    </a:lnTo>
                    <a:lnTo>
                      <a:pt x="52" y="61"/>
                    </a:lnTo>
                    <a:lnTo>
                      <a:pt x="42" y="80"/>
                    </a:lnTo>
                    <a:lnTo>
                      <a:pt x="37" y="103"/>
                    </a:lnTo>
                    <a:lnTo>
                      <a:pt x="35" y="126"/>
                    </a:lnTo>
                    <a:lnTo>
                      <a:pt x="35" y="151"/>
                    </a:lnTo>
                    <a:lnTo>
                      <a:pt x="38" y="174"/>
                    </a:lnTo>
                    <a:lnTo>
                      <a:pt x="41" y="194"/>
                    </a:lnTo>
                    <a:lnTo>
                      <a:pt x="46" y="210"/>
                    </a:lnTo>
                    <a:close/>
                  </a:path>
                </a:pathLst>
              </a:custGeom>
              <a:solidFill>
                <a:schemeClr val="accent2"/>
              </a:solidFill>
              <a:ln w="9525">
                <a:noFill/>
                <a:round/>
                <a:headEnd/>
                <a:tailEnd/>
              </a:ln>
            </p:spPr>
            <p:txBody>
              <a:bodyPr/>
              <a:lstStyle/>
              <a:p>
                <a:endParaRPr lang="zh-CN" altLang="en-US"/>
              </a:p>
            </p:txBody>
          </p:sp>
          <p:sp>
            <p:nvSpPr>
              <p:cNvPr id="1063" name="未知"/>
              <p:cNvSpPr>
                <a:spLocks/>
              </p:cNvSpPr>
              <p:nvPr userDrawn="1"/>
            </p:nvSpPr>
            <p:spPr bwMode="auto">
              <a:xfrm rot="373330" flipH="1">
                <a:off x="0" y="56"/>
                <a:ext cx="262" cy="308"/>
              </a:xfrm>
              <a:custGeom>
                <a:avLst/>
                <a:gdLst>
                  <a:gd name="T0" fmla="*/ 110607 w 182"/>
                  <a:gd name="T1" fmla="*/ 0 h 213"/>
                  <a:gd name="T2" fmla="*/ 113550 w 182"/>
                  <a:gd name="T3" fmla="*/ 2228 h 213"/>
                  <a:gd name="T4" fmla="*/ 119905 w 182"/>
                  <a:gd name="T5" fmla="*/ 9042 h 213"/>
                  <a:gd name="T6" fmla="*/ 128949 w 182"/>
                  <a:gd name="T7" fmla="*/ 20318 h 213"/>
                  <a:gd name="T8" fmla="*/ 139293 w 182"/>
                  <a:gd name="T9" fmla="*/ 36756 h 213"/>
                  <a:gd name="T10" fmla="*/ 147189 w 182"/>
                  <a:gd name="T11" fmla="*/ 57167 h 213"/>
                  <a:gd name="T12" fmla="*/ 152445 w 182"/>
                  <a:gd name="T13" fmla="*/ 84242 h 213"/>
                  <a:gd name="T14" fmla="*/ 152445 w 182"/>
                  <a:gd name="T15" fmla="*/ 116219 h 213"/>
                  <a:gd name="T16" fmla="*/ 146062 w 182"/>
                  <a:gd name="T17" fmla="*/ 153948 h 213"/>
                  <a:gd name="T18" fmla="*/ 142496 w 182"/>
                  <a:gd name="T19" fmla="*/ 164459 h 213"/>
                  <a:gd name="T20" fmla="*/ 138071 w 182"/>
                  <a:gd name="T21" fmla="*/ 173142 h 213"/>
                  <a:gd name="T22" fmla="*/ 133308 w 182"/>
                  <a:gd name="T23" fmla="*/ 182622 h 213"/>
                  <a:gd name="T24" fmla="*/ 126887 w 182"/>
                  <a:gd name="T25" fmla="*/ 190964 h 213"/>
                  <a:gd name="T26" fmla="*/ 118328 w 182"/>
                  <a:gd name="T27" fmla="*/ 198936 h 213"/>
                  <a:gd name="T28" fmla="*/ 111311 w 182"/>
                  <a:gd name="T29" fmla="*/ 204950 h 213"/>
                  <a:gd name="T30" fmla="*/ 103766 w 182"/>
                  <a:gd name="T31" fmla="*/ 210782 h 213"/>
                  <a:gd name="T32" fmla="*/ 93033 w 182"/>
                  <a:gd name="T33" fmla="*/ 215460 h 213"/>
                  <a:gd name="T34" fmla="*/ 83293 w 182"/>
                  <a:gd name="T35" fmla="*/ 217776 h 213"/>
                  <a:gd name="T36" fmla="*/ 73562 w 182"/>
                  <a:gd name="T37" fmla="*/ 220542 h 213"/>
                  <a:gd name="T38" fmla="*/ 62224 w 182"/>
                  <a:gd name="T39" fmla="*/ 222610 h 213"/>
                  <a:gd name="T40" fmla="*/ 50072 w 182"/>
                  <a:gd name="T41" fmla="*/ 222610 h 213"/>
                  <a:gd name="T42" fmla="*/ 37076 w 182"/>
                  <a:gd name="T43" fmla="*/ 220542 h 213"/>
                  <a:gd name="T44" fmla="*/ 25415 w 182"/>
                  <a:gd name="T45" fmla="*/ 217776 h 213"/>
                  <a:gd name="T46" fmla="*/ 11899 w 182"/>
                  <a:gd name="T47" fmla="*/ 213006 h 213"/>
                  <a:gd name="T48" fmla="*/ 0 w 182"/>
                  <a:gd name="T49" fmla="*/ 207346 h 213"/>
                  <a:gd name="T50" fmla="*/ 11362 w 182"/>
                  <a:gd name="T51" fmla="*/ 215460 h 213"/>
                  <a:gd name="T52" fmla="*/ 22531 w 182"/>
                  <a:gd name="T53" fmla="*/ 220542 h 213"/>
                  <a:gd name="T54" fmla="*/ 33894 w 182"/>
                  <a:gd name="T55" fmla="*/ 226018 h 213"/>
                  <a:gd name="T56" fmla="*/ 43421 w 182"/>
                  <a:gd name="T57" fmla="*/ 229968 h 213"/>
                  <a:gd name="T58" fmla="*/ 53373 w 182"/>
                  <a:gd name="T59" fmla="*/ 233256 h 213"/>
                  <a:gd name="T60" fmla="*/ 64327 w 182"/>
                  <a:gd name="T61" fmla="*/ 234564 h 213"/>
                  <a:gd name="T62" fmla="*/ 73684 w 182"/>
                  <a:gd name="T63" fmla="*/ 234977 h 213"/>
                  <a:gd name="T64" fmla="*/ 83739 w 182"/>
                  <a:gd name="T65" fmla="*/ 234977 h 213"/>
                  <a:gd name="T66" fmla="*/ 92603 w 182"/>
                  <a:gd name="T67" fmla="*/ 234564 h 213"/>
                  <a:gd name="T68" fmla="*/ 101463 w 182"/>
                  <a:gd name="T69" fmla="*/ 232372 h 213"/>
                  <a:gd name="T70" fmla="*/ 109146 w 182"/>
                  <a:gd name="T71" fmla="*/ 229968 h 213"/>
                  <a:gd name="T72" fmla="*/ 117311 w 182"/>
                  <a:gd name="T73" fmla="*/ 227647 h 213"/>
                  <a:gd name="T74" fmla="*/ 124715 w 182"/>
                  <a:gd name="T75" fmla="*/ 224828 h 213"/>
                  <a:gd name="T76" fmla="*/ 131714 w 182"/>
                  <a:gd name="T77" fmla="*/ 219804 h 213"/>
                  <a:gd name="T78" fmla="*/ 138071 w 182"/>
                  <a:gd name="T79" fmla="*/ 215460 h 213"/>
                  <a:gd name="T80" fmla="*/ 143927 w 182"/>
                  <a:gd name="T81" fmla="*/ 210782 h 213"/>
                  <a:gd name="T82" fmla="*/ 160239 w 182"/>
                  <a:gd name="T83" fmla="*/ 194267 h 213"/>
                  <a:gd name="T84" fmla="*/ 171492 w 182"/>
                  <a:gd name="T85" fmla="*/ 177946 h 213"/>
                  <a:gd name="T86" fmla="*/ 178148 w 182"/>
                  <a:gd name="T87" fmla="*/ 159036 h 213"/>
                  <a:gd name="T88" fmla="*/ 181795 w 182"/>
                  <a:gd name="T89" fmla="*/ 141735 h 213"/>
                  <a:gd name="T90" fmla="*/ 183992 w 182"/>
                  <a:gd name="T91" fmla="*/ 123060 h 213"/>
                  <a:gd name="T92" fmla="*/ 183992 w 182"/>
                  <a:gd name="T93" fmla="*/ 104596 h 213"/>
                  <a:gd name="T94" fmla="*/ 184877 w 182"/>
                  <a:gd name="T95" fmla="*/ 87340 h 213"/>
                  <a:gd name="T96" fmla="*/ 175121 w 182"/>
                  <a:gd name="T97" fmla="*/ 50956 h 213"/>
                  <a:gd name="T98" fmla="*/ 158569 w 182"/>
                  <a:gd name="T99" fmla="*/ 22682 h 213"/>
                  <a:gd name="T100" fmla="*/ 152698 w 182"/>
                  <a:gd name="T101" fmla="*/ 20318 h 213"/>
                  <a:gd name="T102" fmla="*/ 149377 w 182"/>
                  <a:gd name="T103" fmla="*/ 16853 h 213"/>
                  <a:gd name="T104" fmla="*/ 143927 w 182"/>
                  <a:gd name="T105" fmla="*/ 14087 h 213"/>
                  <a:gd name="T106" fmla="*/ 140144 w 182"/>
                  <a:gd name="T107" fmla="*/ 12157 h 213"/>
                  <a:gd name="T108" fmla="*/ 133927 w 182"/>
                  <a:gd name="T109" fmla="*/ 9742 h 213"/>
                  <a:gd name="T110" fmla="*/ 127811 w 182"/>
                  <a:gd name="T111" fmla="*/ 6737 h 213"/>
                  <a:gd name="T112" fmla="*/ 120547 w 182"/>
                  <a:gd name="T113" fmla="*/ 3222 h 213"/>
                  <a:gd name="T114" fmla="*/ 110607 w 182"/>
                  <a:gd name="T115" fmla="*/ 0 h 2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82" h="213">
                    <a:moveTo>
                      <a:pt x="109" y="0"/>
                    </a:moveTo>
                    <a:lnTo>
                      <a:pt x="112" y="2"/>
                    </a:lnTo>
                    <a:lnTo>
                      <a:pt x="118" y="8"/>
                    </a:lnTo>
                    <a:lnTo>
                      <a:pt x="127" y="18"/>
                    </a:lnTo>
                    <a:lnTo>
                      <a:pt x="137" y="33"/>
                    </a:lnTo>
                    <a:lnTo>
                      <a:pt x="145" y="52"/>
                    </a:lnTo>
                    <a:lnTo>
                      <a:pt x="150" y="76"/>
                    </a:lnTo>
                    <a:lnTo>
                      <a:pt x="150" y="105"/>
                    </a:lnTo>
                    <a:lnTo>
                      <a:pt x="144" y="139"/>
                    </a:lnTo>
                    <a:lnTo>
                      <a:pt x="140" y="149"/>
                    </a:lnTo>
                    <a:lnTo>
                      <a:pt x="136" y="157"/>
                    </a:lnTo>
                    <a:lnTo>
                      <a:pt x="131" y="165"/>
                    </a:lnTo>
                    <a:lnTo>
                      <a:pt x="125" y="173"/>
                    </a:lnTo>
                    <a:lnTo>
                      <a:pt x="117" y="180"/>
                    </a:lnTo>
                    <a:lnTo>
                      <a:pt x="110" y="185"/>
                    </a:lnTo>
                    <a:lnTo>
                      <a:pt x="102" y="191"/>
                    </a:lnTo>
                    <a:lnTo>
                      <a:pt x="92" y="195"/>
                    </a:lnTo>
                    <a:lnTo>
                      <a:pt x="82" y="197"/>
                    </a:lnTo>
                    <a:lnTo>
                      <a:pt x="72" y="200"/>
                    </a:lnTo>
                    <a:lnTo>
                      <a:pt x="61" y="201"/>
                    </a:lnTo>
                    <a:lnTo>
                      <a:pt x="49" y="201"/>
                    </a:lnTo>
                    <a:lnTo>
                      <a:pt x="37" y="200"/>
                    </a:lnTo>
                    <a:lnTo>
                      <a:pt x="25" y="197"/>
                    </a:lnTo>
                    <a:lnTo>
                      <a:pt x="12" y="193"/>
                    </a:lnTo>
                    <a:lnTo>
                      <a:pt x="0" y="188"/>
                    </a:lnTo>
                    <a:lnTo>
                      <a:pt x="11" y="195"/>
                    </a:lnTo>
                    <a:lnTo>
                      <a:pt x="22" y="200"/>
                    </a:lnTo>
                    <a:lnTo>
                      <a:pt x="33" y="205"/>
                    </a:lnTo>
                    <a:lnTo>
                      <a:pt x="43" y="208"/>
                    </a:lnTo>
                    <a:lnTo>
                      <a:pt x="53" y="211"/>
                    </a:lnTo>
                    <a:lnTo>
                      <a:pt x="63" y="212"/>
                    </a:lnTo>
                    <a:lnTo>
                      <a:pt x="73" y="213"/>
                    </a:lnTo>
                    <a:lnTo>
                      <a:pt x="83" y="213"/>
                    </a:lnTo>
                    <a:lnTo>
                      <a:pt x="91" y="212"/>
                    </a:lnTo>
                    <a:lnTo>
                      <a:pt x="100" y="210"/>
                    </a:lnTo>
                    <a:lnTo>
                      <a:pt x="108" y="208"/>
                    </a:lnTo>
                    <a:lnTo>
                      <a:pt x="116" y="206"/>
                    </a:lnTo>
                    <a:lnTo>
                      <a:pt x="123" y="203"/>
                    </a:lnTo>
                    <a:lnTo>
                      <a:pt x="130" y="199"/>
                    </a:lnTo>
                    <a:lnTo>
                      <a:pt x="136" y="195"/>
                    </a:lnTo>
                    <a:lnTo>
                      <a:pt x="142" y="191"/>
                    </a:lnTo>
                    <a:lnTo>
                      <a:pt x="158" y="176"/>
                    </a:lnTo>
                    <a:lnTo>
                      <a:pt x="169" y="161"/>
                    </a:lnTo>
                    <a:lnTo>
                      <a:pt x="176" y="144"/>
                    </a:lnTo>
                    <a:lnTo>
                      <a:pt x="179" y="128"/>
                    </a:lnTo>
                    <a:lnTo>
                      <a:pt x="181" y="111"/>
                    </a:lnTo>
                    <a:lnTo>
                      <a:pt x="181" y="95"/>
                    </a:lnTo>
                    <a:lnTo>
                      <a:pt x="182" y="79"/>
                    </a:lnTo>
                    <a:lnTo>
                      <a:pt x="173" y="46"/>
                    </a:lnTo>
                    <a:lnTo>
                      <a:pt x="156" y="21"/>
                    </a:lnTo>
                    <a:lnTo>
                      <a:pt x="151" y="18"/>
                    </a:lnTo>
                    <a:lnTo>
                      <a:pt x="147" y="15"/>
                    </a:lnTo>
                    <a:lnTo>
                      <a:pt x="142" y="13"/>
                    </a:lnTo>
                    <a:lnTo>
                      <a:pt x="138" y="11"/>
                    </a:lnTo>
                    <a:lnTo>
                      <a:pt x="132" y="9"/>
                    </a:lnTo>
                    <a:lnTo>
                      <a:pt x="126" y="6"/>
                    </a:lnTo>
                    <a:lnTo>
                      <a:pt x="119" y="3"/>
                    </a:lnTo>
                    <a:lnTo>
                      <a:pt x="109" y="0"/>
                    </a:lnTo>
                    <a:close/>
                  </a:path>
                </a:pathLst>
              </a:custGeom>
              <a:solidFill>
                <a:schemeClr val="accent2"/>
              </a:solidFill>
              <a:ln w="9525">
                <a:noFill/>
                <a:round/>
                <a:headEnd/>
                <a:tailEnd/>
              </a:ln>
            </p:spPr>
            <p:txBody>
              <a:bodyPr/>
              <a:lstStyle/>
              <a:p>
                <a:endParaRPr lang="zh-CN" altLang="en-US"/>
              </a:p>
            </p:txBody>
          </p:sp>
          <p:sp>
            <p:nvSpPr>
              <p:cNvPr id="1064" name="未知"/>
              <p:cNvSpPr>
                <a:spLocks/>
              </p:cNvSpPr>
              <p:nvPr userDrawn="1"/>
            </p:nvSpPr>
            <p:spPr bwMode="auto">
              <a:xfrm rot="373330" flipH="1">
                <a:off x="80" y="120"/>
                <a:ext cx="93" cy="156"/>
              </a:xfrm>
              <a:custGeom>
                <a:avLst/>
                <a:gdLst>
                  <a:gd name="T0" fmla="*/ 1 w 128"/>
                  <a:gd name="T1" fmla="*/ 0 h 217"/>
                  <a:gd name="T2" fmla="*/ 1 w 128"/>
                  <a:gd name="T3" fmla="*/ 1 h 217"/>
                  <a:gd name="T4" fmla="*/ 1 w 128"/>
                  <a:gd name="T5" fmla="*/ 1 h 217"/>
                  <a:gd name="T6" fmla="*/ 1 w 128"/>
                  <a:gd name="T7" fmla="*/ 1 h 217"/>
                  <a:gd name="T8" fmla="*/ 1 w 128"/>
                  <a:gd name="T9" fmla="*/ 1 h 217"/>
                  <a:gd name="T10" fmla="*/ 1 w 128"/>
                  <a:gd name="T11" fmla="*/ 1 h 217"/>
                  <a:gd name="T12" fmla="*/ 1 w 128"/>
                  <a:gd name="T13" fmla="*/ 1 h 217"/>
                  <a:gd name="T14" fmla="*/ 1 w 128"/>
                  <a:gd name="T15" fmla="*/ 1 h 217"/>
                  <a:gd name="T16" fmla="*/ 1 w 128"/>
                  <a:gd name="T17" fmla="*/ 1 h 217"/>
                  <a:gd name="T18" fmla="*/ 1 w 128"/>
                  <a:gd name="T19" fmla="*/ 1 h 217"/>
                  <a:gd name="T20" fmla="*/ 1 w 128"/>
                  <a:gd name="T21" fmla="*/ 1 h 217"/>
                  <a:gd name="T22" fmla="*/ 1 w 128"/>
                  <a:gd name="T23" fmla="*/ 1 h 217"/>
                  <a:gd name="T24" fmla="*/ 1 w 128"/>
                  <a:gd name="T25" fmla="*/ 1 h 217"/>
                  <a:gd name="T26" fmla="*/ 1 w 128"/>
                  <a:gd name="T27" fmla="*/ 1 h 217"/>
                  <a:gd name="T28" fmla="*/ 1 w 128"/>
                  <a:gd name="T29" fmla="*/ 1 h 217"/>
                  <a:gd name="T30" fmla="*/ 0 w 128"/>
                  <a:gd name="T31" fmla="*/ 1 h 217"/>
                  <a:gd name="T32" fmla="*/ 1 w 128"/>
                  <a:gd name="T33" fmla="*/ 1 h 217"/>
                  <a:gd name="T34" fmla="*/ 1 w 128"/>
                  <a:gd name="T35" fmla="*/ 1 h 217"/>
                  <a:gd name="T36" fmla="*/ 1 w 128"/>
                  <a:gd name="T37" fmla="*/ 1 h 217"/>
                  <a:gd name="T38" fmla="*/ 1 w 128"/>
                  <a:gd name="T39" fmla="*/ 1 h 217"/>
                  <a:gd name="T40" fmla="*/ 1 w 128"/>
                  <a:gd name="T41" fmla="*/ 1 h 217"/>
                  <a:gd name="T42" fmla="*/ 1 w 128"/>
                  <a:gd name="T43" fmla="*/ 1 h 217"/>
                  <a:gd name="T44" fmla="*/ 1 w 128"/>
                  <a:gd name="T45" fmla="*/ 1 h 217"/>
                  <a:gd name="T46" fmla="*/ 1 w 128"/>
                  <a:gd name="T47" fmla="*/ 1 h 217"/>
                  <a:gd name="T48" fmla="*/ 1 w 128"/>
                  <a:gd name="T49" fmla="*/ 0 h 2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accent2"/>
              </a:solidFill>
              <a:ln w="9525">
                <a:noFill/>
                <a:round/>
                <a:headEnd/>
                <a:tailEnd/>
              </a:ln>
            </p:spPr>
            <p:txBody>
              <a:bodyPr/>
              <a:lstStyle/>
              <a:p>
                <a:endParaRPr lang="zh-CN" altLang="en-US"/>
              </a:p>
            </p:txBody>
          </p:sp>
          <p:sp>
            <p:nvSpPr>
              <p:cNvPr id="1065" name="未知"/>
              <p:cNvSpPr>
                <a:spLocks/>
              </p:cNvSpPr>
              <p:nvPr userDrawn="1"/>
            </p:nvSpPr>
            <p:spPr bwMode="auto">
              <a:xfrm rot="373330" flipH="1">
                <a:off x="272" y="323"/>
                <a:ext cx="85" cy="93"/>
              </a:xfrm>
              <a:custGeom>
                <a:avLst/>
                <a:gdLst>
                  <a:gd name="T0" fmla="*/ 1 w 117"/>
                  <a:gd name="T1" fmla="*/ 0 h 132"/>
                  <a:gd name="T2" fmla="*/ 0 w 117"/>
                  <a:gd name="T3" fmla="*/ 1 h 132"/>
                  <a:gd name="T4" fmla="*/ 1 w 117"/>
                  <a:gd name="T5" fmla="*/ 1 h 132"/>
                  <a:gd name="T6" fmla="*/ 1 w 117"/>
                  <a:gd name="T7" fmla="*/ 1 h 132"/>
                  <a:gd name="T8" fmla="*/ 1 w 117"/>
                  <a:gd name="T9" fmla="*/ 1 h 132"/>
                  <a:gd name="T10" fmla="*/ 1 w 117"/>
                  <a:gd name="T11" fmla="*/ 1 h 132"/>
                  <a:gd name="T12" fmla="*/ 1 w 117"/>
                  <a:gd name="T13" fmla="*/ 1 h 132"/>
                  <a:gd name="T14" fmla="*/ 1 w 117"/>
                  <a:gd name="T15" fmla="*/ 1 h 132"/>
                  <a:gd name="T16" fmla="*/ 1 w 117"/>
                  <a:gd name="T17" fmla="*/ 1 h 132"/>
                  <a:gd name="T18" fmla="*/ 1 w 117"/>
                  <a:gd name="T19" fmla="*/ 1 h 132"/>
                  <a:gd name="T20" fmla="*/ 1 w 117"/>
                  <a:gd name="T21" fmla="*/ 1 h 132"/>
                  <a:gd name="T22" fmla="*/ 1 w 117"/>
                  <a:gd name="T23" fmla="*/ 1 h 132"/>
                  <a:gd name="T24" fmla="*/ 1 w 117"/>
                  <a:gd name="T25" fmla="*/ 1 h 132"/>
                  <a:gd name="T26" fmla="*/ 1 w 117"/>
                  <a:gd name="T27" fmla="*/ 1 h 132"/>
                  <a:gd name="T28" fmla="*/ 1 w 117"/>
                  <a:gd name="T29" fmla="*/ 1 h 132"/>
                  <a:gd name="T30" fmla="*/ 1 w 117"/>
                  <a:gd name="T31" fmla="*/ 1 h 132"/>
                  <a:gd name="T32" fmla="*/ 1 w 117"/>
                  <a:gd name="T33" fmla="*/ 1 h 132"/>
                  <a:gd name="T34" fmla="*/ 1 w 117"/>
                  <a:gd name="T35" fmla="*/ 1 h 132"/>
                  <a:gd name="T36" fmla="*/ 1 w 117"/>
                  <a:gd name="T37" fmla="*/ 1 h 132"/>
                  <a:gd name="T38" fmla="*/ 1 w 117"/>
                  <a:gd name="T39" fmla="*/ 1 h 132"/>
                  <a:gd name="T40" fmla="*/ 1 w 117"/>
                  <a:gd name="T41" fmla="*/ 1 h 132"/>
                  <a:gd name="T42" fmla="*/ 1 w 117"/>
                  <a:gd name="T43" fmla="*/ 1 h 132"/>
                  <a:gd name="T44" fmla="*/ 1 w 117"/>
                  <a:gd name="T45" fmla="*/ 1 h 132"/>
                  <a:gd name="T46" fmla="*/ 1 w 117"/>
                  <a:gd name="T47" fmla="*/ 1 h 132"/>
                  <a:gd name="T48" fmla="*/ 1 w 117"/>
                  <a:gd name="T49" fmla="*/ 1 h 132"/>
                  <a:gd name="T50" fmla="*/ 1 w 117"/>
                  <a:gd name="T51" fmla="*/ 1 h 132"/>
                  <a:gd name="T52" fmla="*/ 1 w 117"/>
                  <a:gd name="T53" fmla="*/ 0 h 1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accent2"/>
              </a:solidFill>
              <a:ln w="9525">
                <a:noFill/>
                <a:round/>
                <a:headEnd/>
                <a:tailEnd/>
              </a:ln>
            </p:spPr>
            <p:txBody>
              <a:bodyPr/>
              <a:lstStyle/>
              <a:p>
                <a:endParaRPr lang="zh-CN" altLang="en-US"/>
              </a:p>
            </p:txBody>
          </p:sp>
          <p:sp>
            <p:nvSpPr>
              <p:cNvPr id="1066" name="未知"/>
              <p:cNvSpPr>
                <a:spLocks/>
              </p:cNvSpPr>
              <p:nvPr userDrawn="1"/>
            </p:nvSpPr>
            <p:spPr bwMode="auto">
              <a:xfrm rot="373330" flipH="1">
                <a:off x="248" y="348"/>
                <a:ext cx="21" cy="55"/>
              </a:xfrm>
              <a:custGeom>
                <a:avLst/>
                <a:gdLst>
                  <a:gd name="T0" fmla="*/ 1 w 29"/>
                  <a:gd name="T1" fmla="*/ 0 h 77"/>
                  <a:gd name="T2" fmla="*/ 1 w 29"/>
                  <a:gd name="T3" fmla="*/ 0 h 77"/>
                  <a:gd name="T4" fmla="*/ 1 w 29"/>
                  <a:gd name="T5" fmla="*/ 1 h 77"/>
                  <a:gd name="T6" fmla="*/ 1 w 29"/>
                  <a:gd name="T7" fmla="*/ 1 h 77"/>
                  <a:gd name="T8" fmla="*/ 1 w 29"/>
                  <a:gd name="T9" fmla="*/ 1 h 77"/>
                  <a:gd name="T10" fmla="*/ 1 w 29"/>
                  <a:gd name="T11" fmla="*/ 1 h 77"/>
                  <a:gd name="T12" fmla="*/ 0 w 29"/>
                  <a:gd name="T13" fmla="*/ 1 h 77"/>
                  <a:gd name="T14" fmla="*/ 1 w 29"/>
                  <a:gd name="T15" fmla="*/ 1 h 77"/>
                  <a:gd name="T16" fmla="*/ 1 w 29"/>
                  <a:gd name="T17" fmla="*/ 1 h 77"/>
                  <a:gd name="T18" fmla="*/ 1 w 29"/>
                  <a:gd name="T19" fmla="*/ 1 h 77"/>
                  <a:gd name="T20" fmla="*/ 1 w 29"/>
                  <a:gd name="T21" fmla="*/ 1 h 77"/>
                  <a:gd name="T22" fmla="*/ 1 w 29"/>
                  <a:gd name="T23" fmla="*/ 1 h 77"/>
                  <a:gd name="T24" fmla="*/ 1 w 29"/>
                  <a:gd name="T25" fmla="*/ 0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accent2"/>
              </a:solidFill>
              <a:ln w="9525">
                <a:noFill/>
                <a:round/>
                <a:headEnd/>
                <a:tailEnd/>
              </a:ln>
            </p:spPr>
            <p:txBody>
              <a:bodyPr/>
              <a:lstStyle/>
              <a:p>
                <a:endParaRPr lang="zh-CN" altLang="en-US"/>
              </a:p>
            </p:txBody>
          </p:sp>
          <p:grpSp>
            <p:nvGrpSpPr>
              <p:cNvPr id="1067" name="Group 15"/>
              <p:cNvGrpSpPr>
                <a:grpSpLocks/>
              </p:cNvGrpSpPr>
              <p:nvPr userDrawn="1"/>
            </p:nvGrpSpPr>
            <p:grpSpPr bwMode="auto">
              <a:xfrm rot="10886446" flipH="1">
                <a:off x="294" y="464"/>
                <a:ext cx="608" cy="369"/>
                <a:chOff x="0" y="0"/>
                <a:chExt cx="608" cy="369"/>
              </a:xfrm>
            </p:grpSpPr>
            <p:sp>
              <p:nvSpPr>
                <p:cNvPr id="1068" name="未知"/>
                <p:cNvSpPr>
                  <a:spLocks/>
                </p:cNvSpPr>
                <p:nvPr userDrawn="1"/>
              </p:nvSpPr>
              <p:spPr bwMode="auto">
                <a:xfrm rot="4200091">
                  <a:off x="122" y="102"/>
                  <a:ext cx="143" cy="390"/>
                </a:xfrm>
                <a:custGeom>
                  <a:avLst/>
                  <a:gdLst>
                    <a:gd name="T0" fmla="*/ 1 w 207"/>
                    <a:gd name="T1" fmla="*/ 1 h 564"/>
                    <a:gd name="T2" fmla="*/ 1 w 207"/>
                    <a:gd name="T3" fmla="*/ 1 h 564"/>
                    <a:gd name="T4" fmla="*/ 1 w 207"/>
                    <a:gd name="T5" fmla="*/ 1 h 564"/>
                    <a:gd name="T6" fmla="*/ 0 w 207"/>
                    <a:gd name="T7" fmla="*/ 1 h 564"/>
                    <a:gd name="T8" fmla="*/ 0 w 207"/>
                    <a:gd name="T9" fmla="*/ 1 h 564"/>
                    <a:gd name="T10" fmla="*/ 1 w 207"/>
                    <a:gd name="T11" fmla="*/ 1 h 564"/>
                    <a:gd name="T12" fmla="*/ 1 w 207"/>
                    <a:gd name="T13" fmla="*/ 1 h 564"/>
                    <a:gd name="T14" fmla="*/ 1 w 207"/>
                    <a:gd name="T15" fmla="*/ 1 h 564"/>
                    <a:gd name="T16" fmla="*/ 1 w 207"/>
                    <a:gd name="T17" fmla="*/ 1 h 564"/>
                    <a:gd name="T18" fmla="*/ 1 w 207"/>
                    <a:gd name="T19" fmla="*/ 1 h 564"/>
                    <a:gd name="T20" fmla="*/ 1 w 207"/>
                    <a:gd name="T21" fmla="*/ 1 h 564"/>
                    <a:gd name="T22" fmla="*/ 1 w 207"/>
                    <a:gd name="T23" fmla="*/ 1 h 564"/>
                    <a:gd name="T24" fmla="*/ 1 w 207"/>
                    <a:gd name="T25" fmla="*/ 1 h 564"/>
                    <a:gd name="T26" fmla="*/ 1 w 207"/>
                    <a:gd name="T27" fmla="*/ 1 h 564"/>
                    <a:gd name="T28" fmla="*/ 1 w 207"/>
                    <a:gd name="T29" fmla="*/ 1 h 564"/>
                    <a:gd name="T30" fmla="*/ 1 w 207"/>
                    <a:gd name="T31" fmla="*/ 1 h 564"/>
                    <a:gd name="T32" fmla="*/ 1 w 207"/>
                    <a:gd name="T33" fmla="*/ 1 h 564"/>
                    <a:gd name="T34" fmla="*/ 1 w 207"/>
                    <a:gd name="T35" fmla="*/ 1 h 564"/>
                    <a:gd name="T36" fmla="*/ 1 w 207"/>
                    <a:gd name="T37" fmla="*/ 1 h 564"/>
                    <a:gd name="T38" fmla="*/ 1 w 207"/>
                    <a:gd name="T39" fmla="*/ 1 h 564"/>
                    <a:gd name="T40" fmla="*/ 1 w 207"/>
                    <a:gd name="T41" fmla="*/ 1 h 564"/>
                    <a:gd name="T42" fmla="*/ 1 w 207"/>
                    <a:gd name="T43" fmla="*/ 1 h 564"/>
                    <a:gd name="T44" fmla="*/ 1 w 207"/>
                    <a:gd name="T45" fmla="*/ 1 h 564"/>
                    <a:gd name="T46" fmla="*/ 1 w 207"/>
                    <a:gd name="T47" fmla="*/ 1 h 564"/>
                    <a:gd name="T48" fmla="*/ 1 w 207"/>
                    <a:gd name="T49" fmla="*/ 1 h 564"/>
                    <a:gd name="T50" fmla="*/ 1 w 207"/>
                    <a:gd name="T51" fmla="*/ 1 h 564"/>
                    <a:gd name="T52" fmla="*/ 1 w 207"/>
                    <a:gd name="T53" fmla="*/ 1 h 564"/>
                    <a:gd name="T54" fmla="*/ 1 w 207"/>
                    <a:gd name="T55" fmla="*/ 1 h 564"/>
                    <a:gd name="T56" fmla="*/ 1 w 207"/>
                    <a:gd name="T57" fmla="*/ 0 h 564"/>
                    <a:gd name="T58" fmla="*/ 1 w 207"/>
                    <a:gd name="T59" fmla="*/ 1 h 56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07" h="564">
                      <a:moveTo>
                        <a:pt x="12" y="44"/>
                      </a:moveTo>
                      <a:lnTo>
                        <a:pt x="6" y="72"/>
                      </a:lnTo>
                      <a:lnTo>
                        <a:pt x="3" y="99"/>
                      </a:lnTo>
                      <a:lnTo>
                        <a:pt x="0" y="125"/>
                      </a:lnTo>
                      <a:lnTo>
                        <a:pt x="0" y="151"/>
                      </a:lnTo>
                      <a:lnTo>
                        <a:pt x="3" y="180"/>
                      </a:lnTo>
                      <a:lnTo>
                        <a:pt x="7" y="211"/>
                      </a:lnTo>
                      <a:lnTo>
                        <a:pt x="16" y="247"/>
                      </a:lnTo>
                      <a:lnTo>
                        <a:pt x="29" y="287"/>
                      </a:lnTo>
                      <a:lnTo>
                        <a:pt x="43" y="325"/>
                      </a:lnTo>
                      <a:lnTo>
                        <a:pt x="61" y="364"/>
                      </a:lnTo>
                      <a:lnTo>
                        <a:pt x="83" y="406"/>
                      </a:lnTo>
                      <a:lnTo>
                        <a:pt x="106" y="446"/>
                      </a:lnTo>
                      <a:lnTo>
                        <a:pt x="132" y="483"/>
                      </a:lnTo>
                      <a:lnTo>
                        <a:pt x="157" y="516"/>
                      </a:lnTo>
                      <a:lnTo>
                        <a:pt x="182" y="544"/>
                      </a:lnTo>
                      <a:lnTo>
                        <a:pt x="207" y="564"/>
                      </a:lnTo>
                      <a:lnTo>
                        <a:pt x="160" y="501"/>
                      </a:lnTo>
                      <a:lnTo>
                        <a:pt x="127" y="448"/>
                      </a:lnTo>
                      <a:lnTo>
                        <a:pt x="103" y="405"/>
                      </a:lnTo>
                      <a:lnTo>
                        <a:pt x="87" y="368"/>
                      </a:lnTo>
                      <a:lnTo>
                        <a:pt x="75" y="337"/>
                      </a:lnTo>
                      <a:lnTo>
                        <a:pt x="68" y="309"/>
                      </a:lnTo>
                      <a:lnTo>
                        <a:pt x="63" y="285"/>
                      </a:lnTo>
                      <a:lnTo>
                        <a:pt x="56" y="261"/>
                      </a:lnTo>
                      <a:lnTo>
                        <a:pt x="44" y="205"/>
                      </a:lnTo>
                      <a:lnTo>
                        <a:pt x="41" y="140"/>
                      </a:lnTo>
                      <a:lnTo>
                        <a:pt x="43" y="68"/>
                      </a:lnTo>
                      <a:lnTo>
                        <a:pt x="50" y="0"/>
                      </a:lnTo>
                      <a:lnTo>
                        <a:pt x="12" y="44"/>
                      </a:lnTo>
                      <a:close/>
                    </a:path>
                  </a:pathLst>
                </a:custGeom>
                <a:solidFill>
                  <a:schemeClr val="accent2"/>
                </a:solidFill>
                <a:ln w="9525">
                  <a:noFill/>
                  <a:round/>
                  <a:headEnd/>
                  <a:tailEnd/>
                </a:ln>
              </p:spPr>
              <p:txBody>
                <a:bodyPr/>
                <a:lstStyle/>
                <a:p>
                  <a:endParaRPr lang="zh-CN" altLang="en-US"/>
                </a:p>
              </p:txBody>
            </p:sp>
            <p:sp>
              <p:nvSpPr>
                <p:cNvPr id="5" name="未知"/>
                <p:cNvSpPr>
                  <a:spLocks/>
                </p:cNvSpPr>
                <p:nvPr userDrawn="1"/>
              </p:nvSpPr>
              <p:spPr bwMode="auto">
                <a:xfrm rot="4200091">
                  <a:off x="489" y="56"/>
                  <a:ext cx="33" cy="160"/>
                </a:xfrm>
                <a:custGeom>
                  <a:avLst/>
                  <a:gdLst>
                    <a:gd name="T0" fmla="*/ 0 w 47"/>
                    <a:gd name="T1" fmla="*/ 1 h 232"/>
                    <a:gd name="T2" fmla="*/ 1 w 47"/>
                    <a:gd name="T3" fmla="*/ 1 h 232"/>
                    <a:gd name="T4" fmla="*/ 1 w 47"/>
                    <a:gd name="T5" fmla="*/ 1 h 232"/>
                    <a:gd name="T6" fmla="*/ 1 w 47"/>
                    <a:gd name="T7" fmla="*/ 1 h 232"/>
                    <a:gd name="T8" fmla="*/ 1 w 47"/>
                    <a:gd name="T9" fmla="*/ 1 h 232"/>
                    <a:gd name="T10" fmla="*/ 1 w 47"/>
                    <a:gd name="T11" fmla="*/ 1 h 232"/>
                    <a:gd name="T12" fmla="*/ 1 w 47"/>
                    <a:gd name="T13" fmla="*/ 1 h 232"/>
                    <a:gd name="T14" fmla="*/ 1 w 47"/>
                    <a:gd name="T15" fmla="*/ 1 h 232"/>
                    <a:gd name="T16" fmla="*/ 1 w 47"/>
                    <a:gd name="T17" fmla="*/ 1 h 232"/>
                    <a:gd name="T18" fmla="*/ 1 w 47"/>
                    <a:gd name="T19" fmla="*/ 1 h 232"/>
                    <a:gd name="T20" fmla="*/ 1 w 47"/>
                    <a:gd name="T21" fmla="*/ 1 h 232"/>
                    <a:gd name="T22" fmla="*/ 1 w 47"/>
                    <a:gd name="T23" fmla="*/ 1 h 232"/>
                    <a:gd name="T24" fmla="*/ 1 w 47"/>
                    <a:gd name="T25" fmla="*/ 1 h 232"/>
                    <a:gd name="T26" fmla="*/ 1 w 47"/>
                    <a:gd name="T27" fmla="*/ 0 h 232"/>
                    <a:gd name="T28" fmla="*/ 0 w 47"/>
                    <a:gd name="T29" fmla="*/ 1 h 2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7" h="232">
                      <a:moveTo>
                        <a:pt x="0" y="19"/>
                      </a:moveTo>
                      <a:lnTo>
                        <a:pt x="14" y="55"/>
                      </a:lnTo>
                      <a:lnTo>
                        <a:pt x="22" y="101"/>
                      </a:lnTo>
                      <a:lnTo>
                        <a:pt x="24" y="159"/>
                      </a:lnTo>
                      <a:lnTo>
                        <a:pt x="19" y="232"/>
                      </a:lnTo>
                      <a:lnTo>
                        <a:pt x="45" y="217"/>
                      </a:lnTo>
                      <a:lnTo>
                        <a:pt x="47" y="178"/>
                      </a:lnTo>
                      <a:lnTo>
                        <a:pt x="47" y="140"/>
                      </a:lnTo>
                      <a:lnTo>
                        <a:pt x="45" y="103"/>
                      </a:lnTo>
                      <a:lnTo>
                        <a:pt x="41" y="71"/>
                      </a:lnTo>
                      <a:lnTo>
                        <a:pt x="36" y="52"/>
                      </a:lnTo>
                      <a:lnTo>
                        <a:pt x="29" y="34"/>
                      </a:lnTo>
                      <a:lnTo>
                        <a:pt x="22" y="17"/>
                      </a:lnTo>
                      <a:lnTo>
                        <a:pt x="13" y="0"/>
                      </a:lnTo>
                      <a:lnTo>
                        <a:pt x="0" y="19"/>
                      </a:lnTo>
                      <a:close/>
                    </a:path>
                  </a:pathLst>
                </a:custGeom>
                <a:solidFill>
                  <a:schemeClr val="accent2"/>
                </a:solidFill>
                <a:ln w="9525">
                  <a:noFill/>
                  <a:round/>
                  <a:headEnd/>
                  <a:tailEnd/>
                </a:ln>
              </p:spPr>
              <p:txBody>
                <a:bodyPr/>
                <a:lstStyle/>
                <a:p>
                  <a:endParaRPr lang="zh-CN" altLang="en-US"/>
                </a:p>
              </p:txBody>
            </p:sp>
            <p:sp>
              <p:nvSpPr>
                <p:cNvPr id="1070" name="未知"/>
                <p:cNvSpPr>
                  <a:spLocks/>
                </p:cNvSpPr>
                <p:nvPr userDrawn="1"/>
              </p:nvSpPr>
              <p:spPr bwMode="auto">
                <a:xfrm rot="4200091">
                  <a:off x="564" y="15"/>
                  <a:ext cx="60" cy="27"/>
                </a:xfrm>
                <a:custGeom>
                  <a:avLst/>
                  <a:gdLst>
                    <a:gd name="T0" fmla="*/ 1 w 87"/>
                    <a:gd name="T1" fmla="*/ 1 h 40"/>
                    <a:gd name="T2" fmla="*/ 1 w 87"/>
                    <a:gd name="T3" fmla="*/ 1 h 40"/>
                    <a:gd name="T4" fmla="*/ 1 w 87"/>
                    <a:gd name="T5" fmla="*/ 1 h 40"/>
                    <a:gd name="T6" fmla="*/ 1 w 87"/>
                    <a:gd name="T7" fmla="*/ 1 h 40"/>
                    <a:gd name="T8" fmla="*/ 1 w 87"/>
                    <a:gd name="T9" fmla="*/ 1 h 40"/>
                    <a:gd name="T10" fmla="*/ 1 w 87"/>
                    <a:gd name="T11" fmla="*/ 1 h 40"/>
                    <a:gd name="T12" fmla="*/ 1 w 87"/>
                    <a:gd name="T13" fmla="*/ 1 h 40"/>
                    <a:gd name="T14" fmla="*/ 1 w 87"/>
                    <a:gd name="T15" fmla="*/ 0 h 40"/>
                    <a:gd name="T16" fmla="*/ 0 w 87"/>
                    <a:gd name="T17" fmla="*/ 1 h 40"/>
                    <a:gd name="T18" fmla="*/ 1 w 87"/>
                    <a:gd name="T19" fmla="*/ 1 h 40"/>
                    <a:gd name="T20" fmla="*/ 1 w 87"/>
                    <a:gd name="T21" fmla="*/ 1 h 40"/>
                    <a:gd name="T22" fmla="*/ 1 w 87"/>
                    <a:gd name="T23" fmla="*/ 1 h 40"/>
                    <a:gd name="T24" fmla="*/ 1 w 87"/>
                    <a:gd name="T25" fmla="*/ 1 h 40"/>
                    <a:gd name="T26" fmla="*/ 1 w 87"/>
                    <a:gd name="T27" fmla="*/ 1 h 40"/>
                    <a:gd name="T28" fmla="*/ 1 w 87"/>
                    <a:gd name="T29" fmla="*/ 1 h 40"/>
                    <a:gd name="T30" fmla="*/ 1 w 87"/>
                    <a:gd name="T31" fmla="*/ 1 h 40"/>
                    <a:gd name="T32" fmla="*/ 1 w 87"/>
                    <a:gd name="T33" fmla="*/ 1 h 40"/>
                    <a:gd name="T34" fmla="*/ 1 w 87"/>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7" h="40">
                      <a:moveTo>
                        <a:pt x="87" y="22"/>
                      </a:moveTo>
                      <a:lnTo>
                        <a:pt x="77" y="17"/>
                      </a:lnTo>
                      <a:lnTo>
                        <a:pt x="68" y="12"/>
                      </a:lnTo>
                      <a:lnTo>
                        <a:pt x="58" y="7"/>
                      </a:lnTo>
                      <a:lnTo>
                        <a:pt x="47" y="5"/>
                      </a:lnTo>
                      <a:lnTo>
                        <a:pt x="37" y="3"/>
                      </a:lnTo>
                      <a:lnTo>
                        <a:pt x="26" y="2"/>
                      </a:lnTo>
                      <a:lnTo>
                        <a:pt x="13" y="0"/>
                      </a:lnTo>
                      <a:lnTo>
                        <a:pt x="0" y="2"/>
                      </a:lnTo>
                      <a:lnTo>
                        <a:pt x="6" y="6"/>
                      </a:lnTo>
                      <a:lnTo>
                        <a:pt x="14" y="10"/>
                      </a:lnTo>
                      <a:lnTo>
                        <a:pt x="22" y="14"/>
                      </a:lnTo>
                      <a:lnTo>
                        <a:pt x="33" y="18"/>
                      </a:lnTo>
                      <a:lnTo>
                        <a:pt x="42" y="22"/>
                      </a:lnTo>
                      <a:lnTo>
                        <a:pt x="52" y="27"/>
                      </a:lnTo>
                      <a:lnTo>
                        <a:pt x="64" y="33"/>
                      </a:lnTo>
                      <a:lnTo>
                        <a:pt x="74" y="40"/>
                      </a:lnTo>
                      <a:lnTo>
                        <a:pt x="87" y="22"/>
                      </a:lnTo>
                      <a:close/>
                    </a:path>
                  </a:pathLst>
                </a:custGeom>
                <a:solidFill>
                  <a:schemeClr val="accent2"/>
                </a:solidFill>
                <a:ln w="9525">
                  <a:noFill/>
                  <a:round/>
                  <a:headEnd/>
                  <a:tailEnd/>
                </a:ln>
              </p:spPr>
              <p:txBody>
                <a:bodyPr/>
                <a:lstStyle/>
                <a:p>
                  <a:endParaRPr lang="zh-CN" altLang="en-US"/>
                </a:p>
              </p:txBody>
            </p:sp>
          </p:grpSp>
        </p:grpSp>
        <p:grpSp>
          <p:nvGrpSpPr>
            <p:cNvPr id="1036" name="Group 19"/>
            <p:cNvGrpSpPr>
              <a:grpSpLocks/>
            </p:cNvGrpSpPr>
            <p:nvPr/>
          </p:nvGrpSpPr>
          <p:grpSpPr bwMode="auto">
            <a:xfrm rot="6248562">
              <a:off x="348" y="3854"/>
              <a:ext cx="392" cy="424"/>
              <a:chOff x="0" y="0"/>
              <a:chExt cx="129" cy="157"/>
            </a:xfrm>
          </p:grpSpPr>
          <p:sp>
            <p:nvSpPr>
              <p:cNvPr id="1059" name="未知"/>
              <p:cNvSpPr>
                <a:spLocks/>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endParaRPr lang="zh-CN" altLang="en-US"/>
              </a:p>
            </p:txBody>
          </p:sp>
          <p:sp>
            <p:nvSpPr>
              <p:cNvPr id="1060" name="未知"/>
              <p:cNvSpPr>
                <a:spLocks/>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endParaRPr lang="zh-CN" altLang="en-US"/>
              </a:p>
            </p:txBody>
          </p:sp>
          <p:sp>
            <p:nvSpPr>
              <p:cNvPr id="1061" name="未知"/>
              <p:cNvSpPr>
                <a:spLocks/>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endParaRPr lang="zh-CN" altLang="en-US"/>
              </a:p>
            </p:txBody>
          </p:sp>
        </p:grpSp>
        <p:grpSp>
          <p:nvGrpSpPr>
            <p:cNvPr id="1037" name="Group 23"/>
            <p:cNvGrpSpPr>
              <a:grpSpLocks/>
            </p:cNvGrpSpPr>
            <p:nvPr/>
          </p:nvGrpSpPr>
          <p:grpSpPr bwMode="auto">
            <a:xfrm rot="5003157">
              <a:off x="254" y="1102"/>
              <a:ext cx="412" cy="500"/>
              <a:chOff x="0" y="0"/>
              <a:chExt cx="129" cy="157"/>
            </a:xfrm>
          </p:grpSpPr>
          <p:sp>
            <p:nvSpPr>
              <p:cNvPr id="1056" name="未知"/>
              <p:cNvSpPr>
                <a:spLocks/>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endParaRPr lang="zh-CN" altLang="en-US"/>
              </a:p>
            </p:txBody>
          </p:sp>
          <p:sp>
            <p:nvSpPr>
              <p:cNvPr id="1057" name="未知"/>
              <p:cNvSpPr>
                <a:spLocks/>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endParaRPr lang="zh-CN" altLang="en-US"/>
              </a:p>
            </p:txBody>
          </p:sp>
          <p:sp>
            <p:nvSpPr>
              <p:cNvPr id="1058" name="未知"/>
              <p:cNvSpPr>
                <a:spLocks/>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endParaRPr lang="zh-CN" altLang="en-US"/>
              </a:p>
            </p:txBody>
          </p:sp>
        </p:grpSp>
        <p:grpSp>
          <p:nvGrpSpPr>
            <p:cNvPr id="1038" name="Group 27"/>
            <p:cNvGrpSpPr>
              <a:grpSpLocks/>
            </p:cNvGrpSpPr>
            <p:nvPr/>
          </p:nvGrpSpPr>
          <p:grpSpPr bwMode="auto">
            <a:xfrm>
              <a:off x="820" y="0"/>
              <a:ext cx="345" cy="367"/>
              <a:chOff x="0" y="0"/>
              <a:chExt cx="129" cy="157"/>
            </a:xfrm>
          </p:grpSpPr>
          <p:sp>
            <p:nvSpPr>
              <p:cNvPr id="1053" name="未知"/>
              <p:cNvSpPr>
                <a:spLocks/>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endParaRPr lang="zh-CN" altLang="en-US"/>
              </a:p>
            </p:txBody>
          </p:sp>
          <p:sp>
            <p:nvSpPr>
              <p:cNvPr id="1054" name="未知"/>
              <p:cNvSpPr>
                <a:spLocks/>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endParaRPr lang="zh-CN" altLang="en-US"/>
              </a:p>
            </p:txBody>
          </p:sp>
          <p:sp>
            <p:nvSpPr>
              <p:cNvPr id="1055" name="未知"/>
              <p:cNvSpPr>
                <a:spLocks/>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endParaRPr lang="zh-CN" altLang="en-US"/>
              </a:p>
            </p:txBody>
          </p:sp>
        </p:grpSp>
        <p:sp>
          <p:nvSpPr>
            <p:cNvPr id="1039" name="未知"/>
            <p:cNvSpPr>
              <a:spLocks/>
            </p:cNvSpPr>
            <p:nvPr/>
          </p:nvSpPr>
          <p:spPr bwMode="auto">
            <a:xfrm>
              <a:off x="92" y="94"/>
              <a:ext cx="699" cy="756"/>
            </a:xfrm>
            <a:custGeom>
              <a:avLst/>
              <a:gdLst>
                <a:gd name="T0" fmla="*/ 1 w 699"/>
                <a:gd name="T1" fmla="*/ 392 h 756"/>
                <a:gd name="T2" fmla="*/ 3 w 699"/>
                <a:gd name="T3" fmla="*/ 252 h 756"/>
                <a:gd name="T4" fmla="*/ 21 w 699"/>
                <a:gd name="T5" fmla="*/ 210 h 756"/>
                <a:gd name="T6" fmla="*/ 29 w 699"/>
                <a:gd name="T7" fmla="*/ 182 h 756"/>
                <a:gd name="T8" fmla="*/ 39 w 699"/>
                <a:gd name="T9" fmla="*/ 154 h 756"/>
                <a:gd name="T10" fmla="*/ 51 w 699"/>
                <a:gd name="T11" fmla="*/ 138 h 756"/>
                <a:gd name="T12" fmla="*/ 111 w 699"/>
                <a:gd name="T13" fmla="*/ 74 h 756"/>
                <a:gd name="T14" fmla="*/ 169 w 699"/>
                <a:gd name="T15" fmla="*/ 30 h 756"/>
                <a:gd name="T16" fmla="*/ 225 w 699"/>
                <a:gd name="T17" fmla="*/ 10 h 756"/>
                <a:gd name="T18" fmla="*/ 249 w 699"/>
                <a:gd name="T19" fmla="*/ 4 h 756"/>
                <a:gd name="T20" fmla="*/ 265 w 699"/>
                <a:gd name="T21" fmla="*/ 0 h 756"/>
                <a:gd name="T22" fmla="*/ 357 w 699"/>
                <a:gd name="T23" fmla="*/ 2 h 756"/>
                <a:gd name="T24" fmla="*/ 385 w 699"/>
                <a:gd name="T25" fmla="*/ 6 h 756"/>
                <a:gd name="T26" fmla="*/ 489 w 699"/>
                <a:gd name="T27" fmla="*/ 40 h 756"/>
                <a:gd name="T28" fmla="*/ 619 w 699"/>
                <a:gd name="T29" fmla="*/ 128 h 756"/>
                <a:gd name="T30" fmla="*/ 653 w 699"/>
                <a:gd name="T31" fmla="*/ 178 h 756"/>
                <a:gd name="T32" fmla="*/ 693 w 699"/>
                <a:gd name="T33" fmla="*/ 322 h 756"/>
                <a:gd name="T34" fmla="*/ 687 w 699"/>
                <a:gd name="T35" fmla="*/ 434 h 756"/>
                <a:gd name="T36" fmla="*/ 665 w 699"/>
                <a:gd name="T37" fmla="*/ 538 h 756"/>
                <a:gd name="T38" fmla="*/ 639 w 699"/>
                <a:gd name="T39" fmla="*/ 564 h 756"/>
                <a:gd name="T40" fmla="*/ 631 w 699"/>
                <a:gd name="T41" fmla="*/ 580 h 756"/>
                <a:gd name="T42" fmla="*/ 607 w 699"/>
                <a:gd name="T43" fmla="*/ 588 h 756"/>
                <a:gd name="T44" fmla="*/ 473 w 699"/>
                <a:gd name="T45" fmla="*/ 664 h 756"/>
                <a:gd name="T46" fmla="*/ 449 w 699"/>
                <a:gd name="T47" fmla="*/ 678 h 756"/>
                <a:gd name="T48" fmla="*/ 405 w 699"/>
                <a:gd name="T49" fmla="*/ 684 h 756"/>
                <a:gd name="T50" fmla="*/ 375 w 699"/>
                <a:gd name="T51" fmla="*/ 690 h 756"/>
                <a:gd name="T52" fmla="*/ 267 w 699"/>
                <a:gd name="T53" fmla="*/ 684 h 756"/>
                <a:gd name="T54" fmla="*/ 259 w 699"/>
                <a:gd name="T55" fmla="*/ 722 h 756"/>
                <a:gd name="T56" fmla="*/ 241 w 699"/>
                <a:gd name="T57" fmla="*/ 756 h 756"/>
                <a:gd name="T58" fmla="*/ 185 w 699"/>
                <a:gd name="T59" fmla="*/ 728 h 756"/>
                <a:gd name="T60" fmla="*/ 163 w 699"/>
                <a:gd name="T61" fmla="*/ 720 h 756"/>
                <a:gd name="T62" fmla="*/ 151 w 699"/>
                <a:gd name="T63" fmla="*/ 716 h 756"/>
                <a:gd name="T64" fmla="*/ 195 w 699"/>
                <a:gd name="T65" fmla="*/ 674 h 756"/>
                <a:gd name="T66" fmla="*/ 211 w 699"/>
                <a:gd name="T67" fmla="*/ 644 h 756"/>
                <a:gd name="T68" fmla="*/ 209 w 699"/>
                <a:gd name="T69" fmla="*/ 626 h 756"/>
                <a:gd name="T70" fmla="*/ 195 w 699"/>
                <a:gd name="T71" fmla="*/ 620 h 756"/>
                <a:gd name="T72" fmla="*/ 165 w 699"/>
                <a:gd name="T73" fmla="*/ 596 h 756"/>
                <a:gd name="T74" fmla="*/ 99 w 699"/>
                <a:gd name="T75" fmla="*/ 534 h 756"/>
                <a:gd name="T76" fmla="*/ 61 w 699"/>
                <a:gd name="T77" fmla="*/ 506 h 756"/>
                <a:gd name="T78" fmla="*/ 23 w 699"/>
                <a:gd name="T79" fmla="*/ 470 h 756"/>
                <a:gd name="T80" fmla="*/ 7 w 699"/>
                <a:gd name="T81" fmla="*/ 434 h 756"/>
                <a:gd name="T82" fmla="*/ 5 w 699"/>
                <a:gd name="T83" fmla="*/ 396 h 756"/>
                <a:gd name="T84" fmla="*/ 1 w 699"/>
                <a:gd name="T85" fmla="*/ 392 h 75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99" h="756">
                  <a:moveTo>
                    <a:pt x="1" y="392"/>
                  </a:moveTo>
                  <a:cubicBezTo>
                    <a:pt x="2" y="345"/>
                    <a:pt x="2" y="299"/>
                    <a:pt x="3" y="252"/>
                  </a:cubicBezTo>
                  <a:cubicBezTo>
                    <a:pt x="3" y="238"/>
                    <a:pt x="16" y="224"/>
                    <a:pt x="21" y="210"/>
                  </a:cubicBezTo>
                  <a:cubicBezTo>
                    <a:pt x="24" y="202"/>
                    <a:pt x="29" y="182"/>
                    <a:pt x="29" y="182"/>
                  </a:cubicBezTo>
                  <a:cubicBezTo>
                    <a:pt x="32" y="173"/>
                    <a:pt x="34" y="163"/>
                    <a:pt x="39" y="154"/>
                  </a:cubicBezTo>
                  <a:cubicBezTo>
                    <a:pt x="42" y="148"/>
                    <a:pt x="51" y="138"/>
                    <a:pt x="51" y="138"/>
                  </a:cubicBezTo>
                  <a:cubicBezTo>
                    <a:pt x="58" y="116"/>
                    <a:pt x="88" y="82"/>
                    <a:pt x="111" y="74"/>
                  </a:cubicBezTo>
                  <a:cubicBezTo>
                    <a:pt x="128" y="61"/>
                    <a:pt x="149" y="37"/>
                    <a:pt x="169" y="30"/>
                  </a:cubicBezTo>
                  <a:cubicBezTo>
                    <a:pt x="182" y="17"/>
                    <a:pt x="207" y="15"/>
                    <a:pt x="225" y="10"/>
                  </a:cubicBezTo>
                  <a:cubicBezTo>
                    <a:pt x="233" y="8"/>
                    <a:pt x="241" y="6"/>
                    <a:pt x="249" y="4"/>
                  </a:cubicBezTo>
                  <a:cubicBezTo>
                    <a:pt x="254" y="3"/>
                    <a:pt x="265" y="0"/>
                    <a:pt x="265" y="0"/>
                  </a:cubicBezTo>
                  <a:cubicBezTo>
                    <a:pt x="296" y="1"/>
                    <a:pt x="326" y="0"/>
                    <a:pt x="357" y="2"/>
                  </a:cubicBezTo>
                  <a:cubicBezTo>
                    <a:pt x="366" y="2"/>
                    <a:pt x="385" y="6"/>
                    <a:pt x="385" y="6"/>
                  </a:cubicBezTo>
                  <a:cubicBezTo>
                    <a:pt x="417" y="17"/>
                    <a:pt x="463" y="14"/>
                    <a:pt x="489" y="40"/>
                  </a:cubicBezTo>
                  <a:cubicBezTo>
                    <a:pt x="528" y="60"/>
                    <a:pt x="592" y="105"/>
                    <a:pt x="619" y="128"/>
                  </a:cubicBezTo>
                  <a:cubicBezTo>
                    <a:pt x="635" y="134"/>
                    <a:pt x="643" y="164"/>
                    <a:pt x="653" y="178"/>
                  </a:cubicBezTo>
                  <a:cubicBezTo>
                    <a:pt x="667" y="234"/>
                    <a:pt x="687" y="265"/>
                    <a:pt x="693" y="322"/>
                  </a:cubicBezTo>
                  <a:cubicBezTo>
                    <a:pt x="699" y="365"/>
                    <a:pt x="692" y="398"/>
                    <a:pt x="687" y="434"/>
                  </a:cubicBezTo>
                  <a:cubicBezTo>
                    <a:pt x="686" y="469"/>
                    <a:pt x="691" y="510"/>
                    <a:pt x="665" y="538"/>
                  </a:cubicBezTo>
                  <a:cubicBezTo>
                    <a:pt x="657" y="547"/>
                    <a:pt x="644" y="553"/>
                    <a:pt x="639" y="564"/>
                  </a:cubicBezTo>
                  <a:cubicBezTo>
                    <a:pt x="636" y="569"/>
                    <a:pt x="636" y="576"/>
                    <a:pt x="631" y="580"/>
                  </a:cubicBezTo>
                  <a:cubicBezTo>
                    <a:pt x="624" y="585"/>
                    <a:pt x="607" y="588"/>
                    <a:pt x="607" y="588"/>
                  </a:cubicBezTo>
                  <a:cubicBezTo>
                    <a:pt x="581" y="602"/>
                    <a:pt x="499" y="649"/>
                    <a:pt x="473" y="664"/>
                  </a:cubicBezTo>
                  <a:cubicBezTo>
                    <a:pt x="465" y="666"/>
                    <a:pt x="449" y="678"/>
                    <a:pt x="449" y="678"/>
                  </a:cubicBezTo>
                  <a:cubicBezTo>
                    <a:pt x="438" y="685"/>
                    <a:pt x="417" y="679"/>
                    <a:pt x="405" y="684"/>
                  </a:cubicBezTo>
                  <a:cubicBezTo>
                    <a:pt x="396" y="687"/>
                    <a:pt x="385" y="688"/>
                    <a:pt x="375" y="690"/>
                  </a:cubicBezTo>
                  <a:cubicBezTo>
                    <a:pt x="328" y="689"/>
                    <a:pt x="307" y="687"/>
                    <a:pt x="267" y="684"/>
                  </a:cubicBezTo>
                  <a:cubicBezTo>
                    <a:pt x="249" y="690"/>
                    <a:pt x="264" y="683"/>
                    <a:pt x="259" y="722"/>
                  </a:cubicBezTo>
                  <a:cubicBezTo>
                    <a:pt x="258" y="733"/>
                    <a:pt x="250" y="750"/>
                    <a:pt x="241" y="756"/>
                  </a:cubicBezTo>
                  <a:cubicBezTo>
                    <a:pt x="218" y="752"/>
                    <a:pt x="207" y="735"/>
                    <a:pt x="185" y="728"/>
                  </a:cubicBezTo>
                  <a:cubicBezTo>
                    <a:pt x="176" y="725"/>
                    <a:pt x="171" y="724"/>
                    <a:pt x="163" y="720"/>
                  </a:cubicBezTo>
                  <a:cubicBezTo>
                    <a:pt x="159" y="718"/>
                    <a:pt x="151" y="716"/>
                    <a:pt x="151" y="716"/>
                  </a:cubicBezTo>
                  <a:cubicBezTo>
                    <a:pt x="157" y="695"/>
                    <a:pt x="180" y="689"/>
                    <a:pt x="195" y="674"/>
                  </a:cubicBezTo>
                  <a:cubicBezTo>
                    <a:pt x="198" y="665"/>
                    <a:pt x="205" y="652"/>
                    <a:pt x="211" y="644"/>
                  </a:cubicBezTo>
                  <a:cubicBezTo>
                    <a:pt x="210" y="638"/>
                    <a:pt x="212" y="631"/>
                    <a:pt x="209" y="626"/>
                  </a:cubicBezTo>
                  <a:cubicBezTo>
                    <a:pt x="207" y="621"/>
                    <a:pt x="199" y="623"/>
                    <a:pt x="195" y="620"/>
                  </a:cubicBezTo>
                  <a:cubicBezTo>
                    <a:pt x="185" y="612"/>
                    <a:pt x="173" y="606"/>
                    <a:pt x="165" y="596"/>
                  </a:cubicBezTo>
                  <a:cubicBezTo>
                    <a:pt x="146" y="573"/>
                    <a:pt x="123" y="552"/>
                    <a:pt x="99" y="534"/>
                  </a:cubicBezTo>
                  <a:cubicBezTo>
                    <a:pt x="87" y="525"/>
                    <a:pt x="72" y="517"/>
                    <a:pt x="61" y="506"/>
                  </a:cubicBezTo>
                  <a:cubicBezTo>
                    <a:pt x="49" y="494"/>
                    <a:pt x="37" y="480"/>
                    <a:pt x="23" y="470"/>
                  </a:cubicBezTo>
                  <a:cubicBezTo>
                    <a:pt x="13" y="456"/>
                    <a:pt x="10" y="451"/>
                    <a:pt x="7" y="434"/>
                  </a:cubicBezTo>
                  <a:cubicBezTo>
                    <a:pt x="6" y="421"/>
                    <a:pt x="7" y="408"/>
                    <a:pt x="5" y="396"/>
                  </a:cubicBezTo>
                  <a:cubicBezTo>
                    <a:pt x="5" y="394"/>
                    <a:pt x="0" y="391"/>
                    <a:pt x="1" y="392"/>
                  </a:cubicBezTo>
                  <a:close/>
                </a:path>
              </a:pathLst>
            </a:custGeom>
            <a:solidFill>
              <a:schemeClr val="accent1">
                <a:alpha val="50195"/>
              </a:schemeClr>
            </a:solidFill>
            <a:ln w="9525">
              <a:noFill/>
              <a:round/>
              <a:headEnd/>
              <a:tailEnd/>
            </a:ln>
            <a:effectLst/>
          </p:spPr>
          <p:txBody>
            <a:bodyPr/>
            <a:lstStyle/>
            <a:p>
              <a:endParaRPr lang="zh-CN" altLang="en-US"/>
            </a:p>
          </p:txBody>
        </p:sp>
        <p:sp>
          <p:nvSpPr>
            <p:cNvPr id="1040" name="未知"/>
            <p:cNvSpPr>
              <a:spLocks/>
            </p:cNvSpPr>
            <p:nvPr/>
          </p:nvSpPr>
          <p:spPr bwMode="auto">
            <a:xfrm rot="828663">
              <a:off x="247" y="3404"/>
              <a:ext cx="132" cy="167"/>
            </a:xfrm>
            <a:custGeom>
              <a:avLst/>
              <a:gdLst>
                <a:gd name="T0" fmla="*/ 0 w 109"/>
                <a:gd name="T1" fmla="*/ 0 h 156"/>
                <a:gd name="T2" fmla="*/ 183 w 109"/>
                <a:gd name="T3" fmla="*/ 1 h 156"/>
                <a:gd name="T4" fmla="*/ 701 w 109"/>
                <a:gd name="T5" fmla="*/ 5 h 156"/>
                <a:gd name="T6" fmla="*/ 1396 w 109"/>
                <a:gd name="T7" fmla="*/ 42 h 156"/>
                <a:gd name="T8" fmla="*/ 2211 w 109"/>
                <a:gd name="T9" fmla="*/ 88 h 156"/>
                <a:gd name="T10" fmla="*/ 2955 w 109"/>
                <a:gd name="T11" fmla="*/ 162 h 156"/>
                <a:gd name="T12" fmla="*/ 3637 w 109"/>
                <a:gd name="T13" fmla="*/ 260 h 156"/>
                <a:gd name="T14" fmla="*/ 4059 w 109"/>
                <a:gd name="T15" fmla="*/ 393 h 156"/>
                <a:gd name="T16" fmla="*/ 4159 w 109"/>
                <a:gd name="T17" fmla="*/ 576 h 156"/>
                <a:gd name="T18" fmla="*/ 3962 w 109"/>
                <a:gd name="T19" fmla="*/ 576 h 156"/>
                <a:gd name="T20" fmla="*/ 3765 w 109"/>
                <a:gd name="T21" fmla="*/ 576 h 156"/>
                <a:gd name="T22" fmla="*/ 3537 w 109"/>
                <a:gd name="T23" fmla="*/ 576 h 156"/>
                <a:gd name="T24" fmla="*/ 3272 w 109"/>
                <a:gd name="T25" fmla="*/ 558 h 156"/>
                <a:gd name="T26" fmla="*/ 3081 w 109"/>
                <a:gd name="T27" fmla="*/ 557 h 156"/>
                <a:gd name="T28" fmla="*/ 2836 w 109"/>
                <a:gd name="T29" fmla="*/ 549 h 156"/>
                <a:gd name="T30" fmla="*/ 2501 w 109"/>
                <a:gd name="T31" fmla="*/ 529 h 156"/>
                <a:gd name="T32" fmla="*/ 2211 w 109"/>
                <a:gd name="T33" fmla="*/ 508 h 156"/>
                <a:gd name="T34" fmla="*/ 2015 w 109"/>
                <a:gd name="T35" fmla="*/ 461 h 156"/>
                <a:gd name="T36" fmla="*/ 2015 w 109"/>
                <a:gd name="T37" fmla="*/ 410 h 156"/>
                <a:gd name="T38" fmla="*/ 2120 w 109"/>
                <a:gd name="T39" fmla="*/ 351 h 156"/>
                <a:gd name="T40" fmla="*/ 2223 w 109"/>
                <a:gd name="T41" fmla="*/ 292 h 156"/>
                <a:gd name="T42" fmla="*/ 2120 w 109"/>
                <a:gd name="T43" fmla="*/ 227 h 156"/>
                <a:gd name="T44" fmla="*/ 1826 w 109"/>
                <a:gd name="T45" fmla="*/ 156 h 156"/>
                <a:gd name="T46" fmla="*/ 1194 w 109"/>
                <a:gd name="T47" fmla="*/ 85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folHlink"/>
            </a:solidFill>
            <a:ln w="9525">
              <a:noFill/>
              <a:round/>
              <a:headEnd/>
              <a:tailEnd/>
            </a:ln>
          </p:spPr>
          <p:txBody>
            <a:bodyPr/>
            <a:lstStyle/>
            <a:p>
              <a:endParaRPr lang="zh-CN" altLang="en-US"/>
            </a:p>
          </p:txBody>
        </p:sp>
        <p:sp>
          <p:nvSpPr>
            <p:cNvPr id="1041" name="未知"/>
            <p:cNvSpPr>
              <a:spLocks/>
            </p:cNvSpPr>
            <p:nvPr/>
          </p:nvSpPr>
          <p:spPr bwMode="auto">
            <a:xfrm rot="828663">
              <a:off x="271" y="3592"/>
              <a:ext cx="66" cy="43"/>
            </a:xfrm>
            <a:custGeom>
              <a:avLst/>
              <a:gdLst>
                <a:gd name="T0" fmla="*/ 0 w 54"/>
                <a:gd name="T1" fmla="*/ 0 h 40"/>
                <a:gd name="T2" fmla="*/ 1 w 54"/>
                <a:gd name="T3" fmla="*/ 1 h 40"/>
                <a:gd name="T4" fmla="*/ 264 w 54"/>
                <a:gd name="T5" fmla="*/ 3 h 40"/>
                <a:gd name="T6" fmla="*/ 590 w 54"/>
                <a:gd name="T7" fmla="*/ 34 h 40"/>
                <a:gd name="T8" fmla="*/ 984 w 54"/>
                <a:gd name="T9" fmla="*/ 46 h 40"/>
                <a:gd name="T10" fmla="*/ 1316 w 54"/>
                <a:gd name="T11" fmla="*/ 57 h 40"/>
                <a:gd name="T12" fmla="*/ 1667 w 54"/>
                <a:gd name="T13" fmla="*/ 66 h 40"/>
                <a:gd name="T14" fmla="*/ 2037 w 54"/>
                <a:gd name="T15" fmla="*/ 71 h 40"/>
                <a:gd name="T16" fmla="*/ 2458 w 54"/>
                <a:gd name="T17" fmla="*/ 61 h 40"/>
                <a:gd name="T18" fmla="*/ 2402 w 54"/>
                <a:gd name="T19" fmla="*/ 97 h 40"/>
                <a:gd name="T20" fmla="*/ 2267 w 54"/>
                <a:gd name="T21" fmla="*/ 129 h 40"/>
                <a:gd name="T22" fmla="*/ 2011 w 54"/>
                <a:gd name="T23" fmla="*/ 149 h 40"/>
                <a:gd name="T24" fmla="*/ 1649 w 54"/>
                <a:gd name="T25" fmla="*/ 158 h 40"/>
                <a:gd name="T26" fmla="*/ 1264 w 54"/>
                <a:gd name="T27" fmla="*/ 156 h 40"/>
                <a:gd name="T28" fmla="*/ 846 w 54"/>
                <a:gd name="T29" fmla="*/ 127 h 40"/>
                <a:gd name="T30" fmla="*/ 444 w 54"/>
                <a:gd name="T31" fmla="*/ 82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folHlink"/>
            </a:solidFill>
            <a:ln w="9525">
              <a:noFill/>
              <a:round/>
              <a:headEnd/>
              <a:tailEnd/>
            </a:ln>
          </p:spPr>
          <p:txBody>
            <a:bodyPr/>
            <a:lstStyle/>
            <a:p>
              <a:endParaRPr lang="zh-CN" altLang="en-US"/>
            </a:p>
          </p:txBody>
        </p:sp>
        <p:sp>
          <p:nvSpPr>
            <p:cNvPr id="1042" name="未知"/>
            <p:cNvSpPr>
              <a:spLocks/>
            </p:cNvSpPr>
            <p:nvPr/>
          </p:nvSpPr>
          <p:spPr bwMode="auto">
            <a:xfrm>
              <a:off x="16" y="4110"/>
              <a:ext cx="118" cy="209"/>
            </a:xfrm>
            <a:custGeom>
              <a:avLst/>
              <a:gdLst>
                <a:gd name="T0" fmla="*/ 0 w 118"/>
                <a:gd name="T1" fmla="*/ 0 h 209"/>
                <a:gd name="T2" fmla="*/ 6 w 118"/>
                <a:gd name="T3" fmla="*/ 8 h 209"/>
                <a:gd name="T4" fmla="*/ 15 w 118"/>
                <a:gd name="T5" fmla="*/ 19 h 209"/>
                <a:gd name="T6" fmla="*/ 26 w 118"/>
                <a:gd name="T7" fmla="*/ 33 h 209"/>
                <a:gd name="T8" fmla="*/ 38 w 118"/>
                <a:gd name="T9" fmla="*/ 51 h 209"/>
                <a:gd name="T10" fmla="*/ 54 w 118"/>
                <a:gd name="T11" fmla="*/ 72 h 209"/>
                <a:gd name="T12" fmla="*/ 67 w 118"/>
                <a:gd name="T13" fmla="*/ 94 h 209"/>
                <a:gd name="T14" fmla="*/ 79 w 118"/>
                <a:gd name="T15" fmla="*/ 119 h 209"/>
                <a:gd name="T16" fmla="*/ 87 w 118"/>
                <a:gd name="T17" fmla="*/ 146 h 209"/>
                <a:gd name="T18" fmla="*/ 94 w 118"/>
                <a:gd name="T19" fmla="*/ 175 h 209"/>
                <a:gd name="T20" fmla="*/ 91 w 118"/>
                <a:gd name="T21" fmla="*/ 209 h 209"/>
                <a:gd name="T22" fmla="*/ 118 w 118"/>
                <a:gd name="T23" fmla="*/ 209 h 209"/>
                <a:gd name="T24" fmla="*/ 117 w 118"/>
                <a:gd name="T25" fmla="*/ 177 h 209"/>
                <a:gd name="T26" fmla="*/ 104 w 118"/>
                <a:gd name="T27" fmla="*/ 119 h 209"/>
                <a:gd name="T28" fmla="*/ 82 w 118"/>
                <a:gd name="T29" fmla="*/ 69 h 209"/>
                <a:gd name="T30" fmla="*/ 47 w 118"/>
                <a:gd name="T31" fmla="*/ 27 h 209"/>
                <a:gd name="T32" fmla="*/ 0 w 118"/>
                <a:gd name="T33" fmla="*/ 0 h 20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18" h="209">
                  <a:moveTo>
                    <a:pt x="0" y="0"/>
                  </a:moveTo>
                  <a:lnTo>
                    <a:pt x="6" y="8"/>
                  </a:lnTo>
                  <a:lnTo>
                    <a:pt x="15" y="19"/>
                  </a:lnTo>
                  <a:lnTo>
                    <a:pt x="26" y="33"/>
                  </a:lnTo>
                  <a:lnTo>
                    <a:pt x="38" y="51"/>
                  </a:lnTo>
                  <a:lnTo>
                    <a:pt x="54" y="72"/>
                  </a:lnTo>
                  <a:lnTo>
                    <a:pt x="67" y="94"/>
                  </a:lnTo>
                  <a:lnTo>
                    <a:pt x="79" y="119"/>
                  </a:lnTo>
                  <a:lnTo>
                    <a:pt x="87" y="146"/>
                  </a:lnTo>
                  <a:lnTo>
                    <a:pt x="94" y="175"/>
                  </a:lnTo>
                  <a:lnTo>
                    <a:pt x="91" y="209"/>
                  </a:lnTo>
                  <a:lnTo>
                    <a:pt x="118" y="209"/>
                  </a:lnTo>
                  <a:lnTo>
                    <a:pt x="117" y="177"/>
                  </a:lnTo>
                  <a:lnTo>
                    <a:pt x="104" y="119"/>
                  </a:lnTo>
                  <a:lnTo>
                    <a:pt x="82" y="69"/>
                  </a:lnTo>
                  <a:lnTo>
                    <a:pt x="47" y="27"/>
                  </a:lnTo>
                  <a:lnTo>
                    <a:pt x="0" y="0"/>
                  </a:lnTo>
                  <a:close/>
                </a:path>
              </a:pathLst>
            </a:custGeom>
            <a:solidFill>
              <a:schemeClr val="folHlink"/>
            </a:solidFill>
            <a:ln w="9525">
              <a:noFill/>
              <a:round/>
              <a:headEnd/>
              <a:tailEnd/>
            </a:ln>
          </p:spPr>
          <p:txBody>
            <a:bodyPr/>
            <a:lstStyle/>
            <a:p>
              <a:endParaRPr lang="zh-CN" altLang="en-US"/>
            </a:p>
          </p:txBody>
        </p:sp>
        <p:sp>
          <p:nvSpPr>
            <p:cNvPr id="1043" name="未知"/>
            <p:cNvSpPr>
              <a:spLocks/>
            </p:cNvSpPr>
            <p:nvPr/>
          </p:nvSpPr>
          <p:spPr bwMode="auto">
            <a:xfrm>
              <a:off x="5" y="3968"/>
              <a:ext cx="130" cy="128"/>
            </a:xfrm>
            <a:custGeom>
              <a:avLst/>
              <a:gdLst>
                <a:gd name="T0" fmla="*/ 103 w 130"/>
                <a:gd name="T1" fmla="*/ 0 h 128"/>
                <a:gd name="T2" fmla="*/ 130 w 130"/>
                <a:gd name="T3" fmla="*/ 128 h 128"/>
                <a:gd name="T4" fmla="*/ 125 w 130"/>
                <a:gd name="T5" fmla="*/ 126 h 128"/>
                <a:gd name="T6" fmla="*/ 111 w 130"/>
                <a:gd name="T7" fmla="*/ 121 h 128"/>
                <a:gd name="T8" fmla="*/ 92 w 130"/>
                <a:gd name="T9" fmla="*/ 111 h 128"/>
                <a:gd name="T10" fmla="*/ 68 w 130"/>
                <a:gd name="T11" fmla="*/ 103 h 128"/>
                <a:gd name="T12" fmla="*/ 41 w 130"/>
                <a:gd name="T13" fmla="*/ 94 h 128"/>
                <a:gd name="T14" fmla="*/ 19 w 130"/>
                <a:gd name="T15" fmla="*/ 90 h 128"/>
                <a:gd name="T16" fmla="*/ 0 w 130"/>
                <a:gd name="T17" fmla="*/ 93 h 128"/>
                <a:gd name="T18" fmla="*/ 0 w 130"/>
                <a:gd name="T19" fmla="*/ 72 h 128"/>
                <a:gd name="T20" fmla="*/ 12 w 130"/>
                <a:gd name="T21" fmla="*/ 70 h 128"/>
                <a:gd name="T22" fmla="*/ 24 w 130"/>
                <a:gd name="T23" fmla="*/ 66 h 128"/>
                <a:gd name="T24" fmla="*/ 38 w 130"/>
                <a:gd name="T25" fmla="*/ 66 h 128"/>
                <a:gd name="T26" fmla="*/ 51 w 130"/>
                <a:gd name="T27" fmla="*/ 67 h 128"/>
                <a:gd name="T28" fmla="*/ 65 w 130"/>
                <a:gd name="T29" fmla="*/ 70 h 128"/>
                <a:gd name="T30" fmla="*/ 78 w 130"/>
                <a:gd name="T31" fmla="*/ 78 h 128"/>
                <a:gd name="T32" fmla="*/ 81 w 130"/>
                <a:gd name="T33" fmla="*/ 74 h 128"/>
                <a:gd name="T34" fmla="*/ 81 w 130"/>
                <a:gd name="T35" fmla="*/ 58 h 128"/>
                <a:gd name="T36" fmla="*/ 82 w 130"/>
                <a:gd name="T37" fmla="*/ 37 h 128"/>
                <a:gd name="T38" fmla="*/ 82 w 130"/>
                <a:gd name="T39" fmla="*/ 29 h 128"/>
                <a:gd name="T40" fmla="*/ 80 w 130"/>
                <a:gd name="T41" fmla="*/ 29 h 128"/>
                <a:gd name="T42" fmla="*/ 77 w 130"/>
                <a:gd name="T43" fmla="*/ 27 h 128"/>
                <a:gd name="T44" fmla="*/ 76 w 130"/>
                <a:gd name="T45" fmla="*/ 22 h 128"/>
                <a:gd name="T46" fmla="*/ 75 w 130"/>
                <a:gd name="T47" fmla="*/ 19 h 128"/>
                <a:gd name="T48" fmla="*/ 76 w 130"/>
                <a:gd name="T49" fmla="*/ 15 h 128"/>
                <a:gd name="T50" fmla="*/ 79 w 130"/>
                <a:gd name="T51" fmla="*/ 10 h 128"/>
                <a:gd name="T52" fmla="*/ 89 w 130"/>
                <a:gd name="T53" fmla="*/ 6 h 128"/>
                <a:gd name="T54" fmla="*/ 103 w 130"/>
                <a:gd name="T55" fmla="*/ 0 h 1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30" h="128">
                  <a:moveTo>
                    <a:pt x="103" y="0"/>
                  </a:moveTo>
                  <a:lnTo>
                    <a:pt x="130" y="128"/>
                  </a:lnTo>
                  <a:lnTo>
                    <a:pt x="125" y="126"/>
                  </a:lnTo>
                  <a:lnTo>
                    <a:pt x="111" y="121"/>
                  </a:lnTo>
                  <a:lnTo>
                    <a:pt x="92" y="111"/>
                  </a:lnTo>
                  <a:lnTo>
                    <a:pt x="68" y="103"/>
                  </a:lnTo>
                  <a:lnTo>
                    <a:pt x="41" y="94"/>
                  </a:lnTo>
                  <a:lnTo>
                    <a:pt x="19" y="90"/>
                  </a:lnTo>
                  <a:lnTo>
                    <a:pt x="0" y="93"/>
                  </a:lnTo>
                  <a:lnTo>
                    <a:pt x="0" y="72"/>
                  </a:lnTo>
                  <a:lnTo>
                    <a:pt x="12" y="70"/>
                  </a:lnTo>
                  <a:lnTo>
                    <a:pt x="24" y="66"/>
                  </a:lnTo>
                  <a:lnTo>
                    <a:pt x="38" y="66"/>
                  </a:lnTo>
                  <a:lnTo>
                    <a:pt x="51" y="67"/>
                  </a:lnTo>
                  <a:lnTo>
                    <a:pt x="65" y="70"/>
                  </a:lnTo>
                  <a:lnTo>
                    <a:pt x="78" y="78"/>
                  </a:lnTo>
                  <a:lnTo>
                    <a:pt x="81" y="74"/>
                  </a:lnTo>
                  <a:lnTo>
                    <a:pt x="81" y="58"/>
                  </a:lnTo>
                  <a:lnTo>
                    <a:pt x="82" y="37"/>
                  </a:lnTo>
                  <a:lnTo>
                    <a:pt x="82" y="29"/>
                  </a:lnTo>
                  <a:lnTo>
                    <a:pt x="80" y="29"/>
                  </a:lnTo>
                  <a:lnTo>
                    <a:pt x="77" y="27"/>
                  </a:lnTo>
                  <a:lnTo>
                    <a:pt x="76" y="22"/>
                  </a:lnTo>
                  <a:lnTo>
                    <a:pt x="75" y="19"/>
                  </a:lnTo>
                  <a:lnTo>
                    <a:pt x="76" y="15"/>
                  </a:lnTo>
                  <a:lnTo>
                    <a:pt x="79" y="10"/>
                  </a:lnTo>
                  <a:lnTo>
                    <a:pt x="89" y="6"/>
                  </a:lnTo>
                  <a:lnTo>
                    <a:pt x="103" y="0"/>
                  </a:lnTo>
                  <a:close/>
                </a:path>
              </a:pathLst>
            </a:custGeom>
            <a:solidFill>
              <a:schemeClr val="folHlink"/>
            </a:solidFill>
            <a:ln w="9525">
              <a:noFill/>
              <a:round/>
              <a:headEnd/>
              <a:tailEnd/>
            </a:ln>
          </p:spPr>
          <p:txBody>
            <a:bodyPr/>
            <a:lstStyle/>
            <a:p>
              <a:endParaRPr lang="zh-CN" altLang="en-US"/>
            </a:p>
          </p:txBody>
        </p:sp>
        <p:sp>
          <p:nvSpPr>
            <p:cNvPr id="1044" name="未知"/>
            <p:cNvSpPr>
              <a:spLocks/>
            </p:cNvSpPr>
            <p:nvPr/>
          </p:nvSpPr>
          <p:spPr bwMode="auto">
            <a:xfrm>
              <a:off x="5" y="3949"/>
              <a:ext cx="47" cy="86"/>
            </a:xfrm>
            <a:custGeom>
              <a:avLst/>
              <a:gdLst>
                <a:gd name="T0" fmla="*/ 37 w 47"/>
                <a:gd name="T1" fmla="*/ 0 h 86"/>
                <a:gd name="T2" fmla="*/ 15 w 47"/>
                <a:gd name="T3" fmla="*/ 37 h 86"/>
                <a:gd name="T4" fmla="*/ 0 w 47"/>
                <a:gd name="T5" fmla="*/ 59 h 86"/>
                <a:gd name="T6" fmla="*/ 0 w 47"/>
                <a:gd name="T7" fmla="*/ 86 h 86"/>
                <a:gd name="T8" fmla="*/ 8 w 47"/>
                <a:gd name="T9" fmla="*/ 82 h 86"/>
                <a:gd name="T10" fmla="*/ 20 w 47"/>
                <a:gd name="T11" fmla="*/ 73 h 86"/>
                <a:gd name="T12" fmla="*/ 33 w 47"/>
                <a:gd name="T13" fmla="*/ 63 h 86"/>
                <a:gd name="T14" fmla="*/ 42 w 47"/>
                <a:gd name="T15" fmla="*/ 51 h 86"/>
                <a:gd name="T16" fmla="*/ 47 w 47"/>
                <a:gd name="T17" fmla="*/ 36 h 86"/>
                <a:gd name="T18" fmla="*/ 46 w 47"/>
                <a:gd name="T19" fmla="*/ 19 h 86"/>
                <a:gd name="T20" fmla="*/ 37 w 47"/>
                <a:gd name="T21" fmla="*/ 0 h 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7" h="86">
                  <a:moveTo>
                    <a:pt x="37" y="0"/>
                  </a:moveTo>
                  <a:lnTo>
                    <a:pt x="15" y="37"/>
                  </a:lnTo>
                  <a:lnTo>
                    <a:pt x="0" y="59"/>
                  </a:lnTo>
                  <a:lnTo>
                    <a:pt x="0" y="86"/>
                  </a:lnTo>
                  <a:lnTo>
                    <a:pt x="8" y="82"/>
                  </a:lnTo>
                  <a:lnTo>
                    <a:pt x="20" y="73"/>
                  </a:lnTo>
                  <a:lnTo>
                    <a:pt x="33" y="63"/>
                  </a:lnTo>
                  <a:lnTo>
                    <a:pt x="42" y="51"/>
                  </a:lnTo>
                  <a:lnTo>
                    <a:pt x="47" y="36"/>
                  </a:lnTo>
                  <a:lnTo>
                    <a:pt x="46" y="19"/>
                  </a:lnTo>
                  <a:lnTo>
                    <a:pt x="37" y="0"/>
                  </a:lnTo>
                  <a:close/>
                </a:path>
              </a:pathLst>
            </a:custGeom>
            <a:solidFill>
              <a:schemeClr val="folHlink"/>
            </a:solidFill>
            <a:ln w="9525">
              <a:noFill/>
              <a:round/>
              <a:headEnd/>
              <a:tailEnd/>
            </a:ln>
          </p:spPr>
          <p:txBody>
            <a:bodyPr/>
            <a:lstStyle/>
            <a:p>
              <a:endParaRPr lang="zh-CN" altLang="en-US"/>
            </a:p>
          </p:txBody>
        </p:sp>
        <p:sp>
          <p:nvSpPr>
            <p:cNvPr id="1045" name="未知"/>
            <p:cNvSpPr>
              <a:spLocks/>
            </p:cNvSpPr>
            <p:nvPr/>
          </p:nvSpPr>
          <p:spPr bwMode="auto">
            <a:xfrm>
              <a:off x="5" y="3239"/>
              <a:ext cx="497" cy="740"/>
            </a:xfrm>
            <a:custGeom>
              <a:avLst/>
              <a:gdLst>
                <a:gd name="T0" fmla="*/ 0 w 497"/>
                <a:gd name="T1" fmla="*/ 13 h 740"/>
                <a:gd name="T2" fmla="*/ 41 w 497"/>
                <a:gd name="T3" fmla="*/ 4 h 740"/>
                <a:gd name="T4" fmla="*/ 101 w 497"/>
                <a:gd name="T5" fmla="*/ 0 h 740"/>
                <a:gd name="T6" fmla="*/ 170 w 497"/>
                <a:gd name="T7" fmla="*/ 4 h 740"/>
                <a:gd name="T8" fmla="*/ 248 w 497"/>
                <a:gd name="T9" fmla="*/ 21 h 740"/>
                <a:gd name="T10" fmla="*/ 323 w 497"/>
                <a:gd name="T11" fmla="*/ 50 h 740"/>
                <a:gd name="T12" fmla="*/ 382 w 497"/>
                <a:gd name="T13" fmla="*/ 90 h 740"/>
                <a:gd name="T14" fmla="*/ 428 w 497"/>
                <a:gd name="T15" fmla="*/ 141 h 740"/>
                <a:gd name="T16" fmla="*/ 463 w 497"/>
                <a:gd name="T17" fmla="*/ 199 h 740"/>
                <a:gd name="T18" fmla="*/ 485 w 497"/>
                <a:gd name="T19" fmla="*/ 262 h 740"/>
                <a:gd name="T20" fmla="*/ 496 w 497"/>
                <a:gd name="T21" fmla="*/ 327 h 740"/>
                <a:gd name="T22" fmla="*/ 497 w 497"/>
                <a:gd name="T23" fmla="*/ 396 h 740"/>
                <a:gd name="T24" fmla="*/ 487 w 497"/>
                <a:gd name="T25" fmla="*/ 462 h 740"/>
                <a:gd name="T26" fmla="*/ 470 w 497"/>
                <a:gd name="T27" fmla="*/ 527 h 740"/>
                <a:gd name="T28" fmla="*/ 443 w 497"/>
                <a:gd name="T29" fmla="*/ 586 h 740"/>
                <a:gd name="T30" fmla="*/ 406 w 497"/>
                <a:gd name="T31" fmla="*/ 639 h 740"/>
                <a:gd name="T32" fmla="*/ 364 w 497"/>
                <a:gd name="T33" fmla="*/ 683 h 740"/>
                <a:gd name="T34" fmla="*/ 315 w 497"/>
                <a:gd name="T35" fmla="*/ 715 h 740"/>
                <a:gd name="T36" fmla="*/ 259 w 497"/>
                <a:gd name="T37" fmla="*/ 736 h 740"/>
                <a:gd name="T38" fmla="*/ 198 w 497"/>
                <a:gd name="T39" fmla="*/ 740 h 740"/>
                <a:gd name="T40" fmla="*/ 131 w 497"/>
                <a:gd name="T41" fmla="*/ 727 h 740"/>
                <a:gd name="T42" fmla="*/ 167 w 497"/>
                <a:gd name="T43" fmla="*/ 728 h 740"/>
                <a:gd name="T44" fmla="*/ 204 w 497"/>
                <a:gd name="T45" fmla="*/ 718 h 740"/>
                <a:gd name="T46" fmla="*/ 238 w 497"/>
                <a:gd name="T47" fmla="*/ 700 h 740"/>
                <a:gd name="T48" fmla="*/ 272 w 497"/>
                <a:gd name="T49" fmla="*/ 670 h 740"/>
                <a:gd name="T50" fmla="*/ 304 w 497"/>
                <a:gd name="T51" fmla="*/ 635 h 740"/>
                <a:gd name="T52" fmla="*/ 333 w 497"/>
                <a:gd name="T53" fmla="*/ 594 h 740"/>
                <a:gd name="T54" fmla="*/ 358 w 497"/>
                <a:gd name="T55" fmla="*/ 549 h 740"/>
                <a:gd name="T56" fmla="*/ 381 w 497"/>
                <a:gd name="T57" fmla="*/ 500 h 740"/>
                <a:gd name="T58" fmla="*/ 396 w 497"/>
                <a:gd name="T59" fmla="*/ 449 h 740"/>
                <a:gd name="T60" fmla="*/ 408 w 497"/>
                <a:gd name="T61" fmla="*/ 397 h 740"/>
                <a:gd name="T62" fmla="*/ 414 w 497"/>
                <a:gd name="T63" fmla="*/ 346 h 740"/>
                <a:gd name="T64" fmla="*/ 412 w 497"/>
                <a:gd name="T65" fmla="*/ 296 h 740"/>
                <a:gd name="T66" fmla="*/ 402 w 497"/>
                <a:gd name="T67" fmla="*/ 251 h 740"/>
                <a:gd name="T68" fmla="*/ 384 w 497"/>
                <a:gd name="T69" fmla="*/ 208 h 740"/>
                <a:gd name="T70" fmla="*/ 357 w 497"/>
                <a:gd name="T71" fmla="*/ 172 h 740"/>
                <a:gd name="T72" fmla="*/ 320 w 497"/>
                <a:gd name="T73" fmla="*/ 142 h 740"/>
                <a:gd name="T74" fmla="*/ 260 w 497"/>
                <a:gd name="T75" fmla="*/ 107 h 740"/>
                <a:gd name="T76" fmla="*/ 203 w 497"/>
                <a:gd name="T77" fmla="*/ 82 h 740"/>
                <a:gd name="T78" fmla="*/ 154 w 497"/>
                <a:gd name="T79" fmla="*/ 65 h 740"/>
                <a:gd name="T80" fmla="*/ 108 w 497"/>
                <a:gd name="T81" fmla="*/ 56 h 740"/>
                <a:gd name="T82" fmla="*/ 68 w 497"/>
                <a:gd name="T83" fmla="*/ 55 h 740"/>
                <a:gd name="T84" fmla="*/ 32 w 497"/>
                <a:gd name="T85" fmla="*/ 61 h 740"/>
                <a:gd name="T86" fmla="*/ 0 w 497"/>
                <a:gd name="T87" fmla="*/ 70 h 740"/>
                <a:gd name="T88" fmla="*/ 0 w 497"/>
                <a:gd name="T89" fmla="*/ 13 h 74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97" h="740">
                  <a:moveTo>
                    <a:pt x="0" y="13"/>
                  </a:moveTo>
                  <a:lnTo>
                    <a:pt x="41" y="4"/>
                  </a:lnTo>
                  <a:lnTo>
                    <a:pt x="101" y="0"/>
                  </a:lnTo>
                  <a:lnTo>
                    <a:pt x="170" y="4"/>
                  </a:lnTo>
                  <a:lnTo>
                    <a:pt x="248" y="21"/>
                  </a:lnTo>
                  <a:lnTo>
                    <a:pt x="323" y="50"/>
                  </a:lnTo>
                  <a:lnTo>
                    <a:pt x="382" y="90"/>
                  </a:lnTo>
                  <a:lnTo>
                    <a:pt x="428" y="141"/>
                  </a:lnTo>
                  <a:lnTo>
                    <a:pt x="463" y="199"/>
                  </a:lnTo>
                  <a:lnTo>
                    <a:pt x="485" y="262"/>
                  </a:lnTo>
                  <a:lnTo>
                    <a:pt x="496" y="327"/>
                  </a:lnTo>
                  <a:lnTo>
                    <a:pt x="497" y="396"/>
                  </a:lnTo>
                  <a:lnTo>
                    <a:pt x="487" y="462"/>
                  </a:lnTo>
                  <a:lnTo>
                    <a:pt x="470" y="527"/>
                  </a:lnTo>
                  <a:lnTo>
                    <a:pt x="443" y="586"/>
                  </a:lnTo>
                  <a:lnTo>
                    <a:pt x="406" y="639"/>
                  </a:lnTo>
                  <a:lnTo>
                    <a:pt x="364" y="683"/>
                  </a:lnTo>
                  <a:lnTo>
                    <a:pt x="315" y="715"/>
                  </a:lnTo>
                  <a:lnTo>
                    <a:pt x="259" y="736"/>
                  </a:lnTo>
                  <a:lnTo>
                    <a:pt x="198" y="740"/>
                  </a:lnTo>
                  <a:lnTo>
                    <a:pt x="131" y="727"/>
                  </a:lnTo>
                  <a:lnTo>
                    <a:pt x="167" y="728"/>
                  </a:lnTo>
                  <a:lnTo>
                    <a:pt x="204" y="718"/>
                  </a:lnTo>
                  <a:lnTo>
                    <a:pt x="238" y="700"/>
                  </a:lnTo>
                  <a:lnTo>
                    <a:pt x="272" y="670"/>
                  </a:lnTo>
                  <a:lnTo>
                    <a:pt x="304" y="635"/>
                  </a:lnTo>
                  <a:lnTo>
                    <a:pt x="333" y="594"/>
                  </a:lnTo>
                  <a:lnTo>
                    <a:pt x="358" y="549"/>
                  </a:lnTo>
                  <a:lnTo>
                    <a:pt x="381" y="500"/>
                  </a:lnTo>
                  <a:lnTo>
                    <a:pt x="396" y="449"/>
                  </a:lnTo>
                  <a:lnTo>
                    <a:pt x="408" y="397"/>
                  </a:lnTo>
                  <a:lnTo>
                    <a:pt x="414" y="346"/>
                  </a:lnTo>
                  <a:lnTo>
                    <a:pt x="412" y="296"/>
                  </a:lnTo>
                  <a:lnTo>
                    <a:pt x="402" y="251"/>
                  </a:lnTo>
                  <a:lnTo>
                    <a:pt x="384" y="208"/>
                  </a:lnTo>
                  <a:lnTo>
                    <a:pt x="357" y="172"/>
                  </a:lnTo>
                  <a:lnTo>
                    <a:pt x="320" y="142"/>
                  </a:lnTo>
                  <a:lnTo>
                    <a:pt x="260" y="107"/>
                  </a:lnTo>
                  <a:lnTo>
                    <a:pt x="203" y="82"/>
                  </a:lnTo>
                  <a:lnTo>
                    <a:pt x="154" y="65"/>
                  </a:lnTo>
                  <a:lnTo>
                    <a:pt x="108" y="56"/>
                  </a:lnTo>
                  <a:lnTo>
                    <a:pt x="68" y="55"/>
                  </a:lnTo>
                  <a:lnTo>
                    <a:pt x="32" y="61"/>
                  </a:lnTo>
                  <a:lnTo>
                    <a:pt x="0" y="70"/>
                  </a:lnTo>
                  <a:lnTo>
                    <a:pt x="0" y="13"/>
                  </a:lnTo>
                  <a:close/>
                </a:path>
              </a:pathLst>
            </a:custGeom>
            <a:solidFill>
              <a:schemeClr val="folHlink"/>
            </a:solidFill>
            <a:ln w="9525">
              <a:noFill/>
              <a:round/>
              <a:headEnd/>
              <a:tailEnd/>
            </a:ln>
          </p:spPr>
          <p:txBody>
            <a:bodyPr/>
            <a:lstStyle/>
            <a:p>
              <a:endParaRPr lang="zh-CN" altLang="en-US"/>
            </a:p>
          </p:txBody>
        </p:sp>
        <p:sp>
          <p:nvSpPr>
            <p:cNvPr id="1046" name="未知"/>
            <p:cNvSpPr>
              <a:spLocks/>
            </p:cNvSpPr>
            <p:nvPr/>
          </p:nvSpPr>
          <p:spPr bwMode="auto">
            <a:xfrm rot="1584153">
              <a:off x="25" y="410"/>
              <a:ext cx="344" cy="245"/>
            </a:xfrm>
            <a:custGeom>
              <a:avLst/>
              <a:gdLst>
                <a:gd name="T0" fmla="*/ 0 w 257"/>
                <a:gd name="T1" fmla="*/ 0 h 237"/>
                <a:gd name="T2" fmla="*/ 0 w 257"/>
                <a:gd name="T3" fmla="*/ 44 h 237"/>
                <a:gd name="T4" fmla="*/ 693 w 257"/>
                <a:gd name="T5" fmla="*/ 94 h 237"/>
                <a:gd name="T6" fmla="*/ 1586 w 257"/>
                <a:gd name="T7" fmla="*/ 142 h 237"/>
                <a:gd name="T8" fmla="*/ 2842 w 257"/>
                <a:gd name="T9" fmla="*/ 184 h 237"/>
                <a:gd name="T10" fmla="*/ 4592 w 257"/>
                <a:gd name="T11" fmla="*/ 223 h 237"/>
                <a:gd name="T12" fmla="*/ 6816 w 257"/>
                <a:gd name="T13" fmla="*/ 265 h 237"/>
                <a:gd name="T14" fmla="*/ 9655 w 257"/>
                <a:gd name="T15" fmla="*/ 303 h 237"/>
                <a:gd name="T16" fmla="*/ 12923 w 257"/>
                <a:gd name="T17" fmla="*/ 335 h 237"/>
                <a:gd name="T18" fmla="*/ 17125 w 257"/>
                <a:gd name="T19" fmla="*/ 365 h 237"/>
                <a:gd name="T20" fmla="*/ 21878 w 257"/>
                <a:gd name="T21" fmla="*/ 390 h 237"/>
                <a:gd name="T22" fmla="*/ 26946 w 257"/>
                <a:gd name="T23" fmla="*/ 411 h 237"/>
                <a:gd name="T24" fmla="*/ 33217 w 257"/>
                <a:gd name="T25" fmla="*/ 429 h 237"/>
                <a:gd name="T26" fmla="*/ 40061 w 257"/>
                <a:gd name="T27" fmla="*/ 439 h 237"/>
                <a:gd name="T28" fmla="*/ 47887 w 257"/>
                <a:gd name="T29" fmla="*/ 446 h 237"/>
                <a:gd name="T30" fmla="*/ 55968 w 257"/>
                <a:gd name="T31" fmla="*/ 443 h 237"/>
                <a:gd name="T32" fmla="*/ 65428 w 257"/>
                <a:gd name="T33" fmla="*/ 436 h 237"/>
                <a:gd name="T34" fmla="*/ 57139 w 257"/>
                <a:gd name="T35" fmla="*/ 426 h 237"/>
                <a:gd name="T36" fmla="*/ 49575 w 257"/>
                <a:gd name="T37" fmla="*/ 412 h 237"/>
                <a:gd name="T38" fmla="*/ 43293 w 257"/>
                <a:gd name="T39" fmla="*/ 398 h 237"/>
                <a:gd name="T40" fmla="*/ 37682 w 257"/>
                <a:gd name="T41" fmla="*/ 384 h 237"/>
                <a:gd name="T42" fmla="*/ 32565 w 257"/>
                <a:gd name="T43" fmla="*/ 363 h 237"/>
                <a:gd name="T44" fmla="*/ 28531 w 257"/>
                <a:gd name="T45" fmla="*/ 341 h 237"/>
                <a:gd name="T46" fmla="*/ 24809 w 257"/>
                <a:gd name="T47" fmla="*/ 318 h 237"/>
                <a:gd name="T48" fmla="*/ 21315 w 257"/>
                <a:gd name="T49" fmla="*/ 292 h 237"/>
                <a:gd name="T50" fmla="*/ 18176 w 257"/>
                <a:gd name="T51" fmla="*/ 265 h 237"/>
                <a:gd name="T52" fmla="*/ 15614 w 257"/>
                <a:gd name="T53" fmla="*/ 233 h 237"/>
                <a:gd name="T54" fmla="*/ 13417 w 257"/>
                <a:gd name="T55" fmla="*/ 202 h 237"/>
                <a:gd name="T56" fmla="*/ 11012 w 257"/>
                <a:gd name="T57" fmla="*/ 164 h 237"/>
                <a:gd name="T58" fmla="*/ 8394 w 257"/>
                <a:gd name="T59" fmla="*/ 129 h 237"/>
                <a:gd name="T60" fmla="*/ 5895 w 257"/>
                <a:gd name="T61" fmla="*/ 90 h 237"/>
                <a:gd name="T62" fmla="*/ 2978 w 257"/>
                <a:gd name="T63" fmla="*/ 43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w="9525">
              <a:noFill/>
              <a:round/>
              <a:headEnd/>
              <a:tailEnd/>
            </a:ln>
          </p:spPr>
          <p:txBody>
            <a:bodyPr/>
            <a:lstStyle/>
            <a:p>
              <a:endParaRPr lang="zh-CN" altLang="en-US"/>
            </a:p>
          </p:txBody>
        </p:sp>
        <p:sp>
          <p:nvSpPr>
            <p:cNvPr id="1047" name="未知"/>
            <p:cNvSpPr>
              <a:spLocks/>
            </p:cNvSpPr>
            <p:nvPr/>
          </p:nvSpPr>
          <p:spPr bwMode="auto">
            <a:xfrm rot="1584153">
              <a:off x="247" y="756"/>
              <a:ext cx="167" cy="115"/>
            </a:xfrm>
            <a:custGeom>
              <a:avLst/>
              <a:gdLst>
                <a:gd name="T0" fmla="*/ 22163 w 124"/>
                <a:gd name="T1" fmla="*/ 0 h 110"/>
                <a:gd name="T2" fmla="*/ 35432 w 124"/>
                <a:gd name="T3" fmla="*/ 251 h 110"/>
                <a:gd name="T4" fmla="*/ 34432 w 124"/>
                <a:gd name="T5" fmla="*/ 250 h 110"/>
                <a:gd name="T6" fmla="*/ 30588 w 124"/>
                <a:gd name="T7" fmla="*/ 245 h 110"/>
                <a:gd name="T8" fmla="*/ 25566 w 124"/>
                <a:gd name="T9" fmla="*/ 237 h 110"/>
                <a:gd name="T10" fmla="*/ 19535 w 124"/>
                <a:gd name="T11" fmla="*/ 231 h 110"/>
                <a:gd name="T12" fmla="*/ 12856 w 124"/>
                <a:gd name="T13" fmla="*/ 227 h 110"/>
                <a:gd name="T14" fmla="*/ 7298 w 124"/>
                <a:gd name="T15" fmla="*/ 229 h 110"/>
                <a:gd name="T16" fmla="*/ 2598 w 124"/>
                <a:gd name="T17" fmla="*/ 239 h 110"/>
                <a:gd name="T18" fmla="*/ 0 w 124"/>
                <a:gd name="T19" fmla="*/ 256 h 110"/>
                <a:gd name="T20" fmla="*/ 1063 w 124"/>
                <a:gd name="T21" fmla="*/ 229 h 110"/>
                <a:gd name="T22" fmla="*/ 2337 w 124"/>
                <a:gd name="T23" fmla="*/ 208 h 110"/>
                <a:gd name="T24" fmla="*/ 4712 w 124"/>
                <a:gd name="T25" fmla="*/ 191 h 110"/>
                <a:gd name="T26" fmla="*/ 7298 w 124"/>
                <a:gd name="T27" fmla="*/ 177 h 110"/>
                <a:gd name="T28" fmla="*/ 10353 w 124"/>
                <a:gd name="T29" fmla="*/ 167 h 110"/>
                <a:gd name="T30" fmla="*/ 13368 w 124"/>
                <a:gd name="T31" fmla="*/ 166 h 110"/>
                <a:gd name="T32" fmla="*/ 16763 w 124"/>
                <a:gd name="T33" fmla="*/ 166 h 110"/>
                <a:gd name="T34" fmla="*/ 20604 w 124"/>
                <a:gd name="T35" fmla="*/ 174 h 110"/>
                <a:gd name="T36" fmla="*/ 20879 w 124"/>
                <a:gd name="T37" fmla="*/ 166 h 110"/>
                <a:gd name="T38" fmla="*/ 20047 w 124"/>
                <a:gd name="T39" fmla="*/ 133 h 110"/>
                <a:gd name="T40" fmla="*/ 19124 w 124"/>
                <a:gd name="T41" fmla="*/ 89 h 110"/>
                <a:gd name="T42" fmla="*/ 18778 w 124"/>
                <a:gd name="T43" fmla="*/ 70 h 110"/>
                <a:gd name="T44" fmla="*/ 18004 w 124"/>
                <a:gd name="T45" fmla="*/ 70 h 110"/>
                <a:gd name="T46" fmla="*/ 17314 w 124"/>
                <a:gd name="T47" fmla="*/ 67 h 110"/>
                <a:gd name="T48" fmla="*/ 16763 w 124"/>
                <a:gd name="T49" fmla="*/ 58 h 110"/>
                <a:gd name="T50" fmla="*/ 16456 w 124"/>
                <a:gd name="T51" fmla="*/ 51 h 110"/>
                <a:gd name="T52" fmla="*/ 16456 w 124"/>
                <a:gd name="T53" fmla="*/ 43 h 110"/>
                <a:gd name="T54" fmla="*/ 16763 w 124"/>
                <a:gd name="T55" fmla="*/ 33 h 110"/>
                <a:gd name="T56" fmla="*/ 18983 w 124"/>
                <a:gd name="T57" fmla="*/ 8 h 110"/>
                <a:gd name="T58" fmla="*/ 22163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w="9525">
              <a:noFill/>
              <a:round/>
              <a:headEnd/>
              <a:tailEnd/>
            </a:ln>
          </p:spPr>
          <p:txBody>
            <a:bodyPr/>
            <a:lstStyle/>
            <a:p>
              <a:endParaRPr lang="zh-CN" altLang="en-US"/>
            </a:p>
          </p:txBody>
        </p:sp>
        <p:sp>
          <p:nvSpPr>
            <p:cNvPr id="1048" name="未知"/>
            <p:cNvSpPr>
              <a:spLocks/>
            </p:cNvSpPr>
            <p:nvPr/>
          </p:nvSpPr>
          <p:spPr bwMode="auto">
            <a:xfrm rot="1584153">
              <a:off x="579" y="286"/>
              <a:ext cx="147" cy="160"/>
            </a:xfrm>
            <a:custGeom>
              <a:avLst/>
              <a:gdLst>
                <a:gd name="T0" fmla="*/ 0 w 109"/>
                <a:gd name="T1" fmla="*/ 0 h 156"/>
                <a:gd name="T2" fmla="*/ 1444 w 109"/>
                <a:gd name="T3" fmla="*/ 1 h 156"/>
                <a:gd name="T4" fmla="*/ 5145 w 109"/>
                <a:gd name="T5" fmla="*/ 5 h 156"/>
                <a:gd name="T6" fmla="*/ 10771 w 109"/>
                <a:gd name="T7" fmla="*/ 12 h 156"/>
                <a:gd name="T8" fmla="*/ 17020 w 109"/>
                <a:gd name="T9" fmla="*/ 43 h 156"/>
                <a:gd name="T10" fmla="*/ 22954 w 109"/>
                <a:gd name="T11" fmla="*/ 67 h 156"/>
                <a:gd name="T12" fmla="*/ 28162 w 109"/>
                <a:gd name="T13" fmla="*/ 114 h 156"/>
                <a:gd name="T14" fmla="*/ 31338 w 109"/>
                <a:gd name="T15" fmla="*/ 174 h 156"/>
                <a:gd name="T16" fmla="*/ 31961 w 109"/>
                <a:gd name="T17" fmla="*/ 252 h 156"/>
                <a:gd name="T18" fmla="*/ 30956 w 109"/>
                <a:gd name="T19" fmla="*/ 252 h 156"/>
                <a:gd name="T20" fmla="*/ 29253 w 109"/>
                <a:gd name="T21" fmla="*/ 252 h 156"/>
                <a:gd name="T22" fmla="*/ 27271 w 109"/>
                <a:gd name="T23" fmla="*/ 252 h 156"/>
                <a:gd name="T24" fmla="*/ 25478 w 109"/>
                <a:gd name="T25" fmla="*/ 248 h 156"/>
                <a:gd name="T26" fmla="*/ 23699 w 109"/>
                <a:gd name="T27" fmla="*/ 247 h 156"/>
                <a:gd name="T28" fmla="*/ 21713 w 109"/>
                <a:gd name="T29" fmla="*/ 242 h 156"/>
                <a:gd name="T30" fmla="*/ 19335 w 109"/>
                <a:gd name="T31" fmla="*/ 235 h 156"/>
                <a:gd name="T32" fmla="*/ 17020 w 109"/>
                <a:gd name="T33" fmla="*/ 225 h 156"/>
                <a:gd name="T34" fmla="*/ 15484 w 109"/>
                <a:gd name="T35" fmla="*/ 203 h 156"/>
                <a:gd name="T36" fmla="*/ 15484 w 109"/>
                <a:gd name="T37" fmla="*/ 178 h 156"/>
                <a:gd name="T38" fmla="*/ 16548 w 109"/>
                <a:gd name="T39" fmla="*/ 157 h 156"/>
                <a:gd name="T40" fmla="*/ 17528 w 109"/>
                <a:gd name="T41" fmla="*/ 128 h 156"/>
                <a:gd name="T42" fmla="*/ 16548 w 109"/>
                <a:gd name="T43" fmla="*/ 101 h 156"/>
                <a:gd name="T44" fmla="*/ 14192 w 109"/>
                <a:gd name="T45" fmla="*/ 65 h 156"/>
                <a:gd name="T46" fmla="*/ 9235 w 109"/>
                <a:gd name="T47" fmla="*/ 42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1"/>
            </a:solidFill>
            <a:ln w="9525">
              <a:noFill/>
              <a:round/>
              <a:headEnd/>
              <a:tailEnd/>
            </a:ln>
          </p:spPr>
          <p:txBody>
            <a:bodyPr/>
            <a:lstStyle/>
            <a:p>
              <a:endParaRPr lang="zh-CN" altLang="en-US"/>
            </a:p>
          </p:txBody>
        </p:sp>
        <p:sp>
          <p:nvSpPr>
            <p:cNvPr id="1049" name="未知"/>
            <p:cNvSpPr>
              <a:spLocks/>
            </p:cNvSpPr>
            <p:nvPr/>
          </p:nvSpPr>
          <p:spPr bwMode="auto">
            <a:xfrm rot="1584153">
              <a:off x="241" y="721"/>
              <a:ext cx="62" cy="97"/>
            </a:xfrm>
            <a:custGeom>
              <a:avLst/>
              <a:gdLst>
                <a:gd name="T0" fmla="*/ 9172 w 46"/>
                <a:gd name="T1" fmla="*/ 0 h 94"/>
                <a:gd name="T2" fmla="*/ 5815 w 46"/>
                <a:gd name="T3" fmla="*/ 67 h 94"/>
                <a:gd name="T4" fmla="*/ 4314 w 46"/>
                <a:gd name="T5" fmla="*/ 110 h 94"/>
                <a:gd name="T6" fmla="*/ 3201 w 46"/>
                <a:gd name="T7" fmla="*/ 144 h 94"/>
                <a:gd name="T8" fmla="*/ 0 w 46"/>
                <a:gd name="T9" fmla="*/ 169 h 94"/>
                <a:gd name="T10" fmla="*/ 3514 w 46"/>
                <a:gd name="T11" fmla="*/ 159 h 94"/>
                <a:gd name="T12" fmla="*/ 6805 w 46"/>
                <a:gd name="T13" fmla="*/ 147 h 94"/>
                <a:gd name="T14" fmla="*/ 9216 w 46"/>
                <a:gd name="T15" fmla="*/ 124 h 94"/>
                <a:gd name="T16" fmla="*/ 11595 w 46"/>
                <a:gd name="T17" fmla="*/ 103 h 94"/>
                <a:gd name="T18" fmla="*/ 13199 w 46"/>
                <a:gd name="T19" fmla="*/ 79 h 94"/>
                <a:gd name="T20" fmla="*/ 13361 w 46"/>
                <a:gd name="T21" fmla="*/ 51 h 94"/>
                <a:gd name="T22" fmla="*/ 12362 w 46"/>
                <a:gd name="T23" fmla="*/ 15 h 94"/>
                <a:gd name="T24" fmla="*/ 9172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w="9525">
              <a:noFill/>
              <a:round/>
              <a:headEnd/>
              <a:tailEnd/>
            </a:ln>
          </p:spPr>
          <p:txBody>
            <a:bodyPr/>
            <a:lstStyle/>
            <a:p>
              <a:endParaRPr lang="zh-CN" altLang="en-US"/>
            </a:p>
          </p:txBody>
        </p:sp>
        <p:sp>
          <p:nvSpPr>
            <p:cNvPr id="1050" name="未知"/>
            <p:cNvSpPr>
              <a:spLocks/>
            </p:cNvSpPr>
            <p:nvPr/>
          </p:nvSpPr>
          <p:spPr bwMode="auto">
            <a:xfrm rot="1584153">
              <a:off x="590" y="466"/>
              <a:ext cx="72" cy="41"/>
            </a:xfrm>
            <a:custGeom>
              <a:avLst/>
              <a:gdLst>
                <a:gd name="T0" fmla="*/ 0 w 54"/>
                <a:gd name="T1" fmla="*/ 0 h 40"/>
                <a:gd name="T2" fmla="*/ 1 w 54"/>
                <a:gd name="T3" fmla="*/ 1 h 40"/>
                <a:gd name="T4" fmla="*/ 1505 w 54"/>
                <a:gd name="T5" fmla="*/ 3 h 40"/>
                <a:gd name="T6" fmla="*/ 3051 w 54"/>
                <a:gd name="T7" fmla="*/ 8 h 40"/>
                <a:gd name="T8" fmla="*/ 4905 w 54"/>
                <a:gd name="T9" fmla="*/ 12 h 40"/>
                <a:gd name="T10" fmla="*/ 6913 w 54"/>
                <a:gd name="T11" fmla="*/ 15 h 40"/>
                <a:gd name="T12" fmla="*/ 9073 w 54"/>
                <a:gd name="T13" fmla="*/ 17 h 40"/>
                <a:gd name="T14" fmla="*/ 10783 w 54"/>
                <a:gd name="T15" fmla="*/ 18 h 40"/>
                <a:gd name="T16" fmla="*/ 12791 w 54"/>
                <a:gd name="T17" fmla="*/ 16 h 40"/>
                <a:gd name="T18" fmla="*/ 12628 w 54"/>
                <a:gd name="T19" fmla="*/ 44 h 40"/>
                <a:gd name="T20" fmla="*/ 11919 w 54"/>
                <a:gd name="T21" fmla="*/ 52 h 40"/>
                <a:gd name="T22" fmla="*/ 10496 w 54"/>
                <a:gd name="T23" fmla="*/ 57 h 40"/>
                <a:gd name="T24" fmla="*/ 8720 w 54"/>
                <a:gd name="T25" fmla="*/ 59 h 40"/>
                <a:gd name="T26" fmla="*/ 6540 w 54"/>
                <a:gd name="T27" fmla="*/ 58 h 40"/>
                <a:gd name="T28" fmla="*/ 4428 w 54"/>
                <a:gd name="T29" fmla="*/ 51 h 40"/>
                <a:gd name="T30" fmla="*/ 2288 w 54"/>
                <a:gd name="T31" fmla="*/ 39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1"/>
            </a:solidFill>
            <a:ln w="9525">
              <a:noFill/>
              <a:round/>
              <a:headEnd/>
              <a:tailEnd/>
            </a:ln>
          </p:spPr>
          <p:txBody>
            <a:bodyPr/>
            <a:lstStyle/>
            <a:p>
              <a:endParaRPr lang="zh-CN" altLang="en-US"/>
            </a:p>
          </p:txBody>
        </p:sp>
        <p:sp>
          <p:nvSpPr>
            <p:cNvPr id="1051" name="未知"/>
            <p:cNvSpPr>
              <a:spLocks/>
            </p:cNvSpPr>
            <p:nvPr/>
          </p:nvSpPr>
          <p:spPr bwMode="auto">
            <a:xfrm>
              <a:off x="5" y="886"/>
              <a:ext cx="360" cy="650"/>
            </a:xfrm>
            <a:custGeom>
              <a:avLst/>
              <a:gdLst>
                <a:gd name="T0" fmla="*/ 264 w 360"/>
                <a:gd name="T1" fmla="*/ 0 h 650"/>
                <a:gd name="T2" fmla="*/ 269 w 360"/>
                <a:gd name="T3" fmla="*/ 9 h 650"/>
                <a:gd name="T4" fmla="*/ 277 w 360"/>
                <a:gd name="T5" fmla="*/ 22 h 650"/>
                <a:gd name="T6" fmla="*/ 286 w 360"/>
                <a:gd name="T7" fmla="*/ 39 h 650"/>
                <a:gd name="T8" fmla="*/ 297 w 360"/>
                <a:gd name="T9" fmla="*/ 58 h 650"/>
                <a:gd name="T10" fmla="*/ 309 w 360"/>
                <a:gd name="T11" fmla="*/ 83 h 650"/>
                <a:gd name="T12" fmla="*/ 319 w 360"/>
                <a:gd name="T13" fmla="*/ 108 h 650"/>
                <a:gd name="T14" fmla="*/ 329 w 360"/>
                <a:gd name="T15" fmla="*/ 136 h 650"/>
                <a:gd name="T16" fmla="*/ 333 w 360"/>
                <a:gd name="T17" fmla="*/ 163 h 650"/>
                <a:gd name="T18" fmla="*/ 336 w 360"/>
                <a:gd name="T19" fmla="*/ 193 h 650"/>
                <a:gd name="T20" fmla="*/ 332 w 360"/>
                <a:gd name="T21" fmla="*/ 223 h 650"/>
                <a:gd name="T22" fmla="*/ 323 w 360"/>
                <a:gd name="T23" fmla="*/ 255 h 650"/>
                <a:gd name="T24" fmla="*/ 310 w 360"/>
                <a:gd name="T25" fmla="*/ 285 h 650"/>
                <a:gd name="T26" fmla="*/ 287 w 360"/>
                <a:gd name="T27" fmla="*/ 315 h 650"/>
                <a:gd name="T28" fmla="*/ 257 w 360"/>
                <a:gd name="T29" fmla="*/ 343 h 650"/>
                <a:gd name="T30" fmla="*/ 218 w 360"/>
                <a:gd name="T31" fmla="*/ 370 h 650"/>
                <a:gd name="T32" fmla="*/ 167 w 360"/>
                <a:gd name="T33" fmla="*/ 396 h 650"/>
                <a:gd name="T34" fmla="*/ 111 w 360"/>
                <a:gd name="T35" fmla="*/ 425 h 650"/>
                <a:gd name="T36" fmla="*/ 69 w 360"/>
                <a:gd name="T37" fmla="*/ 457 h 650"/>
                <a:gd name="T38" fmla="*/ 35 w 360"/>
                <a:gd name="T39" fmla="*/ 490 h 650"/>
                <a:gd name="T40" fmla="*/ 12 w 360"/>
                <a:gd name="T41" fmla="*/ 526 h 650"/>
                <a:gd name="T42" fmla="*/ 0 w 360"/>
                <a:gd name="T43" fmla="*/ 553 h 650"/>
                <a:gd name="T44" fmla="*/ 0 w 360"/>
                <a:gd name="T45" fmla="*/ 650 h 650"/>
                <a:gd name="T46" fmla="*/ 6 w 360"/>
                <a:gd name="T47" fmla="*/ 628 h 650"/>
                <a:gd name="T48" fmla="*/ 19 w 360"/>
                <a:gd name="T49" fmla="*/ 594 h 650"/>
                <a:gd name="T50" fmla="*/ 43 w 360"/>
                <a:gd name="T51" fmla="*/ 551 h 650"/>
                <a:gd name="T52" fmla="*/ 76 w 360"/>
                <a:gd name="T53" fmla="*/ 503 h 650"/>
                <a:gd name="T54" fmla="*/ 125 w 360"/>
                <a:gd name="T55" fmla="*/ 454 h 650"/>
                <a:gd name="T56" fmla="*/ 190 w 360"/>
                <a:gd name="T57" fmla="*/ 408 h 650"/>
                <a:gd name="T58" fmla="*/ 275 w 360"/>
                <a:gd name="T59" fmla="*/ 365 h 650"/>
                <a:gd name="T60" fmla="*/ 308 w 360"/>
                <a:gd name="T61" fmla="*/ 342 h 650"/>
                <a:gd name="T62" fmla="*/ 335 w 360"/>
                <a:gd name="T63" fmla="*/ 305 h 650"/>
                <a:gd name="T64" fmla="*/ 352 w 360"/>
                <a:gd name="T65" fmla="*/ 255 h 650"/>
                <a:gd name="T66" fmla="*/ 360 w 360"/>
                <a:gd name="T67" fmla="*/ 201 h 650"/>
                <a:gd name="T68" fmla="*/ 356 w 360"/>
                <a:gd name="T69" fmla="*/ 144 h 650"/>
                <a:gd name="T70" fmla="*/ 341 w 360"/>
                <a:gd name="T71" fmla="*/ 88 h 650"/>
                <a:gd name="T72" fmla="*/ 311 w 360"/>
                <a:gd name="T73" fmla="*/ 39 h 650"/>
                <a:gd name="T74" fmla="*/ 264 w 360"/>
                <a:gd name="T75" fmla="*/ 0 h 65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60" h="650">
                  <a:moveTo>
                    <a:pt x="264" y="0"/>
                  </a:moveTo>
                  <a:lnTo>
                    <a:pt x="269" y="9"/>
                  </a:lnTo>
                  <a:lnTo>
                    <a:pt x="277" y="22"/>
                  </a:lnTo>
                  <a:lnTo>
                    <a:pt x="286" y="39"/>
                  </a:lnTo>
                  <a:lnTo>
                    <a:pt x="297" y="58"/>
                  </a:lnTo>
                  <a:lnTo>
                    <a:pt x="309" y="83"/>
                  </a:lnTo>
                  <a:lnTo>
                    <a:pt x="319" y="108"/>
                  </a:lnTo>
                  <a:lnTo>
                    <a:pt x="329" y="136"/>
                  </a:lnTo>
                  <a:lnTo>
                    <a:pt x="333" y="163"/>
                  </a:lnTo>
                  <a:lnTo>
                    <a:pt x="336" y="193"/>
                  </a:lnTo>
                  <a:lnTo>
                    <a:pt x="332" y="223"/>
                  </a:lnTo>
                  <a:lnTo>
                    <a:pt x="323" y="255"/>
                  </a:lnTo>
                  <a:lnTo>
                    <a:pt x="310" y="285"/>
                  </a:lnTo>
                  <a:lnTo>
                    <a:pt x="287" y="315"/>
                  </a:lnTo>
                  <a:lnTo>
                    <a:pt x="257" y="343"/>
                  </a:lnTo>
                  <a:lnTo>
                    <a:pt x="218" y="370"/>
                  </a:lnTo>
                  <a:lnTo>
                    <a:pt x="167" y="396"/>
                  </a:lnTo>
                  <a:lnTo>
                    <a:pt x="111" y="425"/>
                  </a:lnTo>
                  <a:lnTo>
                    <a:pt x="69" y="457"/>
                  </a:lnTo>
                  <a:lnTo>
                    <a:pt x="35" y="490"/>
                  </a:lnTo>
                  <a:lnTo>
                    <a:pt x="12" y="526"/>
                  </a:lnTo>
                  <a:lnTo>
                    <a:pt x="0" y="553"/>
                  </a:lnTo>
                  <a:lnTo>
                    <a:pt x="0" y="650"/>
                  </a:lnTo>
                  <a:lnTo>
                    <a:pt x="6" y="628"/>
                  </a:lnTo>
                  <a:lnTo>
                    <a:pt x="19" y="594"/>
                  </a:lnTo>
                  <a:lnTo>
                    <a:pt x="43" y="551"/>
                  </a:lnTo>
                  <a:lnTo>
                    <a:pt x="76" y="503"/>
                  </a:lnTo>
                  <a:lnTo>
                    <a:pt x="125" y="454"/>
                  </a:lnTo>
                  <a:lnTo>
                    <a:pt x="190" y="408"/>
                  </a:lnTo>
                  <a:lnTo>
                    <a:pt x="275" y="365"/>
                  </a:lnTo>
                  <a:lnTo>
                    <a:pt x="308" y="342"/>
                  </a:lnTo>
                  <a:lnTo>
                    <a:pt x="335" y="305"/>
                  </a:lnTo>
                  <a:lnTo>
                    <a:pt x="352" y="255"/>
                  </a:lnTo>
                  <a:lnTo>
                    <a:pt x="360" y="201"/>
                  </a:lnTo>
                  <a:lnTo>
                    <a:pt x="356" y="144"/>
                  </a:lnTo>
                  <a:lnTo>
                    <a:pt x="341" y="88"/>
                  </a:lnTo>
                  <a:lnTo>
                    <a:pt x="311" y="39"/>
                  </a:lnTo>
                  <a:lnTo>
                    <a:pt x="264" y="0"/>
                  </a:lnTo>
                  <a:close/>
                </a:path>
              </a:pathLst>
            </a:custGeom>
            <a:solidFill>
              <a:schemeClr val="accent1"/>
            </a:solidFill>
            <a:ln w="9525">
              <a:noFill/>
              <a:round/>
              <a:headEnd/>
              <a:tailEnd/>
            </a:ln>
          </p:spPr>
          <p:txBody>
            <a:bodyPr/>
            <a:lstStyle/>
            <a:p>
              <a:endParaRPr lang="zh-CN" altLang="en-US"/>
            </a:p>
          </p:txBody>
        </p:sp>
        <p:sp>
          <p:nvSpPr>
            <p:cNvPr id="1052" name="未知"/>
            <p:cNvSpPr>
              <a:spLocks/>
            </p:cNvSpPr>
            <p:nvPr/>
          </p:nvSpPr>
          <p:spPr bwMode="auto">
            <a:xfrm rot="1584153">
              <a:off x="61" y="84"/>
              <a:ext cx="804" cy="686"/>
            </a:xfrm>
            <a:custGeom>
              <a:avLst/>
              <a:gdLst>
                <a:gd name="T0" fmla="*/ 4798 w 596"/>
                <a:gd name="T1" fmla="*/ 647 h 666"/>
                <a:gd name="T2" fmla="*/ 1778 w 596"/>
                <a:gd name="T3" fmla="*/ 599 h 666"/>
                <a:gd name="T4" fmla="*/ 0 w 596"/>
                <a:gd name="T5" fmla="*/ 507 h 666"/>
                <a:gd name="T6" fmla="*/ 1074 w 596"/>
                <a:gd name="T7" fmla="*/ 390 h 666"/>
                <a:gd name="T8" fmla="*/ 7476 w 596"/>
                <a:gd name="T9" fmla="*/ 266 h 666"/>
                <a:gd name="T10" fmla="*/ 20309 w 596"/>
                <a:gd name="T11" fmla="*/ 149 h 666"/>
                <a:gd name="T12" fmla="*/ 41974 w 596"/>
                <a:gd name="T13" fmla="*/ 50 h 666"/>
                <a:gd name="T14" fmla="*/ 72839 w 596"/>
                <a:gd name="T15" fmla="*/ 2 h 666"/>
                <a:gd name="T16" fmla="*/ 112323 w 596"/>
                <a:gd name="T17" fmla="*/ 9 h 666"/>
                <a:gd name="T18" fmla="*/ 142893 w 596"/>
                <a:gd name="T19" fmla="*/ 117 h 666"/>
                <a:gd name="T20" fmla="*/ 163556 w 596"/>
                <a:gd name="T21" fmla="*/ 288 h 666"/>
                <a:gd name="T22" fmla="*/ 174406 w 596"/>
                <a:gd name="T23" fmla="*/ 501 h 666"/>
                <a:gd name="T24" fmla="*/ 175750 w 596"/>
                <a:gd name="T25" fmla="*/ 719 h 666"/>
                <a:gd name="T26" fmla="*/ 167241 w 596"/>
                <a:gd name="T27" fmla="*/ 921 h 666"/>
                <a:gd name="T28" fmla="*/ 149649 w 596"/>
                <a:gd name="T29" fmla="*/ 1079 h 666"/>
                <a:gd name="T30" fmla="*/ 123117 w 596"/>
                <a:gd name="T31" fmla="*/ 1164 h 666"/>
                <a:gd name="T32" fmla="*/ 114883 w 596"/>
                <a:gd name="T33" fmla="*/ 1157 h 666"/>
                <a:gd name="T34" fmla="*/ 130282 w 596"/>
                <a:gd name="T35" fmla="*/ 1085 h 666"/>
                <a:gd name="T36" fmla="*/ 142258 w 596"/>
                <a:gd name="T37" fmla="*/ 953 h 666"/>
                <a:gd name="T38" fmla="*/ 150496 w 596"/>
                <a:gd name="T39" fmla="*/ 796 h 666"/>
                <a:gd name="T40" fmla="*/ 153421 w 596"/>
                <a:gd name="T41" fmla="*/ 624 h 666"/>
                <a:gd name="T42" fmla="*/ 151651 w 596"/>
                <a:gd name="T43" fmla="*/ 452 h 666"/>
                <a:gd name="T44" fmla="*/ 143082 w 596"/>
                <a:gd name="T45" fmla="*/ 305 h 666"/>
                <a:gd name="T46" fmla="*/ 127818 w 596"/>
                <a:gd name="T47" fmla="*/ 197 h 666"/>
                <a:gd name="T48" fmla="*/ 100746 w 596"/>
                <a:gd name="T49" fmla="*/ 130 h 666"/>
                <a:gd name="T50" fmla="*/ 72661 w 596"/>
                <a:gd name="T51" fmla="*/ 106 h 666"/>
                <a:gd name="T52" fmla="*/ 51420 w 596"/>
                <a:gd name="T53" fmla="*/ 122 h 666"/>
                <a:gd name="T54" fmla="*/ 35782 w 596"/>
                <a:gd name="T55" fmla="*/ 176 h 666"/>
                <a:gd name="T56" fmla="*/ 24758 w 596"/>
                <a:gd name="T57" fmla="*/ 261 h 666"/>
                <a:gd name="T58" fmla="*/ 16849 w 596"/>
                <a:gd name="T59" fmla="*/ 362 h 666"/>
                <a:gd name="T60" fmla="*/ 11778 w 596"/>
                <a:gd name="T61" fmla="*/ 476 h 666"/>
                <a:gd name="T62" fmla="*/ 8273 w 596"/>
                <a:gd name="T63" fmla="*/ 592 h 66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1"/>
            </a:solidFill>
            <a:ln w="9525">
              <a:noFill/>
              <a:round/>
              <a:headEnd/>
              <a:tailEnd/>
            </a:ln>
          </p:spPr>
          <p:txBody>
            <a:bodyPr/>
            <a:lstStyle/>
            <a:p>
              <a:endParaRPr lang="zh-CN" altLang="en-US"/>
            </a:p>
          </p:txBody>
        </p:sp>
      </p:grpSp>
      <p:sp>
        <p:nvSpPr>
          <p:cNvPr id="1069" name="Rectangle 45"/>
          <p:cNvSpPr>
            <a:spLocks noGrp="1" noChangeArrowheads="1"/>
          </p:cNvSpPr>
          <p:nvPr>
            <p:ph type="title"/>
          </p:nvPr>
        </p:nvSpPr>
        <p:spPr bwMode="auto">
          <a:xfrm>
            <a:off x="442913" y="103188"/>
            <a:ext cx="8243887" cy="1314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smtClean="0"/>
              <a:t>单击此处编辑母版标题样式</a:t>
            </a:r>
          </a:p>
        </p:txBody>
      </p:sp>
      <p:sp>
        <p:nvSpPr>
          <p:cNvPr id="1028" name="Rectangle 46"/>
          <p:cNvSpPr>
            <a:spLocks noGrp="1" noChangeArrowheads="1"/>
          </p:cNvSpPr>
          <p:nvPr>
            <p:ph type="body" idx="1"/>
          </p:nvPr>
        </p:nvSpPr>
        <p:spPr bwMode="auto">
          <a:xfrm>
            <a:off x="457200" y="1600200"/>
            <a:ext cx="8229600" cy="44561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smtClean="0"/>
              <a:t>单击此处编辑母版文本样式</a:t>
            </a:r>
          </a:p>
          <a:p>
            <a:pPr lvl="1"/>
            <a:r>
              <a:rPr lang="zh-CN" smtClean="0"/>
              <a:t>第二级</a:t>
            </a:r>
          </a:p>
          <a:p>
            <a:pPr lvl="2"/>
            <a:r>
              <a:rPr lang="zh-CN" smtClean="0"/>
              <a:t>第三级</a:t>
            </a:r>
          </a:p>
          <a:p>
            <a:pPr lvl="3"/>
            <a:r>
              <a:rPr lang="zh-CN" smtClean="0"/>
              <a:t>第四级</a:t>
            </a:r>
          </a:p>
          <a:p>
            <a:pPr lvl="4"/>
            <a:r>
              <a:rPr lang="zh-CN" smtClean="0"/>
              <a:t>第五级</a:t>
            </a:r>
          </a:p>
        </p:txBody>
      </p:sp>
      <p:sp>
        <p:nvSpPr>
          <p:cNvPr id="1071" name="Rectangle 47"/>
          <p:cNvSpPr>
            <a:spLocks noGrp="1" noChangeArrowheads="1"/>
          </p:cNvSpPr>
          <p:nvPr>
            <p:ph type="dt" sz="half" idx="2"/>
          </p:nvPr>
        </p:nvSpPr>
        <p:spPr bwMode="auto">
          <a:xfrm>
            <a:off x="457200" y="6243638"/>
            <a:ext cx="21336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1400"/>
            </a:lvl1pPr>
          </a:lstStyle>
          <a:p>
            <a:pPr>
              <a:defRPr/>
            </a:pPr>
            <a:endParaRPr lang="zh-CN" altLang="zh-CN"/>
          </a:p>
        </p:txBody>
      </p:sp>
      <p:sp>
        <p:nvSpPr>
          <p:cNvPr id="1072" name="Rectangle 48"/>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eaLnBrk="1" hangingPunct="1">
              <a:buFont typeface="Arial" panose="020B0604020202020204" pitchFamily="34" charset="0"/>
              <a:buNone/>
              <a:defRPr sz="1400"/>
            </a:lvl1pPr>
          </a:lstStyle>
          <a:p>
            <a:pPr>
              <a:defRPr/>
            </a:pPr>
            <a:endParaRPr lang="zh-CN" altLang="zh-CN"/>
          </a:p>
        </p:txBody>
      </p:sp>
      <p:sp>
        <p:nvSpPr>
          <p:cNvPr id="1073" name="Rectangle 49"/>
          <p:cNvSpPr>
            <a:spLocks noGrp="1" noChangeArrowheads="1"/>
          </p:cNvSpPr>
          <p:nvPr>
            <p:ph type="sldNum" sz="quarter" idx="4"/>
          </p:nvPr>
        </p:nvSpPr>
        <p:spPr bwMode="auto">
          <a:xfrm>
            <a:off x="6553200" y="6243638"/>
            <a:ext cx="21336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buFont typeface="Arial" pitchFamily="34" charset="0"/>
              <a:buNone/>
              <a:defRPr sz="1400" smtClean="0"/>
            </a:lvl1pPr>
          </a:lstStyle>
          <a:p>
            <a:pPr>
              <a:defRPr/>
            </a:pPr>
            <a:fld id="{D537A9D0-9179-402D-AA6A-E390BABED91C}" type="slidenum">
              <a:rPr lang="zh-CN" altLang="zh-CN"/>
              <a:pPr>
                <a:defRPr/>
              </a:pPr>
              <a:t>‹#›</a:t>
            </a:fld>
            <a:endParaRPr lang="zh-CN" altLang="zh-CN"/>
          </a:p>
        </p:txBody>
      </p:sp>
    </p:spTree>
  </p:cSld>
  <p:clrMap bg1="lt1" tx1="dk1" bg2="lt2" tx2="dk2" accent1="accent1" accent2="accent2" accent3="accent3" accent4="accent4" accent5="accent5" accent6="accent6" hlink="hlink" folHlink="folHlink"/>
  <p:sldLayoutIdLst>
    <p:sldLayoutId id="2147483905"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 id="2147483906" r:id="rId12"/>
  </p:sldLayoutIdLst>
  <p:txStyles>
    <p:titleStyle>
      <a:lvl1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ea typeface="宋体" pitchFamily="2" charset="-122"/>
        </a:defRPr>
      </a:lvl2pPr>
      <a:lvl3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ea typeface="宋体" pitchFamily="2" charset="-122"/>
        </a:defRPr>
      </a:lvl3pPr>
      <a:lvl4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ea typeface="宋体" pitchFamily="2" charset="-122"/>
        </a:defRPr>
      </a:lvl4pPr>
      <a:lvl5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ea typeface="宋体" pitchFamily="2" charset="-122"/>
        </a:defRPr>
      </a:lvl5pPr>
      <a:lvl6pPr marL="4572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ea typeface="宋体" pitchFamily="2" charset="-122"/>
        </a:defRPr>
      </a:lvl6pPr>
      <a:lvl7pPr marL="9144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ea typeface="宋体" pitchFamily="2" charset="-122"/>
        </a:defRPr>
      </a:lvl7pPr>
      <a:lvl8pPr marL="13716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ea typeface="宋体" pitchFamily="2" charset="-122"/>
        </a:defRPr>
      </a:lvl8pPr>
      <a:lvl9pPr marL="18288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矩形 874497"/>
          <p:cNvSpPr>
            <a:spLocks noChangeArrowheads="1" noChangeShapeType="1" noTextEdit="1"/>
          </p:cNvSpPr>
          <p:nvPr/>
        </p:nvSpPr>
        <p:spPr bwMode="auto">
          <a:xfrm>
            <a:off x="684213" y="404813"/>
            <a:ext cx="7812087" cy="1655762"/>
          </a:xfrm>
          <a:prstGeom prst="rect">
            <a:avLst/>
          </a:prstGeom>
        </p:spPr>
        <p:txBody>
          <a:bodyPr wrap="none" fromWordArt="1">
            <a:prstTxWarp prst="textDeflate">
              <a:avLst>
                <a:gd name="adj" fmla="val 26227"/>
              </a:avLst>
            </a:prstTxWarp>
          </a:bodyPr>
          <a:lstStyle/>
          <a:p>
            <a:pPr algn="ctr"/>
            <a:r>
              <a:rPr lang="zh-CN" altLang="en-US" sz="5400" kern="10">
                <a:ln w="0">
                  <a:solidFill>
                    <a:srgbClr val="FF0000"/>
                  </a:solidFill>
                  <a:round/>
                  <a:headEnd/>
                  <a:tailEnd/>
                </a:ln>
                <a:solidFill>
                  <a:srgbClr val="FF0000"/>
                </a:solidFill>
                <a:latin typeface="华文隶书"/>
                <a:ea typeface="华文隶书"/>
              </a:rPr>
              <a:t>第三章 人类社会及其发展规律</a:t>
            </a:r>
          </a:p>
        </p:txBody>
      </p:sp>
      <p:sp>
        <p:nvSpPr>
          <p:cNvPr id="3076" name="矩形 874499"/>
          <p:cNvSpPr>
            <a:spLocks noChangeArrowheads="1"/>
          </p:cNvSpPr>
          <p:nvPr/>
        </p:nvSpPr>
        <p:spPr bwMode="auto">
          <a:xfrm>
            <a:off x="2514600" y="1916113"/>
            <a:ext cx="4648200" cy="523875"/>
          </a:xfrm>
          <a:prstGeom prst="rect">
            <a:avLst/>
          </a:prstGeom>
          <a:noFill/>
          <a:ln w="9525">
            <a:noFill/>
            <a:miter lim="800000"/>
            <a:headEnd/>
            <a:tailEnd/>
          </a:ln>
        </p:spPr>
        <p:txBody>
          <a:bodyPr>
            <a:spAutoFit/>
          </a:bodyPr>
          <a:lstStyle/>
          <a:p>
            <a:pPr eaLnBrk="1" hangingPunct="1"/>
            <a:r>
              <a:rPr lang="en-US" altLang="zh-CN" sz="2800">
                <a:solidFill>
                  <a:srgbClr val="0000FF"/>
                </a:solidFill>
                <a:ea typeface="黑体" pitchFamily="49" charset="-122"/>
              </a:rPr>
              <a:t>(</a:t>
            </a:r>
            <a:r>
              <a:rPr lang="zh-CN" altLang="en-US" sz="2800">
                <a:solidFill>
                  <a:srgbClr val="0000FF"/>
                </a:solidFill>
                <a:ea typeface="黑体" pitchFamily="49" charset="-122"/>
              </a:rPr>
              <a:t>历史唯物主义或称唯物史观</a:t>
            </a:r>
            <a:r>
              <a:rPr lang="en-US" altLang="zh-CN" sz="2800">
                <a:solidFill>
                  <a:srgbClr val="0000FF"/>
                </a:solidFill>
                <a:ea typeface="黑体" pitchFamily="49" charset="-122"/>
              </a:rPr>
              <a:t>)</a:t>
            </a:r>
          </a:p>
        </p:txBody>
      </p:sp>
      <p:sp>
        <p:nvSpPr>
          <p:cNvPr id="5" name="矩形 693261"/>
          <p:cNvSpPr>
            <a:spLocks noRot="1" noChangeArrowheads="1"/>
          </p:cNvSpPr>
          <p:nvPr/>
        </p:nvSpPr>
        <p:spPr bwMode="auto">
          <a:xfrm>
            <a:off x="500034" y="2857496"/>
            <a:ext cx="8215370" cy="3201988"/>
          </a:xfrm>
          <a:prstGeom prst="rect">
            <a:avLst/>
          </a:prstGeom>
          <a:solidFill>
            <a:srgbClr val="CCFFCC"/>
          </a:solidFill>
          <a:ln w="38100">
            <a:solidFill>
              <a:srgbClr val="FF0000"/>
            </a:solidFill>
            <a:miter lim="800000"/>
            <a:headEnd/>
            <a:tailEnd/>
          </a:ln>
        </p:spPr>
        <p:txBody>
          <a:bodyPr/>
          <a:lstStyle/>
          <a:p>
            <a:pPr marL="342900" indent="-342900" eaLnBrk="1" hangingPunct="1">
              <a:lnSpc>
                <a:spcPct val="125000"/>
              </a:lnSpc>
              <a:spcBef>
                <a:spcPct val="20000"/>
              </a:spcBef>
            </a:pPr>
            <a:r>
              <a:rPr lang="zh-CN" altLang="en-US" sz="3600" dirty="0">
                <a:solidFill>
                  <a:srgbClr val="990000"/>
                </a:solidFill>
                <a:latin typeface="黑体" pitchFamily="49" charset="-122"/>
                <a:ea typeface="黑体" pitchFamily="49" charset="-122"/>
              </a:rPr>
              <a:t>第一节 </a:t>
            </a:r>
            <a:r>
              <a:rPr lang="zh-CN" altLang="en-US" sz="3600" dirty="0" smtClean="0">
                <a:solidFill>
                  <a:srgbClr val="990000"/>
                </a:solidFill>
                <a:latin typeface="黑体" pitchFamily="49" charset="-122"/>
                <a:ea typeface="黑体" pitchFamily="49" charset="-122"/>
              </a:rPr>
              <a:t> 人类社会的存在和发展</a:t>
            </a:r>
            <a:endParaRPr lang="en-US" altLang="zh-CN" sz="3600" dirty="0" smtClean="0">
              <a:solidFill>
                <a:srgbClr val="990000"/>
              </a:solidFill>
              <a:latin typeface="黑体" pitchFamily="49" charset="-122"/>
              <a:ea typeface="黑体" pitchFamily="49" charset="-122"/>
            </a:endParaRPr>
          </a:p>
          <a:p>
            <a:pPr marL="342900" indent="-342900" eaLnBrk="1" hangingPunct="1">
              <a:lnSpc>
                <a:spcPct val="125000"/>
              </a:lnSpc>
              <a:spcBef>
                <a:spcPct val="20000"/>
              </a:spcBef>
            </a:pPr>
            <a:r>
              <a:rPr lang="zh-CN" altLang="en-US" sz="3600" dirty="0" smtClean="0">
                <a:solidFill>
                  <a:srgbClr val="990000"/>
                </a:solidFill>
                <a:latin typeface="黑体" pitchFamily="49" charset="-122"/>
                <a:ea typeface="黑体" pitchFamily="49" charset="-122"/>
              </a:rPr>
              <a:t>第二</a:t>
            </a:r>
            <a:r>
              <a:rPr lang="zh-CN" altLang="en-US" sz="3600" dirty="0">
                <a:solidFill>
                  <a:srgbClr val="990000"/>
                </a:solidFill>
                <a:latin typeface="黑体" pitchFamily="49" charset="-122"/>
                <a:ea typeface="黑体" pitchFamily="49" charset="-122"/>
              </a:rPr>
              <a:t>节 </a:t>
            </a:r>
            <a:r>
              <a:rPr lang="zh-CN" altLang="en-US" sz="3600" dirty="0" smtClean="0">
                <a:solidFill>
                  <a:srgbClr val="990000"/>
                </a:solidFill>
                <a:latin typeface="黑体" pitchFamily="49" charset="-122"/>
                <a:ea typeface="黑体" pitchFamily="49" charset="-122"/>
              </a:rPr>
              <a:t> 社会</a:t>
            </a:r>
            <a:r>
              <a:rPr lang="zh-CN" altLang="en-US" sz="3600" dirty="0">
                <a:solidFill>
                  <a:srgbClr val="990000"/>
                </a:solidFill>
                <a:latin typeface="黑体" pitchFamily="49" charset="-122"/>
                <a:ea typeface="黑体" pitchFamily="49" charset="-122"/>
              </a:rPr>
              <a:t>历史发展的动力 </a:t>
            </a:r>
            <a:endParaRPr lang="en-US" altLang="zh-CN" sz="3600" dirty="0" smtClean="0">
              <a:solidFill>
                <a:srgbClr val="990000"/>
              </a:solidFill>
              <a:latin typeface="黑体" pitchFamily="49" charset="-122"/>
              <a:ea typeface="黑体" pitchFamily="49" charset="-122"/>
            </a:endParaRPr>
          </a:p>
          <a:p>
            <a:pPr marL="342900" indent="-342900" eaLnBrk="1" hangingPunct="1">
              <a:lnSpc>
                <a:spcPct val="125000"/>
              </a:lnSpc>
              <a:spcBef>
                <a:spcPct val="20000"/>
              </a:spcBef>
            </a:pPr>
            <a:r>
              <a:rPr lang="zh-CN" altLang="en-US" sz="3600" dirty="0" smtClean="0">
                <a:solidFill>
                  <a:srgbClr val="990000"/>
                </a:solidFill>
                <a:latin typeface="黑体" pitchFamily="49" charset="-122"/>
                <a:ea typeface="黑体" pitchFamily="49" charset="-122"/>
              </a:rPr>
              <a:t>第三</a:t>
            </a:r>
            <a:r>
              <a:rPr lang="zh-CN" altLang="en-US" sz="3600" dirty="0">
                <a:solidFill>
                  <a:srgbClr val="990000"/>
                </a:solidFill>
                <a:latin typeface="黑体" pitchFamily="49" charset="-122"/>
                <a:ea typeface="黑体" pitchFamily="49" charset="-122"/>
              </a:rPr>
              <a:t>节 </a:t>
            </a:r>
            <a:r>
              <a:rPr lang="zh-CN" altLang="en-US" sz="3600" dirty="0" smtClean="0">
                <a:solidFill>
                  <a:srgbClr val="990000"/>
                </a:solidFill>
                <a:latin typeface="黑体" pitchFamily="49" charset="-122"/>
                <a:ea typeface="黑体" pitchFamily="49" charset="-122"/>
              </a:rPr>
              <a:t> 人民群众</a:t>
            </a:r>
            <a:r>
              <a:rPr lang="zh-CN" altLang="en-US" sz="3600" dirty="0">
                <a:solidFill>
                  <a:srgbClr val="990000"/>
                </a:solidFill>
                <a:latin typeface="黑体" pitchFamily="49" charset="-122"/>
                <a:ea typeface="黑体" pitchFamily="49" charset="-122"/>
              </a:rPr>
              <a:t>在历史发展中的作用</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文本框 697345"/>
          <p:cNvSpPr txBox="1">
            <a:spLocks noChangeArrowheads="1"/>
          </p:cNvSpPr>
          <p:nvPr/>
        </p:nvSpPr>
        <p:spPr bwMode="auto">
          <a:xfrm>
            <a:off x="468313" y="133350"/>
            <a:ext cx="2103423" cy="522288"/>
          </a:xfrm>
          <a:prstGeom prst="rect">
            <a:avLst/>
          </a:prstGeom>
          <a:solidFill>
            <a:srgbClr val="FFFF99"/>
          </a:solidFill>
          <a:ln w="9525">
            <a:noFill/>
            <a:miter lim="800000"/>
            <a:headEnd/>
            <a:tailEnd/>
          </a:ln>
        </p:spPr>
        <p:txBody>
          <a:bodyPr wrap="square">
            <a:spAutoFit/>
          </a:bodyPr>
          <a:lstStyle/>
          <a:p>
            <a:pPr eaLnBrk="1" hangingPunct="1">
              <a:spcBef>
                <a:spcPct val="50000"/>
              </a:spcBef>
            </a:pPr>
            <a:r>
              <a:rPr lang="zh-CN" altLang="en-US" sz="2800" b="1" dirty="0" smtClean="0">
                <a:solidFill>
                  <a:srgbClr val="CC3300"/>
                </a:solidFill>
                <a:latin typeface="Times New Roman" pitchFamily="18" charset="0"/>
                <a:ea typeface="华文行楷" pitchFamily="2" charset="-122"/>
              </a:rPr>
              <a:t>   学习目标</a:t>
            </a:r>
            <a:endParaRPr lang="zh-CN" altLang="en-US" sz="2800" b="1" dirty="0">
              <a:solidFill>
                <a:srgbClr val="CC3300"/>
              </a:solidFill>
              <a:latin typeface="Times New Roman" pitchFamily="18" charset="0"/>
              <a:ea typeface="华文行楷" pitchFamily="2" charset="-122"/>
            </a:endParaRPr>
          </a:p>
        </p:txBody>
      </p:sp>
      <p:sp>
        <p:nvSpPr>
          <p:cNvPr id="7171" name="矩形 697346"/>
          <p:cNvSpPr>
            <a:spLocks noRot="1" noChangeArrowheads="1"/>
          </p:cNvSpPr>
          <p:nvPr/>
        </p:nvSpPr>
        <p:spPr bwMode="auto">
          <a:xfrm>
            <a:off x="468313" y="765175"/>
            <a:ext cx="8208962" cy="1584325"/>
          </a:xfrm>
          <a:prstGeom prst="rect">
            <a:avLst/>
          </a:prstGeom>
          <a:solidFill>
            <a:srgbClr val="CCFFCC"/>
          </a:solidFill>
          <a:ln w="28575">
            <a:solidFill>
              <a:srgbClr val="FF0000"/>
            </a:solidFill>
            <a:miter lim="800000"/>
            <a:headEnd/>
            <a:tailEnd/>
          </a:ln>
        </p:spPr>
        <p:txBody>
          <a:bodyPr/>
          <a:lstStyle/>
          <a:p>
            <a:pPr eaLnBrk="1" hangingPunct="1">
              <a:lnSpc>
                <a:spcPct val="125000"/>
              </a:lnSpc>
              <a:spcBef>
                <a:spcPct val="20000"/>
              </a:spcBef>
            </a:pPr>
            <a:r>
              <a:rPr lang="en-US" altLang="zh-CN" sz="2400" dirty="0">
                <a:solidFill>
                  <a:srgbClr val="0000FF"/>
                </a:solidFill>
                <a:latin typeface="华文隶书" pitchFamily="2" charset="-122"/>
                <a:ea typeface="华文隶书" pitchFamily="2" charset="-122"/>
              </a:rPr>
              <a:t>    </a:t>
            </a:r>
            <a:r>
              <a:rPr lang="zh-CN" altLang="en-US" b="1" dirty="0">
                <a:solidFill>
                  <a:srgbClr val="0000FF"/>
                </a:solidFill>
                <a:latin typeface="楷体" pitchFamily="49" charset="-122"/>
                <a:ea typeface="楷体" pitchFamily="49" charset="-122"/>
              </a:rPr>
              <a:t>学习和把握历史唯物主义的基本原理，着重了解社会存在与社会意识的辩证关系、社会</a:t>
            </a:r>
            <a:r>
              <a:rPr lang="zh-CN" altLang="en-US" b="1" dirty="0" smtClean="0">
                <a:solidFill>
                  <a:srgbClr val="0000FF"/>
                </a:solidFill>
                <a:latin typeface="楷体" pitchFamily="49" charset="-122"/>
                <a:ea typeface="楷体" pitchFamily="49" charset="-122"/>
              </a:rPr>
              <a:t>基本矛盾及其运动</a:t>
            </a:r>
            <a:r>
              <a:rPr lang="zh-CN" altLang="en-US" b="1" dirty="0">
                <a:solidFill>
                  <a:srgbClr val="0000FF"/>
                </a:solidFill>
                <a:latin typeface="楷体" pitchFamily="49" charset="-122"/>
                <a:ea typeface="楷体" pitchFamily="49" charset="-122"/>
              </a:rPr>
              <a:t>规律、社会发展的动力以及人民群众和个人在社会历史中的作用，提高运用历史唯物主义正确认识历史和现实、正确认识社会发展规律的自觉性和能力。</a:t>
            </a:r>
          </a:p>
        </p:txBody>
      </p:sp>
      <p:sp>
        <p:nvSpPr>
          <p:cNvPr id="7172" name="文本框 697347"/>
          <p:cNvSpPr txBox="1">
            <a:spLocks noChangeArrowheads="1"/>
          </p:cNvSpPr>
          <p:nvPr/>
        </p:nvSpPr>
        <p:spPr bwMode="auto">
          <a:xfrm>
            <a:off x="468313" y="2420938"/>
            <a:ext cx="2105025" cy="522287"/>
          </a:xfrm>
          <a:prstGeom prst="rect">
            <a:avLst/>
          </a:prstGeom>
          <a:solidFill>
            <a:srgbClr val="FFFF99"/>
          </a:solidFill>
          <a:ln w="9525">
            <a:noFill/>
            <a:miter lim="800000"/>
            <a:headEnd/>
            <a:tailEnd/>
          </a:ln>
        </p:spPr>
        <p:txBody>
          <a:bodyPr>
            <a:spAutoFit/>
          </a:bodyPr>
          <a:lstStyle/>
          <a:p>
            <a:pPr algn="ctr" eaLnBrk="1" hangingPunct="1">
              <a:spcBef>
                <a:spcPct val="50000"/>
              </a:spcBef>
            </a:pPr>
            <a:r>
              <a:rPr lang="zh-CN" altLang="en-US" sz="2800" b="1" dirty="0" smtClean="0">
                <a:solidFill>
                  <a:srgbClr val="CC3300"/>
                </a:solidFill>
                <a:latin typeface="Times New Roman" pitchFamily="18" charset="0"/>
                <a:ea typeface="华文行楷" pitchFamily="2" charset="-122"/>
              </a:rPr>
              <a:t>学习要点</a:t>
            </a:r>
            <a:endParaRPr lang="zh-CN" altLang="en-US" sz="2800" b="1" dirty="0">
              <a:solidFill>
                <a:srgbClr val="CC3300"/>
              </a:solidFill>
              <a:latin typeface="Times New Roman" pitchFamily="18" charset="0"/>
              <a:ea typeface="华文行楷" pitchFamily="2" charset="-122"/>
            </a:endParaRPr>
          </a:p>
        </p:txBody>
      </p:sp>
      <p:sp>
        <p:nvSpPr>
          <p:cNvPr id="7173" name="矩形 697355"/>
          <p:cNvSpPr>
            <a:spLocks noRot="1" noChangeArrowheads="1"/>
          </p:cNvSpPr>
          <p:nvPr/>
        </p:nvSpPr>
        <p:spPr bwMode="auto">
          <a:xfrm>
            <a:off x="468313" y="3025775"/>
            <a:ext cx="5808662" cy="3024188"/>
          </a:xfrm>
          <a:prstGeom prst="rect">
            <a:avLst/>
          </a:prstGeom>
          <a:solidFill>
            <a:srgbClr val="CCFFCC"/>
          </a:solidFill>
          <a:ln w="28575">
            <a:solidFill>
              <a:srgbClr val="FF0000"/>
            </a:solidFill>
            <a:miter lim="800000"/>
            <a:headEnd/>
            <a:tailEnd/>
          </a:ln>
        </p:spPr>
        <p:txBody>
          <a:bodyPr/>
          <a:lstStyle/>
          <a:p>
            <a:pPr marL="342900" indent="-342900" eaLnBrk="1" hangingPunct="1">
              <a:lnSpc>
                <a:spcPct val="125000"/>
              </a:lnSpc>
              <a:spcBef>
                <a:spcPct val="10000"/>
              </a:spcBef>
            </a:pPr>
            <a:r>
              <a:rPr lang="en-US" altLang="zh-CN" b="1" dirty="0">
                <a:solidFill>
                  <a:srgbClr val="0000FF"/>
                </a:solidFill>
                <a:latin typeface="楷体" pitchFamily="49" charset="-122"/>
                <a:ea typeface="楷体" pitchFamily="49" charset="-122"/>
              </a:rPr>
              <a:t>— </a:t>
            </a:r>
            <a:r>
              <a:rPr lang="zh-CN" altLang="en-US" b="1" dirty="0">
                <a:solidFill>
                  <a:srgbClr val="0000FF"/>
                </a:solidFill>
                <a:latin typeface="楷体" pitchFamily="49" charset="-122"/>
                <a:ea typeface="楷体" pitchFamily="49" charset="-122"/>
              </a:rPr>
              <a:t>社会存在与社会意识的辩证关系</a:t>
            </a:r>
          </a:p>
          <a:p>
            <a:pPr marL="342900" indent="-342900" eaLnBrk="1" hangingPunct="1">
              <a:lnSpc>
                <a:spcPct val="125000"/>
              </a:lnSpc>
              <a:spcBef>
                <a:spcPct val="10000"/>
              </a:spcBef>
            </a:pPr>
            <a:r>
              <a:rPr lang="en-US" altLang="zh-CN" b="1" dirty="0" smtClean="0">
                <a:solidFill>
                  <a:srgbClr val="0000FF"/>
                </a:solidFill>
                <a:latin typeface="楷体" pitchFamily="49" charset="-122"/>
                <a:ea typeface="楷体" pitchFamily="49" charset="-122"/>
              </a:rPr>
              <a:t>— </a:t>
            </a:r>
            <a:r>
              <a:rPr lang="zh-CN" altLang="en-US" b="1" dirty="0" smtClean="0">
                <a:solidFill>
                  <a:srgbClr val="0000FF"/>
                </a:solidFill>
                <a:latin typeface="楷体" pitchFamily="49" charset="-122"/>
                <a:ea typeface="楷体" pitchFamily="49" charset="-122"/>
              </a:rPr>
              <a:t>社会</a:t>
            </a:r>
            <a:r>
              <a:rPr lang="zh-CN" altLang="en-US" b="1" dirty="0" smtClean="0">
                <a:solidFill>
                  <a:srgbClr val="0000FF"/>
                </a:solidFill>
                <a:latin typeface="楷体" pitchFamily="49" charset="-122"/>
                <a:ea typeface="楷体" pitchFamily="49" charset="-122"/>
              </a:rPr>
              <a:t>基本矛盾及其运动规律</a:t>
            </a:r>
            <a:endParaRPr lang="zh-CN" altLang="en-US" b="1" dirty="0">
              <a:solidFill>
                <a:srgbClr val="0000FF"/>
              </a:solidFill>
              <a:latin typeface="楷体" pitchFamily="49" charset="-122"/>
              <a:ea typeface="楷体" pitchFamily="49" charset="-122"/>
            </a:endParaRPr>
          </a:p>
          <a:p>
            <a:pPr marL="342900" indent="-342900" eaLnBrk="1" hangingPunct="1">
              <a:lnSpc>
                <a:spcPct val="125000"/>
              </a:lnSpc>
              <a:spcBef>
                <a:spcPct val="10000"/>
              </a:spcBef>
            </a:pPr>
            <a:r>
              <a:rPr lang="en-US" altLang="zh-CN" b="1" dirty="0" smtClean="0">
                <a:solidFill>
                  <a:srgbClr val="0000FF"/>
                </a:solidFill>
                <a:latin typeface="楷体" pitchFamily="49" charset="-122"/>
                <a:ea typeface="楷体" pitchFamily="49" charset="-122"/>
              </a:rPr>
              <a:t>— </a:t>
            </a:r>
            <a:r>
              <a:rPr lang="zh-CN" altLang="en-US" b="1" dirty="0" smtClean="0">
                <a:solidFill>
                  <a:srgbClr val="0000FF"/>
                </a:solidFill>
                <a:latin typeface="楷体" pitchFamily="49" charset="-122"/>
                <a:ea typeface="楷体" pitchFamily="49" charset="-122"/>
              </a:rPr>
              <a:t>世界</a:t>
            </a:r>
            <a:r>
              <a:rPr lang="zh-CN" altLang="en-US" b="1" dirty="0" smtClean="0">
                <a:solidFill>
                  <a:srgbClr val="0000FF"/>
                </a:solidFill>
                <a:latin typeface="楷体" pitchFamily="49" charset="-122"/>
                <a:ea typeface="楷体" pitchFamily="49" charset="-122"/>
              </a:rPr>
              <a:t>历史的形成发展</a:t>
            </a:r>
            <a:endParaRPr lang="zh-CN" altLang="en-US" b="1" dirty="0">
              <a:solidFill>
                <a:srgbClr val="0000FF"/>
              </a:solidFill>
              <a:latin typeface="楷体" pitchFamily="49" charset="-122"/>
              <a:ea typeface="楷体" pitchFamily="49" charset="-122"/>
            </a:endParaRPr>
          </a:p>
          <a:p>
            <a:pPr marL="342900" indent="-342900" eaLnBrk="1" hangingPunct="1">
              <a:lnSpc>
                <a:spcPct val="125000"/>
              </a:lnSpc>
              <a:spcBef>
                <a:spcPct val="10000"/>
              </a:spcBef>
            </a:pPr>
            <a:r>
              <a:rPr lang="en-US" altLang="zh-CN" b="1" dirty="0">
                <a:solidFill>
                  <a:srgbClr val="0000FF"/>
                </a:solidFill>
                <a:latin typeface="楷体" pitchFamily="49" charset="-122"/>
                <a:ea typeface="楷体" pitchFamily="49" charset="-122"/>
              </a:rPr>
              <a:t>— </a:t>
            </a:r>
            <a:r>
              <a:rPr lang="zh-CN" altLang="en-US" b="1" dirty="0" smtClean="0">
                <a:solidFill>
                  <a:srgbClr val="0000FF"/>
                </a:solidFill>
                <a:latin typeface="楷体" pitchFamily="49" charset="-122"/>
                <a:ea typeface="楷体" pitchFamily="49" charset="-122"/>
              </a:rPr>
              <a:t>社会进步与人的发展</a:t>
            </a:r>
            <a:endParaRPr lang="en-US" altLang="zh-CN" b="1" dirty="0" smtClean="0">
              <a:solidFill>
                <a:srgbClr val="0000FF"/>
              </a:solidFill>
              <a:latin typeface="楷体" pitchFamily="49" charset="-122"/>
              <a:ea typeface="楷体" pitchFamily="49" charset="-122"/>
            </a:endParaRPr>
          </a:p>
          <a:p>
            <a:pPr marL="342900" indent="-342900" eaLnBrk="1" hangingPunct="1">
              <a:lnSpc>
                <a:spcPct val="125000"/>
              </a:lnSpc>
              <a:spcBef>
                <a:spcPct val="10000"/>
              </a:spcBef>
            </a:pPr>
            <a:r>
              <a:rPr lang="en-US" altLang="zh-CN" b="1" dirty="0" smtClean="0">
                <a:solidFill>
                  <a:srgbClr val="0000FF"/>
                </a:solidFill>
                <a:latin typeface="楷体" pitchFamily="49" charset="-122"/>
                <a:ea typeface="楷体" pitchFamily="49" charset="-122"/>
              </a:rPr>
              <a:t>— </a:t>
            </a:r>
            <a:r>
              <a:rPr lang="zh-CN" altLang="en-US" b="1" dirty="0" smtClean="0">
                <a:solidFill>
                  <a:srgbClr val="0000FF"/>
                </a:solidFill>
                <a:latin typeface="楷体" pitchFamily="49" charset="-122"/>
                <a:ea typeface="楷体" pitchFamily="49" charset="-122"/>
              </a:rPr>
              <a:t>文明及其多样性</a:t>
            </a:r>
            <a:endParaRPr lang="zh-CN" altLang="en-US" b="1" dirty="0">
              <a:solidFill>
                <a:srgbClr val="0000FF"/>
              </a:solidFill>
              <a:latin typeface="楷体" pitchFamily="49" charset="-122"/>
              <a:ea typeface="楷体" pitchFamily="49" charset="-122"/>
            </a:endParaRPr>
          </a:p>
          <a:p>
            <a:pPr marL="342900" indent="-342900" eaLnBrk="1" hangingPunct="1">
              <a:lnSpc>
                <a:spcPct val="125000"/>
              </a:lnSpc>
              <a:spcBef>
                <a:spcPct val="10000"/>
              </a:spcBef>
            </a:pPr>
            <a:r>
              <a:rPr lang="en-US" altLang="zh-CN" b="1" dirty="0">
                <a:solidFill>
                  <a:srgbClr val="0000FF"/>
                </a:solidFill>
                <a:latin typeface="楷体" pitchFamily="49" charset="-122"/>
                <a:ea typeface="楷体" pitchFamily="49" charset="-122"/>
              </a:rPr>
              <a:t>— </a:t>
            </a:r>
            <a:r>
              <a:rPr lang="zh-CN" altLang="en-US" b="1" dirty="0" smtClean="0">
                <a:solidFill>
                  <a:srgbClr val="0000FF"/>
                </a:solidFill>
                <a:latin typeface="楷体" pitchFamily="49" charset="-122"/>
                <a:ea typeface="楷体" pitchFamily="49" charset="-122"/>
              </a:rPr>
              <a:t>社会历史发展的动力</a:t>
            </a:r>
            <a:endParaRPr lang="zh-CN" altLang="en-US" b="1" dirty="0">
              <a:solidFill>
                <a:srgbClr val="0000FF"/>
              </a:solidFill>
              <a:latin typeface="楷体" pitchFamily="49" charset="-122"/>
              <a:ea typeface="楷体" pitchFamily="49" charset="-122"/>
            </a:endParaRPr>
          </a:p>
          <a:p>
            <a:pPr marL="342900" indent="-342900" eaLnBrk="1" hangingPunct="1">
              <a:lnSpc>
                <a:spcPct val="125000"/>
              </a:lnSpc>
              <a:spcBef>
                <a:spcPct val="10000"/>
              </a:spcBef>
            </a:pPr>
            <a:r>
              <a:rPr lang="en-US" altLang="zh-CN" b="1" dirty="0" smtClean="0">
                <a:solidFill>
                  <a:srgbClr val="0000FF"/>
                </a:solidFill>
                <a:latin typeface="楷体" pitchFamily="49" charset="-122"/>
                <a:ea typeface="楷体" pitchFamily="49" charset="-122"/>
              </a:rPr>
              <a:t>— </a:t>
            </a:r>
            <a:r>
              <a:rPr lang="zh-CN" altLang="en-US" b="1" dirty="0">
                <a:solidFill>
                  <a:srgbClr val="0000FF"/>
                </a:solidFill>
                <a:latin typeface="楷体" pitchFamily="49" charset="-122"/>
                <a:ea typeface="楷体" pitchFamily="49" charset="-122"/>
              </a:rPr>
              <a:t>人民群众和个人</a:t>
            </a:r>
            <a:r>
              <a:rPr lang="zh-CN" altLang="en-US" b="1" dirty="0" smtClean="0">
                <a:solidFill>
                  <a:srgbClr val="0000FF"/>
                </a:solidFill>
                <a:latin typeface="楷体" pitchFamily="49" charset="-122"/>
                <a:ea typeface="楷体" pitchFamily="49" charset="-122"/>
              </a:rPr>
              <a:t>在社会历史中的作用</a:t>
            </a:r>
            <a:endParaRPr lang="en-US" altLang="zh-CN" b="1" dirty="0" smtClean="0">
              <a:solidFill>
                <a:srgbClr val="0000FF"/>
              </a:solidFill>
              <a:latin typeface="楷体" pitchFamily="49" charset="-122"/>
              <a:ea typeface="楷体" pitchFamily="49" charset="-122"/>
            </a:endParaRPr>
          </a:p>
          <a:p>
            <a:pPr marL="342900" indent="-342900" eaLnBrk="1" hangingPunct="1">
              <a:lnSpc>
                <a:spcPct val="125000"/>
              </a:lnSpc>
              <a:spcBef>
                <a:spcPct val="10000"/>
              </a:spcBef>
            </a:pPr>
            <a:r>
              <a:rPr lang="en-US" altLang="zh-CN" b="1" dirty="0" smtClean="0">
                <a:solidFill>
                  <a:srgbClr val="0000FF"/>
                </a:solidFill>
                <a:latin typeface="楷体" pitchFamily="49" charset="-122"/>
                <a:ea typeface="楷体" pitchFamily="49" charset="-122"/>
              </a:rPr>
              <a:t>— </a:t>
            </a:r>
            <a:r>
              <a:rPr lang="zh-CN" altLang="en-US" b="1" dirty="0" smtClean="0">
                <a:solidFill>
                  <a:srgbClr val="0000FF"/>
                </a:solidFill>
                <a:latin typeface="楷体" pitchFamily="49" charset="-122"/>
                <a:ea typeface="楷体" pitchFamily="49" charset="-122"/>
              </a:rPr>
              <a:t>群众、阶级、政党、领袖的关系</a:t>
            </a:r>
            <a:endParaRPr lang="zh-CN" altLang="en-US" b="1" dirty="0">
              <a:solidFill>
                <a:srgbClr val="0000FF"/>
              </a:solidFill>
              <a:latin typeface="楷体" pitchFamily="49" charset="-122"/>
              <a:ea typeface="楷体" pitchFamily="49"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矩形 700417"/>
          <p:cNvSpPr>
            <a:spLocks noChangeArrowheads="1" noChangeShapeType="1" noTextEdit="1"/>
          </p:cNvSpPr>
          <p:nvPr/>
        </p:nvSpPr>
        <p:spPr bwMode="auto">
          <a:xfrm>
            <a:off x="1042988" y="692150"/>
            <a:ext cx="7273925" cy="1296988"/>
          </a:xfrm>
          <a:prstGeom prst="rect">
            <a:avLst/>
          </a:prstGeom>
        </p:spPr>
        <p:txBody>
          <a:bodyPr wrap="none" fromWordArt="1">
            <a:prstTxWarp prst="textDeflate">
              <a:avLst>
                <a:gd name="adj" fmla="val 26259"/>
              </a:avLst>
            </a:prstTxWarp>
          </a:bodyPr>
          <a:lstStyle/>
          <a:p>
            <a:pPr algn="ctr"/>
            <a:r>
              <a:rPr lang="zh-CN" altLang="en-US" sz="5400" kern="10" dirty="0">
                <a:ln w="0">
                  <a:solidFill>
                    <a:srgbClr val="000080"/>
                  </a:solidFill>
                  <a:round/>
                  <a:headEnd/>
                  <a:tailEnd/>
                </a:ln>
                <a:solidFill>
                  <a:srgbClr val="FF0000"/>
                </a:solidFill>
                <a:latin typeface="华文隶书"/>
                <a:ea typeface="华文隶书"/>
              </a:rPr>
              <a:t>第一节 </a:t>
            </a:r>
            <a:r>
              <a:rPr lang="zh-CN" altLang="en-US" sz="5400" kern="10" dirty="0" smtClean="0">
                <a:ln w="0">
                  <a:solidFill>
                    <a:srgbClr val="000080"/>
                  </a:solidFill>
                  <a:round/>
                  <a:headEnd/>
                  <a:tailEnd/>
                </a:ln>
                <a:solidFill>
                  <a:srgbClr val="FF0000"/>
                </a:solidFill>
                <a:latin typeface="华文隶书"/>
                <a:ea typeface="华文隶书"/>
              </a:rPr>
              <a:t>人类社会的存在与发展</a:t>
            </a:r>
            <a:endParaRPr lang="zh-CN" altLang="en-US" sz="5400" kern="10" dirty="0">
              <a:ln w="0">
                <a:solidFill>
                  <a:srgbClr val="000080"/>
                </a:solidFill>
                <a:round/>
                <a:headEnd/>
                <a:tailEnd/>
              </a:ln>
              <a:solidFill>
                <a:srgbClr val="FF0000"/>
              </a:solidFill>
              <a:latin typeface="华文隶书"/>
              <a:ea typeface="华文隶书"/>
            </a:endParaRPr>
          </a:p>
        </p:txBody>
      </p:sp>
      <p:sp>
        <p:nvSpPr>
          <p:cNvPr id="700422" name="矩形 700421"/>
          <p:cNvSpPr/>
          <p:nvPr/>
        </p:nvSpPr>
        <p:spPr>
          <a:xfrm>
            <a:off x="1500166" y="2500306"/>
            <a:ext cx="6415118" cy="1939925"/>
          </a:xfrm>
          <a:prstGeom prst="rect">
            <a:avLst/>
          </a:prstGeom>
          <a:solidFill>
            <a:schemeClr val="accent3">
              <a:lumMod val="95000"/>
            </a:schemeClr>
          </a:solidFill>
          <a:ln w="9525">
            <a:noFill/>
          </a:ln>
        </p:spPr>
        <p:txBody>
          <a:bodyPr wrap="square">
            <a:spAutoFit/>
          </a:bodyPr>
          <a:lstStyle/>
          <a:p>
            <a:pPr eaLnBrk="1" hangingPunct="1">
              <a:lnSpc>
                <a:spcPct val="125000"/>
              </a:lnSpc>
              <a:buFont typeface="Arial" panose="020B0604020202020204" pitchFamily="34" charset="0"/>
              <a:buNone/>
              <a:defRPr/>
            </a:pPr>
            <a:r>
              <a:rPr lang="zh-CN" altLang="en-US" sz="2400" b="1" noProof="1">
                <a:solidFill>
                  <a:srgbClr val="FF0000"/>
                </a:solidFill>
                <a:latin typeface="+mn-ea"/>
                <a:ea typeface="+mn-ea"/>
                <a:sym typeface="+mn-ea"/>
              </a:rPr>
              <a:t>一、社会存在与社会意识</a:t>
            </a:r>
          </a:p>
          <a:p>
            <a:pPr eaLnBrk="1" hangingPunct="1">
              <a:lnSpc>
                <a:spcPct val="125000"/>
              </a:lnSpc>
              <a:buFont typeface="Arial" panose="020B0604020202020204" pitchFamily="34" charset="0"/>
              <a:buNone/>
              <a:defRPr/>
            </a:pPr>
            <a:r>
              <a:rPr lang="zh-CN" altLang="en-US" sz="2400" b="1" noProof="1">
                <a:solidFill>
                  <a:srgbClr val="FF0000"/>
                </a:solidFill>
                <a:latin typeface="+mn-ea"/>
                <a:ea typeface="+mn-ea"/>
                <a:sym typeface="+mn-ea"/>
              </a:rPr>
              <a:t>二</a:t>
            </a:r>
            <a:r>
              <a:rPr lang="zh-CN" altLang="en-US" sz="2400" b="1" noProof="1" smtClean="0">
                <a:solidFill>
                  <a:srgbClr val="FF0000"/>
                </a:solidFill>
                <a:latin typeface="+mn-ea"/>
                <a:ea typeface="+mn-ea"/>
                <a:sym typeface="+mn-ea"/>
              </a:rPr>
              <a:t>、社会基本矛盾及其运动规律</a:t>
            </a:r>
            <a:endParaRPr lang="zh-CN" altLang="en-US" sz="2400" b="1" noProof="1">
              <a:solidFill>
                <a:srgbClr val="FF0000"/>
              </a:solidFill>
              <a:latin typeface="+mn-ea"/>
              <a:ea typeface="+mn-ea"/>
              <a:sym typeface="+mn-ea"/>
            </a:endParaRPr>
          </a:p>
          <a:p>
            <a:pPr eaLnBrk="1" hangingPunct="1">
              <a:lnSpc>
                <a:spcPct val="125000"/>
              </a:lnSpc>
              <a:buFont typeface="Arial" panose="020B0604020202020204" pitchFamily="34" charset="0"/>
              <a:buNone/>
              <a:defRPr/>
            </a:pPr>
            <a:r>
              <a:rPr lang="zh-CN" altLang="en-US" sz="2400" b="1" noProof="1">
                <a:solidFill>
                  <a:srgbClr val="FF0000"/>
                </a:solidFill>
                <a:latin typeface="+mn-ea"/>
                <a:ea typeface="+mn-ea"/>
                <a:sym typeface="+mn-ea"/>
              </a:rPr>
              <a:t>三</a:t>
            </a:r>
            <a:r>
              <a:rPr lang="zh-CN" altLang="en-US" sz="2400" b="1" noProof="1" smtClean="0">
                <a:solidFill>
                  <a:srgbClr val="FF0000"/>
                </a:solidFill>
                <a:latin typeface="+mn-ea"/>
                <a:ea typeface="+mn-ea"/>
                <a:sym typeface="+mn-ea"/>
              </a:rPr>
              <a:t>、人类普遍交往与世界历史的形成发展</a:t>
            </a:r>
            <a:endParaRPr lang="zh-CN" altLang="en-US" sz="2400" b="1" noProof="1">
              <a:solidFill>
                <a:srgbClr val="FF0000"/>
              </a:solidFill>
              <a:latin typeface="+mn-ea"/>
              <a:ea typeface="+mn-ea"/>
              <a:sym typeface="+mn-ea"/>
            </a:endParaRPr>
          </a:p>
          <a:p>
            <a:pPr eaLnBrk="1" hangingPunct="1">
              <a:lnSpc>
                <a:spcPct val="125000"/>
              </a:lnSpc>
              <a:buFont typeface="Arial" panose="020B0604020202020204" pitchFamily="34" charset="0"/>
              <a:buNone/>
              <a:defRPr/>
            </a:pPr>
            <a:r>
              <a:rPr lang="zh-CN" altLang="en-US" sz="2400" b="1" noProof="1">
                <a:solidFill>
                  <a:srgbClr val="FF0000"/>
                </a:solidFill>
                <a:latin typeface="+mn-ea"/>
                <a:ea typeface="+mn-ea"/>
                <a:sym typeface="+mn-ea"/>
              </a:rPr>
              <a:t>四、社会形态更替的一般规律及特殊形式</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矩形 703491"/>
          <p:cNvSpPr>
            <a:spLocks noChangeArrowheads="1"/>
          </p:cNvSpPr>
          <p:nvPr/>
        </p:nvSpPr>
        <p:spPr bwMode="auto">
          <a:xfrm>
            <a:off x="323850" y="404813"/>
            <a:ext cx="4476750" cy="630237"/>
          </a:xfrm>
          <a:prstGeom prst="rect">
            <a:avLst/>
          </a:prstGeom>
          <a:solidFill>
            <a:srgbClr val="CCECFF"/>
          </a:solidFill>
          <a:ln w="38100">
            <a:noFill/>
            <a:miter lim="800000"/>
            <a:headEnd/>
            <a:tailEnd/>
          </a:ln>
        </p:spPr>
        <p:txBody>
          <a:bodyPr>
            <a:spAutoFit/>
          </a:bodyPr>
          <a:lstStyle/>
          <a:p>
            <a:pPr eaLnBrk="1" hangingPunct="1">
              <a:lnSpc>
                <a:spcPct val="125000"/>
              </a:lnSpc>
            </a:pPr>
            <a:r>
              <a:rPr lang="zh-CN" altLang="en-US" sz="2800" b="1" noProof="1">
                <a:solidFill>
                  <a:srgbClr val="FF0066"/>
                </a:solidFill>
                <a:latin typeface="幼圆" pitchFamily="49" charset="-122"/>
                <a:ea typeface="幼圆" pitchFamily="49" charset="-122"/>
                <a:sym typeface="+mn-ea"/>
              </a:rPr>
              <a:t>一、社会存在与社会意识</a:t>
            </a:r>
          </a:p>
        </p:txBody>
      </p:sp>
      <p:sp>
        <p:nvSpPr>
          <p:cNvPr id="9219" name="矩形 703496"/>
          <p:cNvSpPr>
            <a:spLocks noChangeArrowheads="1"/>
          </p:cNvSpPr>
          <p:nvPr/>
        </p:nvSpPr>
        <p:spPr bwMode="auto">
          <a:xfrm>
            <a:off x="357158" y="2714620"/>
            <a:ext cx="3652837" cy="476250"/>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000">
                <a:solidFill>
                  <a:srgbClr val="0000FF"/>
                </a:solidFill>
                <a:latin typeface="黑体" pitchFamily="49" charset="-122"/>
                <a:ea typeface="黑体" pitchFamily="49" charset="-122"/>
              </a:rPr>
              <a:t>（一）两种根本对立的历史观</a:t>
            </a:r>
          </a:p>
        </p:txBody>
      </p:sp>
      <p:sp>
        <p:nvSpPr>
          <p:cNvPr id="9220" name="矩形 703497"/>
          <p:cNvSpPr>
            <a:spLocks noChangeArrowheads="1"/>
          </p:cNvSpPr>
          <p:nvPr/>
        </p:nvSpPr>
        <p:spPr bwMode="auto">
          <a:xfrm>
            <a:off x="357158" y="3500438"/>
            <a:ext cx="3643312" cy="476250"/>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dirty="0">
                <a:solidFill>
                  <a:srgbClr val="0000FF"/>
                </a:solidFill>
                <a:latin typeface="黑体" pitchFamily="49" charset="-122"/>
                <a:ea typeface="黑体" pitchFamily="49" charset="-122"/>
              </a:rPr>
              <a:t>（二）社会存在</a:t>
            </a:r>
            <a:endParaRPr lang="zh-CN" altLang="en-US" sz="2000" dirty="0"/>
          </a:p>
        </p:txBody>
      </p:sp>
      <p:sp>
        <p:nvSpPr>
          <p:cNvPr id="9221" name="矩形 703498"/>
          <p:cNvSpPr>
            <a:spLocks noChangeArrowheads="1"/>
          </p:cNvSpPr>
          <p:nvPr/>
        </p:nvSpPr>
        <p:spPr bwMode="auto">
          <a:xfrm>
            <a:off x="357158" y="1196974"/>
            <a:ext cx="5143536" cy="1231893"/>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zh-CN" altLang="en-US" b="1" dirty="0" smtClean="0">
                <a:solidFill>
                  <a:srgbClr val="3333FF"/>
                </a:solidFill>
                <a:latin typeface="宋体" pitchFamily="2" charset="-122"/>
              </a:rPr>
              <a:t>社会存在</a:t>
            </a:r>
            <a:r>
              <a:rPr lang="zh-CN" altLang="en-US" b="1" dirty="0">
                <a:solidFill>
                  <a:srgbClr val="3333FF"/>
                </a:solidFill>
                <a:latin typeface="宋体" pitchFamily="2" charset="-122"/>
              </a:rPr>
              <a:t>与社会意识的关系问题，是社会历史观的基本问题。正确</a:t>
            </a:r>
            <a:r>
              <a:rPr lang="zh-CN" altLang="en-US" b="1" dirty="0" smtClean="0">
                <a:solidFill>
                  <a:srgbClr val="3333FF"/>
                </a:solidFill>
                <a:latin typeface="宋体" pitchFamily="2" charset="-122"/>
              </a:rPr>
              <a:t>认识社会存在和社会意识的关系，是科学把握人类社会发展规律的基础</a:t>
            </a:r>
            <a:r>
              <a:rPr lang="zh-CN" altLang="en-US" b="1" dirty="0">
                <a:solidFill>
                  <a:srgbClr val="3333FF"/>
                </a:solidFill>
                <a:latin typeface="宋体" pitchFamily="2" charset="-122"/>
              </a:rPr>
              <a:t>和前提。</a:t>
            </a:r>
          </a:p>
        </p:txBody>
      </p:sp>
      <p:sp>
        <p:nvSpPr>
          <p:cNvPr id="9224" name="矩形 703509"/>
          <p:cNvSpPr>
            <a:spLocks noChangeArrowheads="1"/>
          </p:cNvSpPr>
          <p:nvPr/>
        </p:nvSpPr>
        <p:spPr bwMode="auto">
          <a:xfrm>
            <a:off x="357158" y="4286256"/>
            <a:ext cx="3643312" cy="476250"/>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a:solidFill>
                  <a:srgbClr val="0000FF"/>
                </a:solidFill>
                <a:latin typeface="黑体" pitchFamily="49" charset="-122"/>
                <a:ea typeface="黑体" pitchFamily="49" charset="-122"/>
              </a:rPr>
              <a:t>（三）社会意识</a:t>
            </a:r>
            <a:endParaRPr lang="zh-CN" altLang="en-US" sz="2000"/>
          </a:p>
        </p:txBody>
      </p:sp>
      <p:sp>
        <p:nvSpPr>
          <p:cNvPr id="9225" name="矩形 703510"/>
          <p:cNvSpPr>
            <a:spLocks noChangeArrowheads="1"/>
          </p:cNvSpPr>
          <p:nvPr/>
        </p:nvSpPr>
        <p:spPr bwMode="auto">
          <a:xfrm>
            <a:off x="357158" y="5072074"/>
            <a:ext cx="5286412"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dirty="0">
                <a:solidFill>
                  <a:srgbClr val="0000FF"/>
                </a:solidFill>
                <a:latin typeface="黑体" pitchFamily="49" charset="-122"/>
                <a:ea typeface="黑体" pitchFamily="49" charset="-122"/>
              </a:rPr>
              <a:t>（四）社会存在和社会意识的辩证关系</a:t>
            </a:r>
            <a:endParaRPr lang="zh-CN" altLang="en-US" sz="2000" dirty="0"/>
          </a:p>
        </p:txBody>
      </p:sp>
      <p:sp>
        <p:nvSpPr>
          <p:cNvPr id="9226" name="矩形 703510"/>
          <p:cNvSpPr>
            <a:spLocks noChangeArrowheads="1"/>
          </p:cNvSpPr>
          <p:nvPr/>
        </p:nvSpPr>
        <p:spPr bwMode="auto">
          <a:xfrm>
            <a:off x="357158" y="5857892"/>
            <a:ext cx="6405578"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dirty="0">
                <a:solidFill>
                  <a:srgbClr val="0000FF"/>
                </a:solidFill>
                <a:latin typeface="黑体" pitchFamily="49" charset="-122"/>
                <a:ea typeface="黑体" pitchFamily="49" charset="-122"/>
              </a:rPr>
              <a:t>（五）社会存在和社会意识辩证关系</a:t>
            </a:r>
            <a:r>
              <a:rPr lang="zh-CN" altLang="en-US" sz="2000" dirty="0" smtClean="0">
                <a:solidFill>
                  <a:srgbClr val="0000FF"/>
                </a:solidFill>
                <a:latin typeface="黑体" pitchFamily="49" charset="-122"/>
                <a:ea typeface="黑体" pitchFamily="49" charset="-122"/>
              </a:rPr>
              <a:t>原理的</a:t>
            </a:r>
            <a:r>
              <a:rPr lang="zh-CN" altLang="en-US" sz="2000" dirty="0">
                <a:solidFill>
                  <a:srgbClr val="0000FF"/>
                </a:solidFill>
                <a:latin typeface="黑体" pitchFamily="49" charset="-122"/>
                <a:ea typeface="黑体" pitchFamily="49" charset="-122"/>
              </a:rPr>
              <a:t>重要意义</a:t>
            </a:r>
            <a:endParaRPr lang="zh-CN" altLang="en-US" sz="2000" dirty="0"/>
          </a:p>
        </p:txBody>
      </p:sp>
      <p:sp>
        <p:nvSpPr>
          <p:cNvPr id="10" name="Rectangle 3">
            <a:extLst>
              <a:ext uri="{FF2B5EF4-FFF2-40B4-BE49-F238E27FC236}">
                <a16:creationId xmlns="" xmlns:a16="http://schemas.microsoft.com/office/drawing/2014/main" id="{AEB1B740-D3FB-4D85-A2F3-B08496EB57BE}"/>
              </a:ext>
            </a:extLst>
          </p:cNvPr>
          <p:cNvSpPr txBox="1">
            <a:spLocks noChangeArrowheads="1"/>
          </p:cNvSpPr>
          <p:nvPr/>
        </p:nvSpPr>
        <p:spPr>
          <a:xfrm>
            <a:off x="5715008" y="1214422"/>
            <a:ext cx="2983330" cy="1214446"/>
          </a:xfrm>
          <a:prstGeom prst="rect">
            <a:avLst/>
          </a:prstGeom>
        </p:spPr>
        <p:txBody>
          <a:bodyPr/>
          <a:lstStyle>
            <a:lvl1pPr marL="162580" indent="-162580" algn="l" defTabSz="650321" rtl="0" eaLnBrk="1" latinLnBrk="0" hangingPunct="1">
              <a:lnSpc>
                <a:spcPct val="90000"/>
              </a:lnSpc>
              <a:spcBef>
                <a:spcPts val="711"/>
              </a:spcBef>
              <a:buFont typeface="Arial" panose="020B0604020202020204" pitchFamily="34" charset="0"/>
              <a:buChar char="•"/>
              <a:defRPr sz="2000" kern="1200">
                <a:solidFill>
                  <a:schemeClr val="tx1"/>
                </a:solidFill>
                <a:latin typeface="+mn-lt"/>
                <a:ea typeface="微软雅黑" panose="020B0503020204020204" pitchFamily="34" charset="-122"/>
                <a:cs typeface="+mn-cs"/>
              </a:defRPr>
            </a:lvl1pPr>
            <a:lvl2pPr marL="487741" indent="-162580" algn="l" defTabSz="650321" rtl="0" eaLnBrk="1" latinLnBrk="0" hangingPunct="1">
              <a:lnSpc>
                <a:spcPct val="90000"/>
              </a:lnSpc>
              <a:spcBef>
                <a:spcPts val="356"/>
              </a:spcBef>
              <a:buFont typeface="Arial" panose="020B0604020202020204" pitchFamily="34" charset="0"/>
              <a:buChar char="•"/>
              <a:defRPr sz="1700" kern="1200">
                <a:solidFill>
                  <a:schemeClr val="tx1"/>
                </a:solidFill>
                <a:latin typeface="+mn-lt"/>
                <a:ea typeface="微软雅黑" panose="020B0503020204020204" pitchFamily="34" charset="-122"/>
                <a:cs typeface="+mn-cs"/>
              </a:defRPr>
            </a:lvl2pPr>
            <a:lvl3pPr marL="812902" indent="-162580" algn="l" defTabSz="650321" rtl="0" eaLnBrk="1" latinLnBrk="0" hangingPunct="1">
              <a:lnSpc>
                <a:spcPct val="90000"/>
              </a:lnSpc>
              <a:spcBef>
                <a:spcPts val="356"/>
              </a:spcBef>
              <a:buFont typeface="Arial" panose="020B0604020202020204" pitchFamily="34" charset="0"/>
              <a:buChar char="•"/>
              <a:defRPr sz="1400" kern="1200">
                <a:solidFill>
                  <a:schemeClr val="tx1"/>
                </a:solidFill>
                <a:latin typeface="+mn-lt"/>
                <a:ea typeface="微软雅黑" panose="020B0503020204020204" pitchFamily="34" charset="-122"/>
                <a:cs typeface="+mn-cs"/>
              </a:defRPr>
            </a:lvl3pPr>
            <a:lvl4pPr marL="1138062"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微软雅黑" panose="020B0503020204020204" pitchFamily="34" charset="-122"/>
                <a:cs typeface="+mn-cs"/>
              </a:defRPr>
            </a:lvl4pPr>
            <a:lvl5pPr marL="1463223"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微软雅黑" panose="020B0503020204020204" pitchFamily="34" charset="-122"/>
                <a:cs typeface="+mn-cs"/>
              </a:defRPr>
            </a:lvl5pPr>
            <a:lvl6pPr marL="178838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6pPr>
            <a:lvl7pPr marL="211354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7pPr>
            <a:lvl8pPr marL="243870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8pPr>
            <a:lvl9pPr marL="276386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9pPr>
          </a:lstStyle>
          <a:p>
            <a:pPr fontAlgn="auto">
              <a:spcAft>
                <a:spcPts val="0"/>
              </a:spcAft>
              <a:buFontTx/>
              <a:buNone/>
            </a:pPr>
            <a:r>
              <a:rPr lang="zh-CN" altLang="en-US" sz="2400" b="1" dirty="0">
                <a:solidFill>
                  <a:srgbClr val="C00000"/>
                </a:solidFill>
                <a:latin typeface="楷体" panose="02010609060101010101" pitchFamily="49" charset="-122"/>
                <a:ea typeface="楷体" panose="02010609060101010101" pitchFamily="49" charset="-122"/>
              </a:rPr>
              <a:t>历史观：</a:t>
            </a:r>
            <a:r>
              <a:rPr lang="zh-CN" altLang="en-US" sz="2400" b="1" dirty="0">
                <a:solidFill>
                  <a:srgbClr val="000000"/>
                </a:solidFill>
                <a:latin typeface="楷体" panose="02010609060101010101" pitchFamily="49" charset="-122"/>
                <a:ea typeface="楷体" panose="02010609060101010101" pitchFamily="49" charset="-122"/>
              </a:rPr>
              <a:t>人们对社会历史发展的根本看法和根本观点。</a:t>
            </a:r>
            <a:endParaRPr lang="zh-CN" altLang="en-US" sz="18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linds(horizontal)">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A3D5CA8A-288F-4500-BD96-66FC63EDD47A}"/>
              </a:ext>
            </a:extLst>
          </p:cNvPr>
          <p:cNvSpPr txBox="1">
            <a:spLocks noChangeArrowheads="1"/>
          </p:cNvSpPr>
          <p:nvPr/>
        </p:nvSpPr>
        <p:spPr>
          <a:xfrm>
            <a:off x="265474" y="875367"/>
            <a:ext cx="8592805" cy="5199704"/>
          </a:xfrm>
          <a:prstGeom prst="rect">
            <a:avLst/>
          </a:prstGeom>
        </p:spPr>
        <p:txBody>
          <a:bodyPr vert="horz" lIns="65032" tIns="32516" rIns="65032" bIns="32516" rtlCol="0">
            <a:normAutofit/>
          </a:bodyPr>
          <a:lstStyle>
            <a:lvl1pPr marL="162580" indent="-162580" algn="l" defTabSz="650321" rtl="0" eaLnBrk="1" latinLnBrk="0" hangingPunct="1">
              <a:lnSpc>
                <a:spcPct val="90000"/>
              </a:lnSpc>
              <a:spcBef>
                <a:spcPts val="711"/>
              </a:spcBef>
              <a:buFont typeface="Arial" panose="020B0604020202020204" pitchFamily="34" charset="0"/>
              <a:buChar char="•"/>
              <a:defRPr sz="2000" kern="1200">
                <a:solidFill>
                  <a:schemeClr val="tx1"/>
                </a:solidFill>
                <a:latin typeface="+mn-lt"/>
                <a:ea typeface="微软雅黑" panose="020B0503020204020204" pitchFamily="34" charset="-122"/>
                <a:cs typeface="+mn-cs"/>
              </a:defRPr>
            </a:lvl1pPr>
            <a:lvl2pPr marL="487741" indent="-162580" algn="l" defTabSz="650321" rtl="0" eaLnBrk="1" latinLnBrk="0" hangingPunct="1">
              <a:lnSpc>
                <a:spcPct val="90000"/>
              </a:lnSpc>
              <a:spcBef>
                <a:spcPts val="356"/>
              </a:spcBef>
              <a:buFont typeface="Arial" panose="020B0604020202020204" pitchFamily="34" charset="0"/>
              <a:buChar char="•"/>
              <a:defRPr sz="1700" kern="1200">
                <a:solidFill>
                  <a:schemeClr val="tx1"/>
                </a:solidFill>
                <a:latin typeface="+mn-lt"/>
                <a:ea typeface="微软雅黑" panose="020B0503020204020204" pitchFamily="34" charset="-122"/>
                <a:cs typeface="+mn-cs"/>
              </a:defRPr>
            </a:lvl2pPr>
            <a:lvl3pPr marL="812902" indent="-162580" algn="l" defTabSz="650321" rtl="0" eaLnBrk="1" latinLnBrk="0" hangingPunct="1">
              <a:lnSpc>
                <a:spcPct val="90000"/>
              </a:lnSpc>
              <a:spcBef>
                <a:spcPts val="356"/>
              </a:spcBef>
              <a:buFont typeface="Arial" panose="020B0604020202020204" pitchFamily="34" charset="0"/>
              <a:buChar char="•"/>
              <a:defRPr sz="1400" kern="1200">
                <a:solidFill>
                  <a:schemeClr val="tx1"/>
                </a:solidFill>
                <a:latin typeface="+mn-lt"/>
                <a:ea typeface="微软雅黑" panose="020B0503020204020204" pitchFamily="34" charset="-122"/>
                <a:cs typeface="+mn-cs"/>
              </a:defRPr>
            </a:lvl3pPr>
            <a:lvl4pPr marL="1138062"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微软雅黑" panose="020B0503020204020204" pitchFamily="34" charset="-122"/>
                <a:cs typeface="+mn-cs"/>
              </a:defRPr>
            </a:lvl4pPr>
            <a:lvl5pPr marL="1463223"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微软雅黑" panose="020B0503020204020204" pitchFamily="34" charset="-122"/>
                <a:cs typeface="+mn-cs"/>
              </a:defRPr>
            </a:lvl5pPr>
            <a:lvl6pPr marL="178838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6pPr>
            <a:lvl7pPr marL="211354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7pPr>
            <a:lvl8pPr marL="243870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8pPr>
            <a:lvl9pPr marL="276386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9pPr>
          </a:lstStyle>
          <a:p>
            <a:pPr fontAlgn="auto">
              <a:spcAft>
                <a:spcPts val="0"/>
              </a:spcAft>
            </a:pPr>
            <a:endParaRPr lang="en-US" altLang="zh-CN" sz="1800"/>
          </a:p>
          <a:p>
            <a:pPr fontAlgn="auto">
              <a:spcAft>
                <a:spcPts val="0"/>
              </a:spcAft>
            </a:pPr>
            <a:endParaRPr lang="en-US" altLang="zh-CN" sz="1800"/>
          </a:p>
        </p:txBody>
      </p:sp>
      <p:sp>
        <p:nvSpPr>
          <p:cNvPr id="4" name="Text Box 3">
            <a:extLst>
              <a:ext uri="{FF2B5EF4-FFF2-40B4-BE49-F238E27FC236}">
                <a16:creationId xmlns="" xmlns:a16="http://schemas.microsoft.com/office/drawing/2014/main" id="{D401B82D-BBE0-4B39-91B1-30786EA226E0}"/>
              </a:ext>
            </a:extLst>
          </p:cNvPr>
          <p:cNvSpPr txBox="1">
            <a:spLocks noChangeArrowheads="1"/>
          </p:cNvSpPr>
          <p:nvPr/>
        </p:nvSpPr>
        <p:spPr bwMode="auto">
          <a:xfrm>
            <a:off x="2214546" y="3857628"/>
            <a:ext cx="1741877" cy="463846"/>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lIns="90000" tIns="46800" rIns="90000" bIns="46800">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spcBef>
                <a:spcPct val="50000"/>
              </a:spcBef>
            </a:pPr>
            <a:r>
              <a:rPr kumimoji="1" lang="zh-CN" altLang="en-US" sz="2400" b="1" dirty="0">
                <a:latin typeface="Times New Roman" panose="02020603050405020304" pitchFamily="18" charset="0"/>
                <a:ea typeface="华文新魏" panose="02010800040101010101" pitchFamily="2" charset="-122"/>
              </a:rPr>
              <a:t>社会存在</a:t>
            </a:r>
          </a:p>
        </p:txBody>
      </p:sp>
      <p:sp>
        <p:nvSpPr>
          <p:cNvPr id="8" name="Text Box 7">
            <a:extLst>
              <a:ext uri="{FF2B5EF4-FFF2-40B4-BE49-F238E27FC236}">
                <a16:creationId xmlns="" xmlns:a16="http://schemas.microsoft.com/office/drawing/2014/main" id="{0095B846-5926-43F5-95DF-8B86024BFE68}"/>
              </a:ext>
            </a:extLst>
          </p:cNvPr>
          <p:cNvSpPr txBox="1">
            <a:spLocks noChangeArrowheads="1"/>
          </p:cNvSpPr>
          <p:nvPr/>
        </p:nvSpPr>
        <p:spPr bwMode="auto">
          <a:xfrm>
            <a:off x="3857620" y="3214686"/>
            <a:ext cx="1363208" cy="4638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spcBef>
                <a:spcPct val="50000"/>
              </a:spcBef>
            </a:pPr>
            <a:r>
              <a:rPr kumimoji="1" lang="zh-CN" altLang="en-US" sz="2400" b="1" dirty="0">
                <a:solidFill>
                  <a:srgbClr val="000099"/>
                </a:solidFill>
                <a:latin typeface="Times New Roman" panose="02020603050405020304" pitchFamily="18" charset="0"/>
                <a:ea typeface="华文新魏" panose="02010800040101010101" pitchFamily="2" charset="-122"/>
              </a:rPr>
              <a:t>决定</a:t>
            </a:r>
          </a:p>
        </p:txBody>
      </p:sp>
      <p:sp>
        <p:nvSpPr>
          <p:cNvPr id="9" name="Text Box 8">
            <a:extLst>
              <a:ext uri="{FF2B5EF4-FFF2-40B4-BE49-F238E27FC236}">
                <a16:creationId xmlns="" xmlns:a16="http://schemas.microsoft.com/office/drawing/2014/main" id="{B59C3CF9-6934-42D0-AEE6-6E31B4DC6602}"/>
              </a:ext>
            </a:extLst>
          </p:cNvPr>
          <p:cNvSpPr txBox="1">
            <a:spLocks noChangeArrowheads="1"/>
          </p:cNvSpPr>
          <p:nvPr/>
        </p:nvSpPr>
        <p:spPr bwMode="auto">
          <a:xfrm>
            <a:off x="5143504" y="3857628"/>
            <a:ext cx="1817611" cy="463846"/>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lIns="90000" tIns="46800" rIns="90000" bIns="46800">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spcBef>
                <a:spcPct val="50000"/>
              </a:spcBef>
            </a:pPr>
            <a:r>
              <a:rPr kumimoji="1" lang="zh-CN" altLang="en-US" sz="2400" b="1" dirty="0">
                <a:latin typeface="Times New Roman" panose="02020603050405020304" pitchFamily="18" charset="0"/>
                <a:ea typeface="华文新魏" panose="02010800040101010101" pitchFamily="2" charset="-122"/>
              </a:rPr>
              <a:t>社会意识</a:t>
            </a:r>
          </a:p>
        </p:txBody>
      </p:sp>
      <p:sp>
        <p:nvSpPr>
          <p:cNvPr id="11" name="Oval 10">
            <a:extLst>
              <a:ext uri="{FF2B5EF4-FFF2-40B4-BE49-F238E27FC236}">
                <a16:creationId xmlns="" xmlns:a16="http://schemas.microsoft.com/office/drawing/2014/main" id="{A77BFADA-ECCC-4940-B797-A92DD32DAD8D}"/>
              </a:ext>
            </a:extLst>
          </p:cNvPr>
          <p:cNvSpPr>
            <a:spLocks noChangeArrowheads="1"/>
          </p:cNvSpPr>
          <p:nvPr/>
        </p:nvSpPr>
        <p:spPr bwMode="auto">
          <a:xfrm>
            <a:off x="7429520" y="3500438"/>
            <a:ext cx="1358476" cy="117160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square" lIns="90000" tIns="46800" rIns="90000" bIns="46800" anchor="ct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kumimoji="1" lang="zh-CN" altLang="en-US" sz="2400" b="1" dirty="0">
                <a:latin typeface="Times New Roman" panose="02020603050405020304" pitchFamily="18" charset="0"/>
                <a:ea typeface="黑体" panose="02010609060101010101" pitchFamily="49" charset="-122"/>
              </a:rPr>
              <a:t>唯物</a:t>
            </a:r>
          </a:p>
          <a:p>
            <a:pPr algn="ctr"/>
            <a:r>
              <a:rPr kumimoji="1" lang="zh-CN" altLang="en-US" sz="2400" b="1" dirty="0">
                <a:latin typeface="Times New Roman" panose="02020603050405020304" pitchFamily="18" charset="0"/>
                <a:ea typeface="黑体" panose="02010609060101010101" pitchFamily="49" charset="-122"/>
              </a:rPr>
              <a:t>史观</a:t>
            </a:r>
          </a:p>
        </p:txBody>
      </p:sp>
      <p:sp>
        <p:nvSpPr>
          <p:cNvPr id="15" name="Text Box 14">
            <a:extLst>
              <a:ext uri="{FF2B5EF4-FFF2-40B4-BE49-F238E27FC236}">
                <a16:creationId xmlns="" xmlns:a16="http://schemas.microsoft.com/office/drawing/2014/main" id="{D68118BF-9645-4FBC-8CF1-2557B07636D4}"/>
              </a:ext>
            </a:extLst>
          </p:cNvPr>
          <p:cNvSpPr txBox="1">
            <a:spLocks noChangeArrowheads="1"/>
          </p:cNvSpPr>
          <p:nvPr/>
        </p:nvSpPr>
        <p:spPr bwMode="auto">
          <a:xfrm>
            <a:off x="3857620" y="4500570"/>
            <a:ext cx="1363208" cy="4638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spcBef>
                <a:spcPct val="50000"/>
              </a:spcBef>
            </a:pPr>
            <a:r>
              <a:rPr kumimoji="1" lang="zh-CN" altLang="en-US" sz="2400" b="1" dirty="0">
                <a:solidFill>
                  <a:srgbClr val="FE0802"/>
                </a:solidFill>
                <a:latin typeface="Times New Roman" panose="02020603050405020304" pitchFamily="18" charset="0"/>
                <a:ea typeface="华文新魏" panose="02010800040101010101" pitchFamily="2" charset="-122"/>
              </a:rPr>
              <a:t>决定</a:t>
            </a:r>
          </a:p>
        </p:txBody>
      </p:sp>
      <p:sp>
        <p:nvSpPr>
          <p:cNvPr id="17" name="Oval 16">
            <a:extLst>
              <a:ext uri="{FF2B5EF4-FFF2-40B4-BE49-F238E27FC236}">
                <a16:creationId xmlns="" xmlns:a16="http://schemas.microsoft.com/office/drawing/2014/main" id="{26A419E7-BF5D-4C6F-8EEA-695BE39D98DF}"/>
              </a:ext>
            </a:extLst>
          </p:cNvPr>
          <p:cNvSpPr>
            <a:spLocks noChangeArrowheads="1"/>
          </p:cNvSpPr>
          <p:nvPr/>
        </p:nvSpPr>
        <p:spPr bwMode="auto">
          <a:xfrm>
            <a:off x="214282" y="3571876"/>
            <a:ext cx="1393187" cy="117160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square" lIns="90000" tIns="46800" rIns="90000" bIns="46800" anchor="ct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kumimoji="1" lang="zh-CN" altLang="en-US" sz="2400" b="1">
                <a:latin typeface="Times New Roman" panose="02020603050405020304" pitchFamily="18" charset="0"/>
                <a:ea typeface="黑体" panose="02010609060101010101" pitchFamily="49" charset="-122"/>
              </a:rPr>
              <a:t>唯心</a:t>
            </a:r>
          </a:p>
          <a:p>
            <a:pPr algn="ctr"/>
            <a:r>
              <a:rPr kumimoji="1" lang="zh-CN" altLang="en-US" sz="2400" b="1">
                <a:latin typeface="Times New Roman" panose="02020603050405020304" pitchFamily="18" charset="0"/>
                <a:ea typeface="黑体" panose="02010609060101010101" pitchFamily="49" charset="-122"/>
              </a:rPr>
              <a:t>史观</a:t>
            </a:r>
          </a:p>
        </p:txBody>
      </p:sp>
      <p:sp>
        <p:nvSpPr>
          <p:cNvPr id="18" name="Rectangle 17">
            <a:extLst>
              <a:ext uri="{FF2B5EF4-FFF2-40B4-BE49-F238E27FC236}">
                <a16:creationId xmlns="" xmlns:a16="http://schemas.microsoft.com/office/drawing/2014/main" id="{99095873-1191-46A5-970C-497E3B860CFB}"/>
              </a:ext>
            </a:extLst>
          </p:cNvPr>
          <p:cNvSpPr>
            <a:spLocks noChangeArrowheads="1"/>
          </p:cNvSpPr>
          <p:nvPr/>
        </p:nvSpPr>
        <p:spPr bwMode="auto">
          <a:xfrm>
            <a:off x="301019" y="1357299"/>
            <a:ext cx="8590708" cy="15716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20000"/>
              </a:spcBef>
            </a:pPr>
            <a:r>
              <a:rPr lang="en-US" altLang="zh-CN" sz="2000" b="1" dirty="0">
                <a:latin typeface="华文楷体" panose="02010600040101010101" pitchFamily="2" charset="-122"/>
                <a:ea typeface="华文楷体" panose="02010600040101010101" pitchFamily="2" charset="-122"/>
              </a:rPr>
              <a:t>  </a:t>
            </a:r>
            <a:r>
              <a:rPr lang="zh-CN" altLang="en-US" sz="2400" b="1" dirty="0">
                <a:latin typeface="楷体_GB2312" pitchFamily="49" charset="-122"/>
                <a:ea typeface="楷体_GB2312" pitchFamily="49" charset="-122"/>
              </a:rPr>
              <a:t>唯物史观：</a:t>
            </a:r>
            <a:r>
              <a:rPr kumimoji="1" lang="zh-CN" altLang="en-US" sz="2400" b="1" dirty="0">
                <a:solidFill>
                  <a:srgbClr val="000000"/>
                </a:solidFill>
                <a:latin typeface="楷体_GB2312" pitchFamily="49" charset="-122"/>
                <a:ea typeface="楷体_GB2312" pitchFamily="49" charset="-122"/>
              </a:rPr>
              <a:t>社会存在决定社会意识，社会意识是社会存在的反映。社会意识具有相对独立性，对社会存在具有反作用。</a:t>
            </a:r>
          </a:p>
          <a:p>
            <a:pPr eaLnBrk="1" hangingPunct="1">
              <a:spcBef>
                <a:spcPct val="20000"/>
              </a:spcBef>
            </a:pPr>
            <a:r>
              <a:rPr lang="zh-CN" altLang="en-US" sz="2400" b="1" dirty="0">
                <a:latin typeface="楷体_GB2312" pitchFamily="49" charset="-122"/>
                <a:ea typeface="楷体_GB2312" pitchFamily="49" charset="-122"/>
              </a:rPr>
              <a:t> 唯心史观：</a:t>
            </a:r>
            <a:r>
              <a:rPr kumimoji="1" lang="zh-CN" altLang="en-US" sz="2400" b="1" dirty="0">
                <a:solidFill>
                  <a:srgbClr val="000000"/>
                </a:solidFill>
                <a:latin typeface="楷体_GB2312" pitchFamily="49" charset="-122"/>
                <a:ea typeface="楷体_GB2312" pitchFamily="49" charset="-122"/>
              </a:rPr>
              <a:t>社会意识决定社会存在。</a:t>
            </a:r>
            <a:r>
              <a:rPr lang="zh-CN" altLang="en-US" sz="2400" b="1" dirty="0">
                <a:latin typeface="楷体_GB2312" pitchFamily="49" charset="-122"/>
                <a:ea typeface="楷体_GB2312" pitchFamily="49" charset="-122"/>
              </a:rPr>
              <a:t>       </a:t>
            </a:r>
            <a:endParaRPr lang="zh-CN" altLang="en-US" sz="2400" dirty="0">
              <a:latin typeface="楷体_GB2312" pitchFamily="49" charset="-122"/>
              <a:ea typeface="楷体_GB2312" pitchFamily="49" charset="-122"/>
            </a:endParaRPr>
          </a:p>
        </p:txBody>
      </p:sp>
      <p:sp>
        <p:nvSpPr>
          <p:cNvPr id="20" name="矩形 717831"/>
          <p:cNvSpPr>
            <a:spLocks noChangeArrowheads="1"/>
          </p:cNvSpPr>
          <p:nvPr/>
        </p:nvSpPr>
        <p:spPr bwMode="auto">
          <a:xfrm>
            <a:off x="457200" y="381000"/>
            <a:ext cx="4464050" cy="552450"/>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400">
                <a:solidFill>
                  <a:srgbClr val="0000FF"/>
                </a:solidFill>
                <a:latin typeface="黑体" pitchFamily="49" charset="-122"/>
                <a:ea typeface="黑体" pitchFamily="49" charset="-122"/>
              </a:rPr>
              <a:t>（一）两种根本对立的历史观</a:t>
            </a:r>
            <a:endParaRPr lang="zh-CN" altLang="en-US" sz="2400">
              <a:latin typeface="黑体" pitchFamily="49" charset="-122"/>
              <a:ea typeface="黑体" pitchFamily="49" charset="-122"/>
            </a:endParaRPr>
          </a:p>
        </p:txBody>
      </p:sp>
      <p:sp>
        <p:nvSpPr>
          <p:cNvPr id="25" name="右箭头 24"/>
          <p:cNvSpPr/>
          <p:nvPr/>
        </p:nvSpPr>
        <p:spPr bwMode="auto">
          <a:xfrm>
            <a:off x="4000496" y="3857628"/>
            <a:ext cx="1071570" cy="142876"/>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Verdana" pitchFamily="34" charset="0"/>
              <a:ea typeface="宋体" pitchFamily="2" charset="-122"/>
            </a:endParaRPr>
          </a:p>
        </p:txBody>
      </p:sp>
      <p:sp>
        <p:nvSpPr>
          <p:cNvPr id="26" name="左箭头 25"/>
          <p:cNvSpPr/>
          <p:nvPr/>
        </p:nvSpPr>
        <p:spPr bwMode="auto">
          <a:xfrm>
            <a:off x="4000496" y="4143380"/>
            <a:ext cx="1071570" cy="142876"/>
          </a:xfrm>
          <a:prstGeom prst="lef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Verdana" pitchFamily="34" charset="0"/>
              <a:ea typeface="宋体" pitchFamily="2" charset="-122"/>
            </a:endParaRPr>
          </a:p>
        </p:txBody>
      </p:sp>
      <p:sp>
        <p:nvSpPr>
          <p:cNvPr id="27" name="左箭头 26"/>
          <p:cNvSpPr/>
          <p:nvPr/>
        </p:nvSpPr>
        <p:spPr bwMode="auto">
          <a:xfrm>
            <a:off x="1714480" y="4000504"/>
            <a:ext cx="357190" cy="214314"/>
          </a:xfrm>
          <a:prstGeom prst="lef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Verdana" pitchFamily="34" charset="0"/>
              <a:ea typeface="宋体" pitchFamily="2" charset="-122"/>
            </a:endParaRPr>
          </a:p>
        </p:txBody>
      </p:sp>
      <p:sp>
        <p:nvSpPr>
          <p:cNvPr id="28" name="右箭头 27"/>
          <p:cNvSpPr/>
          <p:nvPr/>
        </p:nvSpPr>
        <p:spPr bwMode="auto">
          <a:xfrm>
            <a:off x="7072330" y="4000504"/>
            <a:ext cx="285752" cy="214314"/>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Verdana" pitchFamily="34" charset="0"/>
              <a:ea typeface="宋体" pitchFamily="2" charset="-122"/>
            </a:endParaRPr>
          </a:p>
        </p:txBody>
      </p:sp>
    </p:spTree>
    <p:extLst>
      <p:ext uri="{BB962C8B-B14F-4D97-AF65-F5344CB8AC3E}">
        <p14:creationId xmlns="" xmlns:p14="http://schemas.microsoft.com/office/powerpoint/2010/main" val="4817115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par>
                          <p:cTn id="8" fill="hold">
                            <p:stCondLst>
                              <p:cond delay="500"/>
                            </p:stCondLst>
                            <p:childTnLst>
                              <p:par>
                                <p:cTn id="9" presetID="23" presetClass="entr" presetSubtype="16"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9"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p:cTn id="20" dur="500" fill="hold"/>
                                        <p:tgtEl>
                                          <p:spTgt spid="9"/>
                                        </p:tgtEl>
                                        <p:attrNameLst>
                                          <p:attrName>ppt_w</p:attrName>
                                        </p:attrNameLst>
                                      </p:cBhvr>
                                      <p:tavLst>
                                        <p:tav tm="0">
                                          <p:val>
                                            <p:fltVal val="0"/>
                                          </p:val>
                                        </p:tav>
                                        <p:tav tm="100000">
                                          <p:val>
                                            <p:strVal val="#ppt_w"/>
                                          </p:val>
                                        </p:tav>
                                      </p:tavLst>
                                    </p:anim>
                                    <p:anim calcmode="lin" valueType="num">
                                      <p:cBhvr>
                                        <p:cTn id="21" dur="500" fill="hold"/>
                                        <p:tgtEl>
                                          <p:spTgt spid="9"/>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9"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dissolve">
                                      <p:cBhvr>
                                        <p:cTn id="25" dur="500"/>
                                        <p:tgtEl>
                                          <p:spTgt spid="11"/>
                                        </p:tgtEl>
                                      </p:cBhvr>
                                    </p:animEffect>
                                  </p:childTnLst>
                                </p:cTn>
                              </p:par>
                            </p:childTnLst>
                          </p:cTn>
                        </p:par>
                        <p:par>
                          <p:cTn id="26" fill="hold">
                            <p:stCondLst>
                              <p:cond delay="2500"/>
                            </p:stCondLst>
                            <p:childTnLst>
                              <p:par>
                                <p:cTn id="27" presetID="9" presetClass="entr" presetSubtype="0"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dissolve">
                                      <p:cBhvr>
                                        <p:cTn id="29" dur="500"/>
                                        <p:tgtEl>
                                          <p:spTgt spid="15"/>
                                        </p:tgtEl>
                                      </p:cBhvr>
                                    </p:animEffect>
                                  </p:childTnLst>
                                </p:cTn>
                              </p:par>
                            </p:childTnLst>
                          </p:cTn>
                        </p:par>
                        <p:par>
                          <p:cTn id="30" fill="hold">
                            <p:stCondLst>
                              <p:cond delay="3000"/>
                            </p:stCondLst>
                            <p:childTnLst>
                              <p:par>
                                <p:cTn id="31" presetID="9" presetClass="entr" presetSubtype="0" fill="hold" grpId="0" nodeType="after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dissolve">
                                      <p:cBhvr>
                                        <p:cTn id="3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8" grpId="0" autoUpdateAnimBg="0"/>
      <p:bldP spid="9" grpId="0" animBg="1" autoUpdateAnimBg="0"/>
      <p:bldP spid="11" grpId="0" animBg="1" autoUpdateAnimBg="0"/>
      <p:bldP spid="15" grpId="0" autoUpdateAnimBg="0"/>
      <p:bldP spid="17" grpId="0" animBg="1" autoUpdateAnimBg="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矩形 718856"/>
          <p:cNvSpPr>
            <a:spLocks noChangeArrowheads="1"/>
          </p:cNvSpPr>
          <p:nvPr/>
        </p:nvSpPr>
        <p:spPr bwMode="auto">
          <a:xfrm>
            <a:off x="323850" y="476250"/>
            <a:ext cx="2519363" cy="490538"/>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400" b="1">
                <a:solidFill>
                  <a:srgbClr val="0000FF"/>
                </a:solidFill>
                <a:latin typeface="黑体" pitchFamily="49" charset="-122"/>
                <a:ea typeface="黑体" pitchFamily="49" charset="-122"/>
              </a:rPr>
              <a:t>（二）社会存在</a:t>
            </a:r>
            <a:endParaRPr lang="zh-CN" altLang="en-US" sz="2400" b="1">
              <a:latin typeface="黑体" pitchFamily="49" charset="-122"/>
              <a:ea typeface="黑体" pitchFamily="49" charset="-122"/>
            </a:endParaRPr>
          </a:p>
        </p:txBody>
      </p:sp>
      <p:grpSp>
        <p:nvGrpSpPr>
          <p:cNvPr id="15363" name="组合 718868"/>
          <p:cNvGrpSpPr>
            <a:grpSpLocks/>
          </p:cNvGrpSpPr>
          <p:nvPr/>
        </p:nvGrpSpPr>
        <p:grpSpPr bwMode="auto">
          <a:xfrm>
            <a:off x="357158" y="2643182"/>
            <a:ext cx="3240088" cy="609600"/>
            <a:chOff x="1338" y="1109"/>
            <a:chExt cx="3696" cy="384"/>
          </a:xfrm>
        </p:grpSpPr>
        <p:sp>
          <p:nvSpPr>
            <p:cNvPr id="15375" name="圆角矩形 718869"/>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5376" name="文本框 718870"/>
            <p:cNvSpPr txBox="1">
              <a:spLocks noChangeArrowheads="1"/>
            </p:cNvSpPr>
            <p:nvPr/>
          </p:nvSpPr>
          <p:spPr bwMode="auto">
            <a:xfrm>
              <a:off x="1441" y="1122"/>
              <a:ext cx="3549" cy="290"/>
            </a:xfrm>
            <a:prstGeom prst="rect">
              <a:avLst/>
            </a:prstGeom>
            <a:noFill/>
            <a:ln w="9525">
              <a:noFill/>
              <a:miter lim="800000"/>
              <a:headEnd/>
              <a:tailEnd/>
            </a:ln>
          </p:spPr>
          <p:txBody>
            <a:bodyPr>
              <a:spAutoFit/>
            </a:bodyPr>
            <a:lstStyle/>
            <a:p>
              <a:pPr eaLnBrk="1" hangingPunct="1"/>
              <a:r>
                <a:rPr lang="en-US" altLang="zh-CN" sz="2400" b="1" dirty="0">
                  <a:solidFill>
                    <a:schemeClr val="bg1"/>
                  </a:solidFill>
                  <a:latin typeface="楷体" pitchFamily="49" charset="-122"/>
                  <a:ea typeface="楷体" pitchFamily="49" charset="-122"/>
                </a:rPr>
                <a:t>1 </a:t>
              </a:r>
              <a:r>
                <a:rPr lang="zh-CN" altLang="en-US" sz="2400" b="1" dirty="0">
                  <a:solidFill>
                    <a:schemeClr val="bg1"/>
                  </a:solidFill>
                  <a:latin typeface="楷体" pitchFamily="49" charset="-122"/>
                  <a:ea typeface="楷体" pitchFamily="49" charset="-122"/>
                </a:rPr>
                <a:t>自然地理环境</a:t>
              </a:r>
            </a:p>
          </p:txBody>
        </p:sp>
      </p:grpSp>
      <p:grpSp>
        <p:nvGrpSpPr>
          <p:cNvPr id="15367" name="组合 718885"/>
          <p:cNvGrpSpPr>
            <a:grpSpLocks/>
          </p:cNvGrpSpPr>
          <p:nvPr/>
        </p:nvGrpSpPr>
        <p:grpSpPr bwMode="auto">
          <a:xfrm>
            <a:off x="357158" y="4714884"/>
            <a:ext cx="3286148" cy="609600"/>
            <a:chOff x="1338" y="1109"/>
            <a:chExt cx="3696" cy="384"/>
          </a:xfrm>
        </p:grpSpPr>
        <p:sp>
          <p:nvSpPr>
            <p:cNvPr id="15373" name="圆角矩形 718886"/>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5374" name="文本框 718887"/>
            <p:cNvSpPr txBox="1">
              <a:spLocks noChangeArrowheads="1"/>
            </p:cNvSpPr>
            <p:nvPr/>
          </p:nvSpPr>
          <p:spPr bwMode="auto">
            <a:xfrm>
              <a:off x="1441" y="1122"/>
              <a:ext cx="3549" cy="290"/>
            </a:xfrm>
            <a:prstGeom prst="rect">
              <a:avLst/>
            </a:prstGeom>
            <a:noFill/>
            <a:ln w="9525">
              <a:noFill/>
              <a:miter lim="800000"/>
              <a:headEnd/>
              <a:tailEnd/>
            </a:ln>
          </p:spPr>
          <p:txBody>
            <a:bodyPr>
              <a:spAutoFit/>
            </a:bodyPr>
            <a:lstStyle/>
            <a:p>
              <a:pPr eaLnBrk="1" hangingPunct="1"/>
              <a:r>
                <a:rPr lang="en-US" altLang="zh-CN" sz="2400" b="1" dirty="0">
                  <a:solidFill>
                    <a:schemeClr val="bg1"/>
                  </a:solidFill>
                  <a:latin typeface="楷体" pitchFamily="49" charset="-122"/>
                  <a:ea typeface="楷体" pitchFamily="49" charset="-122"/>
                </a:rPr>
                <a:t>3 </a:t>
              </a:r>
              <a:r>
                <a:rPr lang="zh-CN" altLang="en-US" sz="2400" b="1" dirty="0">
                  <a:solidFill>
                    <a:schemeClr val="bg1"/>
                  </a:solidFill>
                  <a:latin typeface="楷体" pitchFamily="49" charset="-122"/>
                  <a:ea typeface="楷体" pitchFamily="49" charset="-122"/>
                </a:rPr>
                <a:t>物质生产方式</a:t>
              </a:r>
            </a:p>
          </p:txBody>
        </p:sp>
      </p:grpSp>
      <p:grpSp>
        <p:nvGrpSpPr>
          <p:cNvPr id="15368" name="组合 718888"/>
          <p:cNvGrpSpPr>
            <a:grpSpLocks/>
          </p:cNvGrpSpPr>
          <p:nvPr/>
        </p:nvGrpSpPr>
        <p:grpSpPr bwMode="auto">
          <a:xfrm>
            <a:off x="357158" y="3714752"/>
            <a:ext cx="3240088" cy="609600"/>
            <a:chOff x="1338" y="1109"/>
            <a:chExt cx="3696" cy="384"/>
          </a:xfrm>
        </p:grpSpPr>
        <p:sp>
          <p:nvSpPr>
            <p:cNvPr id="15371" name="圆角矩形 718889"/>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5372" name="文本框 718890"/>
            <p:cNvSpPr txBox="1">
              <a:spLocks noChangeArrowheads="1"/>
            </p:cNvSpPr>
            <p:nvPr/>
          </p:nvSpPr>
          <p:spPr bwMode="auto">
            <a:xfrm>
              <a:off x="1441" y="1122"/>
              <a:ext cx="3549" cy="290"/>
            </a:xfrm>
            <a:prstGeom prst="rect">
              <a:avLst/>
            </a:prstGeom>
            <a:noFill/>
            <a:ln w="9525">
              <a:noFill/>
              <a:miter lim="800000"/>
              <a:headEnd/>
              <a:tailEnd/>
            </a:ln>
          </p:spPr>
          <p:txBody>
            <a:bodyPr>
              <a:spAutoFit/>
            </a:bodyPr>
            <a:lstStyle/>
            <a:p>
              <a:pPr eaLnBrk="1" hangingPunct="1"/>
              <a:r>
                <a:rPr lang="en-US" altLang="zh-CN" sz="2400" b="1" dirty="0">
                  <a:solidFill>
                    <a:schemeClr val="bg1"/>
                  </a:solidFill>
                  <a:latin typeface="楷体" pitchFamily="49" charset="-122"/>
                  <a:ea typeface="楷体" pitchFamily="49" charset="-122"/>
                </a:rPr>
                <a:t>2 </a:t>
              </a:r>
              <a:r>
                <a:rPr lang="zh-CN" altLang="en-US" sz="2400" b="1" dirty="0">
                  <a:solidFill>
                    <a:schemeClr val="bg1"/>
                  </a:solidFill>
                  <a:latin typeface="楷体" pitchFamily="49" charset="-122"/>
                  <a:ea typeface="楷体" pitchFamily="49" charset="-122"/>
                </a:rPr>
                <a:t>人口因素</a:t>
              </a:r>
            </a:p>
          </p:txBody>
        </p:sp>
      </p:grpSp>
      <p:sp>
        <p:nvSpPr>
          <p:cNvPr id="15369" name="文本框 718891"/>
          <p:cNvSpPr txBox="1">
            <a:spLocks noChangeArrowheads="1"/>
          </p:cNvSpPr>
          <p:nvPr/>
        </p:nvSpPr>
        <p:spPr bwMode="auto">
          <a:xfrm>
            <a:off x="323850" y="1268413"/>
            <a:ext cx="8462992" cy="1015663"/>
          </a:xfrm>
          <a:prstGeom prst="rect">
            <a:avLst/>
          </a:prstGeom>
          <a:solidFill>
            <a:srgbClr val="FFFF99"/>
          </a:solidFill>
          <a:ln w="28575">
            <a:solidFill>
              <a:srgbClr val="FF3300"/>
            </a:solidFill>
            <a:miter lim="800000"/>
            <a:headEnd/>
            <a:tailEnd/>
          </a:ln>
        </p:spPr>
        <p:txBody>
          <a:bodyPr wrap="square">
            <a:spAutoFit/>
          </a:bodyPr>
          <a:lstStyle/>
          <a:p>
            <a:pPr eaLnBrk="1" hangingPunct="1">
              <a:lnSpc>
                <a:spcPct val="125000"/>
              </a:lnSpc>
            </a:pPr>
            <a:r>
              <a:rPr lang="en-US" altLang="zh-CN" sz="2400" b="1" dirty="0">
                <a:solidFill>
                  <a:srgbClr val="3333FF"/>
                </a:solidFill>
                <a:latin typeface="华文行楷" pitchFamily="2" charset="-122"/>
                <a:ea typeface="华文行楷" pitchFamily="2" charset="-122"/>
              </a:rPr>
              <a:t>     </a:t>
            </a:r>
            <a:r>
              <a:rPr lang="en-US" altLang="zh-CN" sz="2400" b="1" dirty="0">
                <a:solidFill>
                  <a:srgbClr val="3333FF"/>
                </a:solidFill>
                <a:latin typeface="楷体" pitchFamily="49" charset="-122"/>
                <a:ea typeface="楷体" pitchFamily="49" charset="-122"/>
              </a:rPr>
              <a:t> </a:t>
            </a:r>
            <a:r>
              <a:rPr lang="zh-CN" altLang="en-US" sz="2400" b="1" dirty="0" smtClean="0">
                <a:solidFill>
                  <a:srgbClr val="3333FF"/>
                </a:solidFill>
                <a:latin typeface="楷体" pitchFamily="49" charset="-122"/>
                <a:ea typeface="楷体" pitchFamily="49" charset="-122"/>
              </a:rPr>
              <a:t>社会存在是指社会</a:t>
            </a:r>
            <a:r>
              <a:rPr lang="zh-CN" altLang="en-US" sz="2400" b="1" dirty="0">
                <a:solidFill>
                  <a:srgbClr val="3333FF"/>
                </a:solidFill>
                <a:latin typeface="楷体" pitchFamily="49" charset="-122"/>
                <a:ea typeface="楷体" pitchFamily="49" charset="-122"/>
              </a:rPr>
              <a:t>物质生活条件，是社会生活的物质方面，主要包括：</a:t>
            </a:r>
            <a:endParaRPr lang="zh-CN" altLang="en-US" sz="2400" dirty="0">
              <a:latin typeface="楷体" pitchFamily="49" charset="-122"/>
              <a:ea typeface="楷体" pitchFamily="49" charset="-122"/>
            </a:endParaRPr>
          </a:p>
        </p:txBody>
      </p:sp>
      <p:sp>
        <p:nvSpPr>
          <p:cNvPr id="13" name="圆角矩形标注 5"/>
          <p:cNvSpPr>
            <a:spLocks noChangeArrowheads="1"/>
          </p:cNvSpPr>
          <p:nvPr/>
        </p:nvSpPr>
        <p:spPr bwMode="auto">
          <a:xfrm>
            <a:off x="4214810" y="2571744"/>
            <a:ext cx="4572032" cy="3571900"/>
          </a:xfrm>
          <a:prstGeom prst="wedgeRoundRectCallout">
            <a:avLst>
              <a:gd name="adj1" fmla="val -49907"/>
              <a:gd name="adj2" fmla="val 11023"/>
              <a:gd name="adj3" fmla="val 16667"/>
            </a:avLst>
          </a:prstGeom>
          <a:blipFill dpi="0" rotWithShape="1">
            <a:blip r:embed="rId2"/>
            <a:srcRect/>
            <a:tile tx="0" ty="0" sx="100000" sy="100000" flip="none" algn="tl"/>
          </a:blipFill>
          <a:ln w="76200">
            <a:solidFill>
              <a:srgbClr val="8585E0"/>
            </a:solidFill>
            <a:round/>
            <a:headEnd/>
            <a:tailEnd/>
          </a:ln>
        </p:spPr>
        <p:txBody>
          <a:bodyPr/>
          <a:lstStyle/>
          <a:p>
            <a:pPr eaLnBrk="1" hangingPunct="1">
              <a:lnSpc>
                <a:spcPct val="125000"/>
              </a:lnSpc>
            </a:pPr>
            <a:r>
              <a:rPr lang="en-US" altLang="zh-CN" dirty="0">
                <a:solidFill>
                  <a:srgbClr val="990000"/>
                </a:solidFill>
                <a:latin typeface="黑体" pitchFamily="49" charset="-122"/>
              </a:rPr>
              <a:t> </a:t>
            </a:r>
            <a:r>
              <a:rPr lang="en-US" altLang="zh-CN" dirty="0">
                <a:solidFill>
                  <a:srgbClr val="990000"/>
                </a:solidFill>
                <a:latin typeface="楷体" pitchFamily="49" charset="-122"/>
                <a:ea typeface="楷体" pitchFamily="49" charset="-122"/>
              </a:rPr>
              <a:t> </a:t>
            </a:r>
            <a:r>
              <a:rPr lang="en-US" altLang="zh-CN" dirty="0" smtClean="0">
                <a:solidFill>
                  <a:srgbClr val="990000"/>
                </a:solidFill>
                <a:latin typeface="楷体" pitchFamily="49" charset="-122"/>
                <a:ea typeface="楷体" pitchFamily="49" charset="-122"/>
              </a:rPr>
              <a:t>   </a:t>
            </a:r>
            <a:r>
              <a:rPr lang="zh-CN" altLang="en-US" sz="2400" b="1" dirty="0" smtClean="0">
                <a:solidFill>
                  <a:srgbClr val="990000"/>
                </a:solidFill>
                <a:latin typeface="楷体" pitchFamily="49" charset="-122"/>
                <a:ea typeface="楷体" pitchFamily="49" charset="-122"/>
              </a:rPr>
              <a:t>物质生活的生产方式制约着整个社会生活、政治生活和精神生活的过程。不是人们的意识决定人们的存在，相反，是人们的社会存在决定人们的意识。</a:t>
            </a:r>
            <a:r>
              <a:rPr lang="zh-CN" altLang="en-US" sz="2000" b="1" dirty="0" smtClean="0">
                <a:solidFill>
                  <a:srgbClr val="990000"/>
                </a:solidFill>
                <a:latin typeface="楷体" pitchFamily="49" charset="-122"/>
                <a:ea typeface="楷体" pitchFamily="49" charset="-122"/>
              </a:rPr>
              <a:t>         </a:t>
            </a:r>
            <a:endParaRPr lang="en-US" altLang="zh-CN" sz="2000" b="1" dirty="0" smtClean="0">
              <a:solidFill>
                <a:srgbClr val="990000"/>
              </a:solidFill>
              <a:latin typeface="楷体" pitchFamily="49" charset="-122"/>
              <a:ea typeface="楷体" pitchFamily="49" charset="-122"/>
            </a:endParaRPr>
          </a:p>
          <a:p>
            <a:pPr algn="r" eaLnBrk="1" hangingPunct="1">
              <a:lnSpc>
                <a:spcPct val="125000"/>
              </a:lnSpc>
            </a:pPr>
            <a:r>
              <a:rPr lang="en-US" altLang="zh-CN" sz="2400" b="1" dirty="0" smtClean="0">
                <a:solidFill>
                  <a:srgbClr val="990000"/>
                </a:solidFill>
                <a:latin typeface="楷体" pitchFamily="49" charset="-122"/>
                <a:ea typeface="楷体" pitchFamily="49" charset="-122"/>
              </a:rPr>
              <a:t>——</a:t>
            </a:r>
            <a:r>
              <a:rPr lang="zh-CN" altLang="en-US" sz="2400" b="1" dirty="0">
                <a:solidFill>
                  <a:srgbClr val="990000"/>
                </a:solidFill>
                <a:latin typeface="楷体" pitchFamily="49" charset="-122"/>
                <a:ea typeface="楷体" pitchFamily="49" charset="-122"/>
              </a:rPr>
              <a:t>马克思</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矩形 747533"/>
          <p:cNvSpPr>
            <a:spLocks noChangeArrowheads="1"/>
          </p:cNvSpPr>
          <p:nvPr/>
        </p:nvSpPr>
        <p:spPr bwMode="auto">
          <a:xfrm>
            <a:off x="4143372" y="142852"/>
            <a:ext cx="4357718" cy="1785951"/>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en-US" altLang="zh-CN" sz="2000" dirty="0">
                <a:solidFill>
                  <a:srgbClr val="663300"/>
                </a:solidFill>
                <a:latin typeface="楷体_GB2312" pitchFamily="49" charset="-122"/>
              </a:rPr>
              <a:t>   </a:t>
            </a:r>
            <a:r>
              <a:rPr lang="zh-CN" altLang="en-US" sz="2000" b="1" dirty="0">
                <a:solidFill>
                  <a:srgbClr val="0000FF"/>
                </a:solidFill>
                <a:latin typeface="楷体" pitchFamily="49" charset="-122"/>
                <a:ea typeface="楷体" pitchFamily="49" charset="-122"/>
              </a:rPr>
              <a:t>自然地理环境的作用要受社会发展状况的制约，特别是受物质资料生产方式的制约</a:t>
            </a:r>
            <a:r>
              <a:rPr lang="zh-CN" altLang="en-US" sz="2000" b="1" dirty="0" smtClean="0">
                <a:solidFill>
                  <a:srgbClr val="0000FF"/>
                </a:solidFill>
                <a:latin typeface="楷体" pitchFamily="49" charset="-122"/>
                <a:ea typeface="楷体" pitchFamily="49" charset="-122"/>
              </a:rPr>
              <a:t>。自然生态平衡对社会生活起着重要作用。</a:t>
            </a:r>
            <a:endParaRPr lang="zh-CN" altLang="en-US" sz="2000" b="1" dirty="0">
              <a:solidFill>
                <a:srgbClr val="0000FF"/>
              </a:solidFill>
              <a:latin typeface="楷体" pitchFamily="49" charset="-122"/>
              <a:ea typeface="楷体" pitchFamily="49" charset="-122"/>
            </a:endParaRPr>
          </a:p>
        </p:txBody>
      </p:sp>
      <p:grpSp>
        <p:nvGrpSpPr>
          <p:cNvPr id="16392" name="组合 747544"/>
          <p:cNvGrpSpPr>
            <a:grpSpLocks/>
          </p:cNvGrpSpPr>
          <p:nvPr/>
        </p:nvGrpSpPr>
        <p:grpSpPr bwMode="auto">
          <a:xfrm>
            <a:off x="571472" y="571480"/>
            <a:ext cx="2808287" cy="609600"/>
            <a:chOff x="1338" y="1109"/>
            <a:chExt cx="3696" cy="384"/>
          </a:xfrm>
        </p:grpSpPr>
        <p:sp>
          <p:nvSpPr>
            <p:cNvPr id="16393" name="圆角矩形 74754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6394" name="文本框 747546"/>
            <p:cNvSpPr txBox="1">
              <a:spLocks noChangeArrowheads="1"/>
            </p:cNvSpPr>
            <p:nvPr/>
          </p:nvSpPr>
          <p:spPr bwMode="auto">
            <a:xfrm>
              <a:off x="1338" y="1154"/>
              <a:ext cx="3549" cy="290"/>
            </a:xfrm>
            <a:prstGeom prst="rect">
              <a:avLst/>
            </a:prstGeom>
            <a:noFill/>
            <a:ln w="9525">
              <a:noFill/>
              <a:miter lim="800000"/>
              <a:headEnd/>
              <a:tailEnd/>
            </a:ln>
          </p:spPr>
          <p:txBody>
            <a:bodyPr>
              <a:spAutoFit/>
            </a:bodyPr>
            <a:lstStyle/>
            <a:p>
              <a:pPr eaLnBrk="1" hangingPunct="1"/>
              <a:r>
                <a:rPr lang="en-US" altLang="zh-CN" sz="2400" b="1" dirty="0">
                  <a:solidFill>
                    <a:schemeClr val="bg1"/>
                  </a:solidFill>
                  <a:latin typeface="楷体" pitchFamily="49" charset="-122"/>
                  <a:ea typeface="楷体" pitchFamily="49" charset="-122"/>
                </a:rPr>
                <a:t>1</a:t>
              </a:r>
              <a:r>
                <a:rPr lang="en-US" altLang="zh-CN" sz="2400" b="1" dirty="0" smtClean="0">
                  <a:solidFill>
                    <a:schemeClr val="bg1"/>
                  </a:solidFill>
                  <a:latin typeface="楷体" pitchFamily="49" charset="-122"/>
                  <a:ea typeface="楷体" pitchFamily="49" charset="-122"/>
                </a:rPr>
                <a:t>.</a:t>
              </a:r>
              <a:r>
                <a:rPr lang="zh-CN" altLang="en-US" sz="2400" b="1" dirty="0" smtClean="0">
                  <a:solidFill>
                    <a:schemeClr val="bg1"/>
                  </a:solidFill>
                  <a:latin typeface="楷体" pitchFamily="49" charset="-122"/>
                  <a:ea typeface="楷体" pitchFamily="49" charset="-122"/>
                </a:rPr>
                <a:t>自然</a:t>
              </a:r>
              <a:r>
                <a:rPr lang="zh-CN" altLang="en-US" sz="2400" b="1" dirty="0">
                  <a:solidFill>
                    <a:schemeClr val="bg1"/>
                  </a:solidFill>
                  <a:latin typeface="楷体" pitchFamily="49" charset="-122"/>
                  <a:ea typeface="楷体" pitchFamily="49" charset="-122"/>
                </a:rPr>
                <a:t>地理环境</a:t>
              </a:r>
            </a:p>
          </p:txBody>
        </p:sp>
      </p:grpSp>
      <p:grpSp>
        <p:nvGrpSpPr>
          <p:cNvPr id="11" name="组合 795673"/>
          <p:cNvGrpSpPr>
            <a:grpSpLocks/>
          </p:cNvGrpSpPr>
          <p:nvPr/>
        </p:nvGrpSpPr>
        <p:grpSpPr bwMode="auto">
          <a:xfrm>
            <a:off x="571472" y="1785926"/>
            <a:ext cx="2160588" cy="576263"/>
            <a:chOff x="1338" y="1109"/>
            <a:chExt cx="3696" cy="384"/>
          </a:xfrm>
        </p:grpSpPr>
        <p:sp>
          <p:nvSpPr>
            <p:cNvPr id="12" name="圆角矩形 795674"/>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3" name="文本框 795675"/>
            <p:cNvSpPr txBox="1">
              <a:spLocks noChangeArrowheads="1"/>
            </p:cNvSpPr>
            <p:nvPr/>
          </p:nvSpPr>
          <p:spPr bwMode="auto">
            <a:xfrm>
              <a:off x="1441" y="1122"/>
              <a:ext cx="3550" cy="307"/>
            </a:xfrm>
            <a:prstGeom prst="rect">
              <a:avLst/>
            </a:prstGeom>
            <a:noFill/>
            <a:ln w="9525">
              <a:noFill/>
              <a:miter lim="800000"/>
              <a:headEnd/>
              <a:tailEnd/>
            </a:ln>
          </p:spPr>
          <p:txBody>
            <a:bodyPr>
              <a:spAutoFit/>
            </a:bodyPr>
            <a:lstStyle/>
            <a:p>
              <a:pPr eaLnBrk="1" hangingPunct="1"/>
              <a:r>
                <a:rPr lang="en-US" altLang="zh-CN" sz="2400" b="1" dirty="0">
                  <a:solidFill>
                    <a:schemeClr val="bg1"/>
                  </a:solidFill>
                  <a:latin typeface="楷体" pitchFamily="49" charset="-122"/>
                  <a:ea typeface="楷体" pitchFamily="49" charset="-122"/>
                </a:rPr>
                <a:t>2.</a:t>
              </a:r>
              <a:r>
                <a:rPr lang="zh-CN" altLang="en-US" sz="2400" b="1" dirty="0">
                  <a:solidFill>
                    <a:schemeClr val="bg1"/>
                  </a:solidFill>
                  <a:latin typeface="楷体" pitchFamily="49" charset="-122"/>
                  <a:ea typeface="楷体" pitchFamily="49" charset="-122"/>
                </a:rPr>
                <a:t>人口因素</a:t>
              </a:r>
            </a:p>
          </p:txBody>
        </p:sp>
      </p:grpSp>
      <p:sp>
        <p:nvSpPr>
          <p:cNvPr id="15" name="矩形 14"/>
          <p:cNvSpPr/>
          <p:nvPr/>
        </p:nvSpPr>
        <p:spPr>
          <a:xfrm>
            <a:off x="4143372" y="2071678"/>
            <a:ext cx="4357718" cy="503238"/>
          </a:xfrm>
          <a:prstGeom prst="rect">
            <a:avLst/>
          </a:prstGeom>
          <a:solidFill>
            <a:srgbClr val="D9F2AC"/>
          </a:solidFill>
          <a:ln w="9525" cap="flat" cmpd="sng">
            <a:solidFill>
              <a:srgbClr val="FF9900"/>
            </a:solidFill>
            <a:prstDash val="solid"/>
            <a:miter/>
            <a:headEnd type="none" w="med" len="med"/>
            <a:tailEnd type="none" w="med" len="med"/>
          </a:ln>
        </p:spPr>
        <p:txBody>
          <a:bodyPr/>
          <a:lstStyle>
            <a:lvl1pPr>
              <a:spcBef>
                <a:spcPct val="20000"/>
              </a:spcBef>
              <a:buChar char="•"/>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25000"/>
              </a:lnSpc>
              <a:buFontTx/>
              <a:buNone/>
              <a:defRPr/>
            </a:pPr>
            <a:r>
              <a:rPr lang="zh-CN" altLang="zh-CN" sz="2000" noProof="1" smtClean="0">
                <a:solidFill>
                  <a:srgbClr val="FF0000"/>
                </a:solidFill>
                <a:effectLst>
                  <a:outerShdw blurRad="38100" dist="38100" dir="2700000" algn="tl">
                    <a:srgbClr val="000000"/>
                  </a:outerShdw>
                </a:effectLst>
                <a:latin typeface="Arial" panose="020B0604020202020204" pitchFamily="34" charset="0"/>
                <a:ea typeface="幼圆" panose="02010509060101010101" pitchFamily="49" charset="-122"/>
                <a:sym typeface="+mn-ea"/>
              </a:rPr>
              <a:t>   </a:t>
            </a:r>
            <a:r>
              <a:rPr lang="zh-CN" altLang="en-US" sz="1800" b="1" noProof="1" smtClean="0">
                <a:solidFill>
                  <a:srgbClr val="3333FF"/>
                </a:solidFill>
                <a:latin typeface="楷体" panose="02010609060101010101" pitchFamily="49" charset="-122"/>
                <a:ea typeface="楷体" panose="02010609060101010101" pitchFamily="49" charset="-122"/>
                <a:sym typeface="+mn-ea"/>
              </a:rPr>
              <a:t>受社会生产状况和社会制度的制约 </a:t>
            </a:r>
            <a:endParaRPr lang="zh-CN" altLang="en-US" sz="1800" noProof="1" smtClean="0">
              <a:solidFill>
                <a:srgbClr val="3333FF"/>
              </a:solidFill>
              <a:latin typeface="幼圆" panose="02010509060101010101" pitchFamily="49" charset="-122"/>
              <a:ea typeface="幼圆" panose="02010509060101010101" pitchFamily="49" charset="-122"/>
              <a:sym typeface="+mn-ea"/>
            </a:endParaRPr>
          </a:p>
        </p:txBody>
      </p:sp>
      <p:sp>
        <p:nvSpPr>
          <p:cNvPr id="16" name="矩形 795677"/>
          <p:cNvSpPr>
            <a:spLocks noChangeArrowheads="1"/>
          </p:cNvSpPr>
          <p:nvPr/>
        </p:nvSpPr>
        <p:spPr bwMode="auto">
          <a:xfrm>
            <a:off x="571472" y="2714620"/>
            <a:ext cx="7929618" cy="641350"/>
          </a:xfrm>
          <a:prstGeom prst="rect">
            <a:avLst/>
          </a:prstGeom>
          <a:solidFill>
            <a:srgbClr val="D1D1F0"/>
          </a:solidFill>
          <a:ln w="9525">
            <a:noFill/>
            <a:miter lim="800000"/>
            <a:headEnd/>
            <a:tailEnd/>
          </a:ln>
        </p:spPr>
        <p:txBody>
          <a:bodyPr wrap="square">
            <a:spAutoFit/>
          </a:bodyPr>
          <a:lstStyle/>
          <a:p>
            <a:pPr eaLnBrk="1" hangingPunct="1"/>
            <a:r>
              <a:rPr lang="zh-CN" altLang="en-US" b="1" dirty="0">
                <a:solidFill>
                  <a:srgbClr val="FF0000"/>
                </a:solidFill>
                <a:ea typeface="黑体" pitchFamily="49" charset="-122"/>
              </a:rPr>
              <a:t>上述二因素，都不能脱离社会生产而发生作用，都不能决定社会的性质和社会形态的更替。</a:t>
            </a:r>
          </a:p>
        </p:txBody>
      </p:sp>
      <p:grpSp>
        <p:nvGrpSpPr>
          <p:cNvPr id="17" name="组合 796695"/>
          <p:cNvGrpSpPr>
            <a:grpSpLocks/>
          </p:cNvGrpSpPr>
          <p:nvPr/>
        </p:nvGrpSpPr>
        <p:grpSpPr bwMode="auto">
          <a:xfrm>
            <a:off x="571472" y="3643314"/>
            <a:ext cx="4464050" cy="609600"/>
            <a:chOff x="1338" y="1109"/>
            <a:chExt cx="3696" cy="384"/>
          </a:xfrm>
        </p:grpSpPr>
        <p:sp>
          <p:nvSpPr>
            <p:cNvPr id="18" name="圆角矩形 796696"/>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9" name="文本框 796697"/>
            <p:cNvSpPr txBox="1">
              <a:spLocks noChangeArrowheads="1"/>
            </p:cNvSpPr>
            <p:nvPr/>
          </p:nvSpPr>
          <p:spPr bwMode="auto">
            <a:xfrm>
              <a:off x="1397" y="1154"/>
              <a:ext cx="3548" cy="290"/>
            </a:xfrm>
            <a:prstGeom prst="rect">
              <a:avLst/>
            </a:prstGeom>
            <a:noFill/>
            <a:ln w="9525">
              <a:noFill/>
              <a:miter lim="800000"/>
              <a:headEnd/>
              <a:tailEnd/>
            </a:ln>
          </p:spPr>
          <p:txBody>
            <a:bodyPr>
              <a:spAutoFit/>
            </a:bodyPr>
            <a:lstStyle/>
            <a:p>
              <a:pPr eaLnBrk="1" hangingPunct="1"/>
              <a:r>
                <a:rPr lang="en-US" altLang="zh-CN" sz="2400" b="1" dirty="0">
                  <a:solidFill>
                    <a:schemeClr val="bg1"/>
                  </a:solidFill>
                  <a:latin typeface="楷体" pitchFamily="49" charset="-122"/>
                  <a:ea typeface="楷体" pitchFamily="49" charset="-122"/>
                </a:rPr>
                <a:t>3.</a:t>
              </a:r>
              <a:r>
                <a:rPr lang="zh-CN" altLang="en-US" sz="2400" b="1" dirty="0">
                  <a:solidFill>
                    <a:schemeClr val="bg1"/>
                  </a:solidFill>
                  <a:latin typeface="楷体" pitchFamily="49" charset="-122"/>
                  <a:ea typeface="楷体" pitchFamily="49" charset="-122"/>
                </a:rPr>
                <a:t>物质生产方式（生产方式）</a:t>
              </a:r>
            </a:p>
          </p:txBody>
        </p:sp>
      </p:grpSp>
      <p:sp>
        <p:nvSpPr>
          <p:cNvPr id="20" name="矩形 796682" descr="白色大理石"/>
          <p:cNvSpPr>
            <a:spLocks noChangeArrowheads="1" noChangeShapeType="1" noTextEdit="1"/>
          </p:cNvSpPr>
          <p:nvPr/>
        </p:nvSpPr>
        <p:spPr bwMode="auto">
          <a:xfrm>
            <a:off x="5357818" y="3714752"/>
            <a:ext cx="3105143" cy="431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kern="10" dirty="0">
                <a:ln w="9525">
                  <a:round/>
                  <a:headEnd/>
                  <a:tailEnd/>
                </a:ln>
                <a:blipFill dpi="0" rotWithShape="0">
                  <a:blip r:embed="rId2"/>
                  <a:srcRect/>
                  <a:tile tx="0" ty="0" sx="100000" sy="100000" flip="none" algn="tl"/>
                </a:blipFill>
                <a:latin typeface="宋体"/>
                <a:ea typeface="宋体"/>
              </a:rPr>
              <a:t>社会存在和发展的基础及决定力量</a:t>
            </a:r>
          </a:p>
        </p:txBody>
      </p:sp>
      <p:sp>
        <p:nvSpPr>
          <p:cNvPr id="21" name="矩形 796676"/>
          <p:cNvSpPr>
            <a:spLocks noChangeArrowheads="1"/>
          </p:cNvSpPr>
          <p:nvPr/>
        </p:nvSpPr>
        <p:spPr bwMode="auto">
          <a:xfrm>
            <a:off x="285720" y="4357694"/>
            <a:ext cx="8429684" cy="500066"/>
          </a:xfrm>
          <a:prstGeom prst="rect">
            <a:avLst/>
          </a:prstGeom>
          <a:solidFill>
            <a:srgbClr val="CCFFCC"/>
          </a:solidFill>
          <a:ln w="9525">
            <a:solidFill>
              <a:srgbClr val="FF9900"/>
            </a:solidFill>
            <a:miter lim="800000"/>
            <a:headEnd/>
            <a:tailEnd/>
          </a:ln>
        </p:spPr>
        <p:txBody>
          <a:bodyPr/>
          <a:lstStyle/>
          <a:p>
            <a:pPr eaLnBrk="1" hangingPunct="1">
              <a:lnSpc>
                <a:spcPct val="135000"/>
              </a:lnSpc>
              <a:spcBef>
                <a:spcPct val="20000"/>
              </a:spcBef>
              <a:tabLst>
                <a:tab pos="4127500" algn="l"/>
              </a:tabLst>
            </a:pPr>
            <a:r>
              <a:rPr lang="en-US" altLang="zh-CN" dirty="0">
                <a:solidFill>
                  <a:srgbClr val="663300"/>
                </a:solidFill>
                <a:latin typeface="楷体_GB2312" pitchFamily="49" charset="-122"/>
              </a:rPr>
              <a:t>  </a:t>
            </a:r>
            <a:r>
              <a:rPr lang="en-US" altLang="zh-CN" b="1" dirty="0">
                <a:solidFill>
                  <a:srgbClr val="3333FF"/>
                </a:solidFill>
                <a:latin typeface="宋体" pitchFamily="2" charset="-122"/>
              </a:rPr>
              <a:t>- </a:t>
            </a:r>
            <a:r>
              <a:rPr lang="zh-CN" altLang="en-US" b="1" dirty="0" smtClean="0">
                <a:solidFill>
                  <a:srgbClr val="3333FF"/>
                </a:solidFill>
                <a:latin typeface="宋体" pitchFamily="2" charset="-122"/>
              </a:rPr>
              <a:t>是人</a:t>
            </a:r>
            <a:r>
              <a:rPr lang="zh-CN" altLang="en-US" b="1" dirty="0">
                <a:solidFill>
                  <a:srgbClr val="3333FF"/>
                </a:solidFill>
                <a:latin typeface="宋体" pitchFamily="2" charset="-122"/>
              </a:rPr>
              <a:t>类社会赖以存在和发展的基础</a:t>
            </a:r>
            <a:r>
              <a:rPr lang="zh-CN" altLang="en-US" b="1" dirty="0" smtClean="0">
                <a:solidFill>
                  <a:srgbClr val="3333FF"/>
                </a:solidFill>
                <a:latin typeface="宋体" pitchFamily="2" charset="-122"/>
              </a:rPr>
              <a:t>，是人类其他一切</a:t>
            </a:r>
            <a:r>
              <a:rPr lang="zh-CN" altLang="en-US" b="1" dirty="0">
                <a:solidFill>
                  <a:srgbClr val="3333FF"/>
                </a:solidFill>
                <a:latin typeface="宋体" pitchFamily="2" charset="-122"/>
              </a:rPr>
              <a:t>活动的首要</a:t>
            </a:r>
            <a:r>
              <a:rPr lang="zh-CN" altLang="en-US" b="1" dirty="0" smtClean="0">
                <a:solidFill>
                  <a:srgbClr val="3333FF"/>
                </a:solidFill>
                <a:latin typeface="宋体" pitchFamily="2" charset="-122"/>
              </a:rPr>
              <a:t>前提。</a:t>
            </a:r>
            <a:endParaRPr lang="zh-CN" altLang="en-US" b="1" dirty="0">
              <a:solidFill>
                <a:srgbClr val="3333FF"/>
              </a:solidFill>
              <a:latin typeface="宋体" pitchFamily="2" charset="-122"/>
            </a:endParaRPr>
          </a:p>
        </p:txBody>
      </p:sp>
      <p:sp>
        <p:nvSpPr>
          <p:cNvPr id="22" name="矩形 796687"/>
          <p:cNvSpPr>
            <a:spLocks noChangeArrowheads="1"/>
          </p:cNvSpPr>
          <p:nvPr/>
        </p:nvSpPr>
        <p:spPr bwMode="auto">
          <a:xfrm>
            <a:off x="285720" y="4929198"/>
            <a:ext cx="8429684" cy="785818"/>
          </a:xfrm>
          <a:prstGeom prst="rect">
            <a:avLst/>
          </a:prstGeom>
          <a:solidFill>
            <a:srgbClr val="CCFFCC"/>
          </a:solidFill>
          <a:ln w="9525">
            <a:solidFill>
              <a:srgbClr val="FF9900"/>
            </a:solidFill>
            <a:miter lim="800000"/>
            <a:headEnd/>
            <a:tailEnd/>
          </a:ln>
        </p:spPr>
        <p:txBody>
          <a:bodyPr/>
          <a:lstStyle/>
          <a:p>
            <a:pPr eaLnBrk="1" hangingPunct="1">
              <a:lnSpc>
                <a:spcPct val="135000"/>
              </a:lnSpc>
              <a:spcBef>
                <a:spcPct val="20000"/>
              </a:spcBef>
              <a:tabLst>
                <a:tab pos="4127500" algn="l"/>
              </a:tabLst>
            </a:pPr>
            <a:r>
              <a:rPr lang="en-US" altLang="zh-CN" dirty="0">
                <a:solidFill>
                  <a:srgbClr val="663300"/>
                </a:solidFill>
                <a:latin typeface="楷体_GB2312" pitchFamily="49" charset="-122"/>
              </a:rPr>
              <a:t>  </a:t>
            </a:r>
            <a:r>
              <a:rPr lang="en-US" altLang="zh-CN" b="1" dirty="0">
                <a:solidFill>
                  <a:srgbClr val="3333FF"/>
                </a:solidFill>
                <a:latin typeface="宋体" pitchFamily="2" charset="-122"/>
              </a:rPr>
              <a:t>- </a:t>
            </a:r>
            <a:r>
              <a:rPr lang="zh-CN" altLang="en-US" b="1" dirty="0">
                <a:solidFill>
                  <a:srgbClr val="3333FF"/>
                </a:solidFill>
                <a:latin typeface="宋体" pitchFamily="2" charset="-122"/>
              </a:rPr>
              <a:t>决定着社会的结构、性质和面貌，制约着人民的经济生活、政治生活和精神生活等全部社会生活。</a:t>
            </a:r>
          </a:p>
        </p:txBody>
      </p:sp>
      <p:sp>
        <p:nvSpPr>
          <p:cNvPr id="23" name="矩形 796688"/>
          <p:cNvSpPr>
            <a:spLocks noChangeArrowheads="1"/>
          </p:cNvSpPr>
          <p:nvPr/>
        </p:nvSpPr>
        <p:spPr bwMode="auto">
          <a:xfrm>
            <a:off x="285720" y="5786454"/>
            <a:ext cx="8429684" cy="785818"/>
          </a:xfrm>
          <a:prstGeom prst="rect">
            <a:avLst/>
          </a:prstGeom>
          <a:solidFill>
            <a:srgbClr val="CCFFCC"/>
          </a:solidFill>
          <a:ln w="9525">
            <a:solidFill>
              <a:srgbClr val="FF9900"/>
            </a:solidFill>
            <a:miter lim="800000"/>
            <a:headEnd/>
            <a:tailEnd/>
          </a:ln>
        </p:spPr>
        <p:txBody>
          <a:bodyPr/>
          <a:lstStyle/>
          <a:p>
            <a:pPr eaLnBrk="1" hangingPunct="1">
              <a:lnSpc>
                <a:spcPct val="135000"/>
              </a:lnSpc>
              <a:spcBef>
                <a:spcPct val="20000"/>
              </a:spcBef>
              <a:tabLst>
                <a:tab pos="4127500" algn="l"/>
              </a:tabLst>
            </a:pPr>
            <a:r>
              <a:rPr lang="en-US" altLang="zh-CN" dirty="0">
                <a:solidFill>
                  <a:srgbClr val="663300"/>
                </a:solidFill>
                <a:latin typeface="楷体_GB2312" pitchFamily="49" charset="-122"/>
              </a:rPr>
              <a:t>  </a:t>
            </a:r>
            <a:r>
              <a:rPr lang="en-US" altLang="zh-CN" b="1" dirty="0">
                <a:solidFill>
                  <a:srgbClr val="3333FF"/>
                </a:solidFill>
                <a:latin typeface="宋体" pitchFamily="2" charset="-122"/>
              </a:rPr>
              <a:t>- </a:t>
            </a:r>
            <a:r>
              <a:rPr lang="zh-CN" altLang="en-US" b="1" dirty="0">
                <a:solidFill>
                  <a:srgbClr val="3333FF"/>
                </a:solidFill>
                <a:latin typeface="宋体" pitchFamily="2" charset="-122"/>
              </a:rPr>
              <a:t>其变化发展决定整个社会历史的变化发展，决定社会形态从低级向高级的更替和发展。</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864338">
            <a:extLst>
              <a:ext uri="{FF2B5EF4-FFF2-40B4-BE49-F238E27FC236}">
                <a16:creationId xmlns="" xmlns:a16="http://schemas.microsoft.com/office/drawing/2014/main" id="{6CEA0C9E-DC7E-4EB3-93B0-F2174D16B1B0}"/>
              </a:ext>
            </a:extLst>
          </p:cNvPr>
          <p:cNvGrpSpPr>
            <a:grpSpLocks/>
          </p:cNvGrpSpPr>
          <p:nvPr/>
        </p:nvGrpSpPr>
        <p:grpSpPr bwMode="auto">
          <a:xfrm>
            <a:off x="857795" y="1429155"/>
            <a:ext cx="7643546" cy="4854356"/>
            <a:chOff x="-408" y="730"/>
            <a:chExt cx="4508" cy="3007"/>
          </a:xfrm>
          <a:solidFill>
            <a:schemeClr val="tx1">
              <a:lumMod val="20000"/>
              <a:lumOff val="80000"/>
            </a:schemeClr>
          </a:solidFill>
        </p:grpSpPr>
        <p:sp>
          <p:nvSpPr>
            <p:cNvPr id="5" name="矩形 864309">
              <a:extLst>
                <a:ext uri="{FF2B5EF4-FFF2-40B4-BE49-F238E27FC236}">
                  <a16:creationId xmlns="" xmlns:a16="http://schemas.microsoft.com/office/drawing/2014/main" id="{9297A7D5-E594-4DC6-BFEB-EFE383412DD1}"/>
                </a:ext>
              </a:extLst>
            </p:cNvPr>
            <p:cNvSpPr>
              <a:spLocks noChangeArrowheads="1" noChangeShapeType="1" noTextEdit="1"/>
            </p:cNvSpPr>
            <p:nvPr/>
          </p:nvSpPr>
          <p:spPr bwMode="auto">
            <a:xfrm>
              <a:off x="-408" y="1261"/>
              <a:ext cx="211" cy="1372"/>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fromWordArt="1">
              <a:prstTxWarp prst="textPlain">
                <a:avLst>
                  <a:gd name="adj" fmla="val 50000"/>
                </a:avLst>
              </a:prstTxWarp>
            </a:bodyPr>
            <a:lstStyle/>
            <a:p>
              <a:pPr algn="ctr"/>
              <a:r>
                <a:rPr lang="zh-CN" altLang="en-US" sz="1200" b="1" kern="10" dirty="0">
                  <a:ln w="19050">
                    <a:solidFill>
                      <a:srgbClr val="99CCFF"/>
                    </a:solidFill>
                    <a:round/>
                    <a:headEnd/>
                    <a:tailEnd/>
                  </a:ln>
                  <a:solidFill>
                    <a:schemeClr val="tx1"/>
                  </a:solidFill>
                  <a:effectLst>
                    <a:outerShdw dist="35921" dir="2700000" algn="ctr" rotWithShape="0">
                      <a:srgbClr val="990000"/>
                    </a:outerShdw>
                  </a:effectLst>
                  <a:latin typeface="宋体" panose="02010600030101010101" pitchFamily="2" charset="-122"/>
                </a:rPr>
                <a:t>｛</a:t>
              </a:r>
            </a:p>
          </p:txBody>
        </p:sp>
        <p:sp>
          <p:nvSpPr>
            <p:cNvPr id="6" name="矩形 864310">
              <a:extLst>
                <a:ext uri="{FF2B5EF4-FFF2-40B4-BE49-F238E27FC236}">
                  <a16:creationId xmlns="" xmlns:a16="http://schemas.microsoft.com/office/drawing/2014/main" id="{0795F89B-E3CF-4EAC-B5F1-C080B26BF816}"/>
                </a:ext>
              </a:extLst>
            </p:cNvPr>
            <p:cNvSpPr>
              <a:spLocks noChangeArrowheads="1"/>
            </p:cNvSpPr>
            <p:nvPr/>
          </p:nvSpPr>
          <p:spPr bwMode="auto">
            <a:xfrm>
              <a:off x="1024" y="730"/>
              <a:ext cx="962" cy="317"/>
            </a:xfrm>
            <a:prstGeom prst="rect">
              <a:avLst/>
            </a:prstGeom>
            <a:grpFill/>
            <a:ln>
              <a:headEnd/>
              <a:tailEnd/>
            </a:ln>
          </p:spPr>
          <p:style>
            <a:lnRef idx="1">
              <a:schemeClr val="accent3"/>
            </a:lnRef>
            <a:fillRef idx="2">
              <a:schemeClr val="accent3"/>
            </a:fillRef>
            <a:effectRef idx="1">
              <a:schemeClr val="accent3"/>
            </a:effectRef>
            <a:fontRef idx="minor">
              <a:schemeClr val="dk1"/>
            </a:fontRef>
          </p:style>
          <p:txBody>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000" b="1" dirty="0">
                  <a:ea typeface="幼圆" pitchFamily="49" charset="-122"/>
                </a:rPr>
                <a:t>个体意识</a:t>
              </a:r>
            </a:p>
          </p:txBody>
        </p:sp>
        <p:sp>
          <p:nvSpPr>
            <p:cNvPr id="7" name="矩形 864311">
              <a:extLst>
                <a:ext uri="{FF2B5EF4-FFF2-40B4-BE49-F238E27FC236}">
                  <a16:creationId xmlns="" xmlns:a16="http://schemas.microsoft.com/office/drawing/2014/main" id="{B931DB22-1AC1-41B2-98E3-A8B9B47748B4}"/>
                </a:ext>
              </a:extLst>
            </p:cNvPr>
            <p:cNvSpPr>
              <a:spLocks noChangeArrowheads="1"/>
            </p:cNvSpPr>
            <p:nvPr/>
          </p:nvSpPr>
          <p:spPr bwMode="auto">
            <a:xfrm>
              <a:off x="940" y="1969"/>
              <a:ext cx="836" cy="318"/>
            </a:xfrm>
            <a:prstGeom prst="rect">
              <a:avLst/>
            </a:prstGeom>
            <a:grpFill/>
            <a:ln>
              <a:headEnd/>
              <a:tailEnd/>
            </a:ln>
          </p:spPr>
          <p:style>
            <a:lnRef idx="1">
              <a:schemeClr val="accent3"/>
            </a:lnRef>
            <a:fillRef idx="2">
              <a:schemeClr val="accent3"/>
            </a:fillRef>
            <a:effectRef idx="1">
              <a:schemeClr val="accent3"/>
            </a:effectRef>
            <a:fontRef idx="minor">
              <a:schemeClr val="dk1"/>
            </a:fontRef>
          </p:style>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000" b="1" dirty="0">
                  <a:ea typeface="幼圆" pitchFamily="49" charset="-122"/>
                </a:rPr>
                <a:t>社会心理</a:t>
              </a:r>
            </a:p>
          </p:txBody>
        </p:sp>
        <p:sp>
          <p:nvSpPr>
            <p:cNvPr id="8" name="矩形 864312">
              <a:extLst>
                <a:ext uri="{FF2B5EF4-FFF2-40B4-BE49-F238E27FC236}">
                  <a16:creationId xmlns="" xmlns:a16="http://schemas.microsoft.com/office/drawing/2014/main" id="{FC4CC8B7-CA18-400E-B701-6C67CBBDB54A}"/>
                </a:ext>
              </a:extLst>
            </p:cNvPr>
            <p:cNvSpPr>
              <a:spLocks noChangeArrowheads="1"/>
            </p:cNvSpPr>
            <p:nvPr/>
          </p:nvSpPr>
          <p:spPr bwMode="auto">
            <a:xfrm>
              <a:off x="1832" y="2024"/>
              <a:ext cx="817" cy="317"/>
            </a:xfrm>
            <a:prstGeom prst="rect">
              <a:avLst/>
            </a:prstGeom>
            <a:grpFill/>
            <a:ln>
              <a:headEnd/>
              <a:tailEnd/>
            </a:ln>
          </p:spPr>
          <p:style>
            <a:lnRef idx="1">
              <a:schemeClr val="accent3"/>
            </a:lnRef>
            <a:fillRef idx="2">
              <a:schemeClr val="accent3"/>
            </a:fillRef>
            <a:effectRef idx="1">
              <a:schemeClr val="accent3"/>
            </a:effectRef>
            <a:fontRef idx="minor">
              <a:schemeClr val="dk1"/>
            </a:fontRef>
          </p:style>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000" b="1" dirty="0">
                  <a:solidFill>
                    <a:srgbClr val="C00000"/>
                  </a:solidFill>
                  <a:ea typeface="幼圆" pitchFamily="49" charset="-122"/>
                </a:rPr>
                <a:t>意识形态</a:t>
              </a:r>
            </a:p>
          </p:txBody>
        </p:sp>
        <p:sp>
          <p:nvSpPr>
            <p:cNvPr id="9" name="矩形 864313">
              <a:extLst>
                <a:ext uri="{FF2B5EF4-FFF2-40B4-BE49-F238E27FC236}">
                  <a16:creationId xmlns="" xmlns:a16="http://schemas.microsoft.com/office/drawing/2014/main" id="{BE46D119-2B07-4FE2-94FF-4B69EA3D4A8F}"/>
                </a:ext>
              </a:extLst>
            </p:cNvPr>
            <p:cNvSpPr>
              <a:spLocks noChangeArrowheads="1"/>
            </p:cNvSpPr>
            <p:nvPr/>
          </p:nvSpPr>
          <p:spPr bwMode="auto">
            <a:xfrm>
              <a:off x="1832" y="3158"/>
              <a:ext cx="907" cy="272"/>
            </a:xfrm>
            <a:prstGeom prst="rect">
              <a:avLst/>
            </a:prstGeom>
            <a:grpFill/>
            <a:ln>
              <a:headEnd/>
              <a:tailEnd/>
            </a:ln>
          </p:spPr>
          <p:style>
            <a:lnRef idx="1">
              <a:schemeClr val="accent3"/>
            </a:lnRef>
            <a:fillRef idx="2">
              <a:schemeClr val="accent3"/>
            </a:fillRef>
            <a:effectRef idx="1">
              <a:schemeClr val="accent3"/>
            </a:effectRef>
            <a:fontRef idx="minor">
              <a:schemeClr val="dk1"/>
            </a:fontRef>
          </p:style>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000" b="1" dirty="0">
                  <a:ea typeface="幼圆" pitchFamily="49" charset="-122"/>
                </a:rPr>
                <a:t>非意识形态</a:t>
              </a:r>
            </a:p>
          </p:txBody>
        </p:sp>
        <p:sp>
          <p:nvSpPr>
            <p:cNvPr id="10" name="矩形 864314">
              <a:extLst>
                <a:ext uri="{FF2B5EF4-FFF2-40B4-BE49-F238E27FC236}">
                  <a16:creationId xmlns="" xmlns:a16="http://schemas.microsoft.com/office/drawing/2014/main" id="{C4C65FDF-9426-42F4-8BDB-73053B25A4CA}"/>
                </a:ext>
              </a:extLst>
            </p:cNvPr>
            <p:cNvSpPr>
              <a:spLocks noChangeArrowheads="1" noChangeShapeType="1" noTextEdit="1"/>
            </p:cNvSpPr>
            <p:nvPr/>
          </p:nvSpPr>
          <p:spPr bwMode="auto">
            <a:xfrm>
              <a:off x="1656" y="2279"/>
              <a:ext cx="136" cy="1180"/>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fromWordArt="1">
              <a:prstTxWarp prst="textPlain">
                <a:avLst>
                  <a:gd name="adj" fmla="val 50000"/>
                </a:avLst>
              </a:prstTxWarp>
            </a:bodyPr>
            <a:lstStyle/>
            <a:p>
              <a:pPr algn="ctr"/>
              <a:r>
                <a:rPr lang="zh-CN" altLang="en-US" sz="1200" b="1" kern="10" dirty="0">
                  <a:ln w="19050">
                    <a:solidFill>
                      <a:srgbClr val="99CCFF"/>
                    </a:solidFill>
                    <a:round/>
                    <a:headEnd/>
                    <a:tailEnd/>
                  </a:ln>
                  <a:solidFill>
                    <a:schemeClr val="tx1"/>
                  </a:solidFill>
                  <a:effectLst>
                    <a:outerShdw dist="35921" dir="2700000" algn="ctr" rotWithShape="0">
                      <a:srgbClr val="990000"/>
                    </a:outerShdw>
                  </a:effectLst>
                  <a:latin typeface="宋体" panose="02010600030101010101" pitchFamily="2" charset="-122"/>
                </a:rPr>
                <a:t>｛</a:t>
              </a:r>
            </a:p>
          </p:txBody>
        </p:sp>
        <p:sp>
          <p:nvSpPr>
            <p:cNvPr id="11" name="矩形 864315">
              <a:extLst>
                <a:ext uri="{FF2B5EF4-FFF2-40B4-BE49-F238E27FC236}">
                  <a16:creationId xmlns="" xmlns:a16="http://schemas.microsoft.com/office/drawing/2014/main" id="{CF29DEC8-7036-424A-AD9A-CA0D15750F5F}"/>
                </a:ext>
              </a:extLst>
            </p:cNvPr>
            <p:cNvSpPr>
              <a:spLocks noChangeArrowheads="1"/>
            </p:cNvSpPr>
            <p:nvPr/>
          </p:nvSpPr>
          <p:spPr bwMode="auto">
            <a:xfrm>
              <a:off x="1024" y="1438"/>
              <a:ext cx="962" cy="317"/>
            </a:xfrm>
            <a:prstGeom prst="rect">
              <a:avLst/>
            </a:prstGeom>
            <a:grpFill/>
            <a:ln>
              <a:headEnd/>
              <a:tailEnd/>
            </a:ln>
          </p:spPr>
          <p:style>
            <a:lnRef idx="1">
              <a:schemeClr val="accent3"/>
            </a:lnRef>
            <a:fillRef idx="2">
              <a:schemeClr val="accent3"/>
            </a:fillRef>
            <a:effectRef idx="1">
              <a:schemeClr val="accent3"/>
            </a:effectRef>
            <a:fontRef idx="minor">
              <a:schemeClr val="dk1"/>
            </a:fontRef>
          </p:style>
          <p:txBody>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000" b="1" dirty="0">
                  <a:ea typeface="幼圆" pitchFamily="49" charset="-122"/>
                </a:rPr>
                <a:t>群体意识</a:t>
              </a:r>
            </a:p>
          </p:txBody>
        </p:sp>
        <p:sp>
          <p:nvSpPr>
            <p:cNvPr id="12" name="矩形 864316">
              <a:extLst>
                <a:ext uri="{FF2B5EF4-FFF2-40B4-BE49-F238E27FC236}">
                  <a16:creationId xmlns="" xmlns:a16="http://schemas.microsoft.com/office/drawing/2014/main" id="{115E5F61-BEFF-4E94-9E4B-7CF06CFF0392}"/>
                </a:ext>
              </a:extLst>
            </p:cNvPr>
            <p:cNvSpPr>
              <a:spLocks noChangeArrowheads="1"/>
            </p:cNvSpPr>
            <p:nvPr/>
          </p:nvSpPr>
          <p:spPr bwMode="auto">
            <a:xfrm>
              <a:off x="940" y="2677"/>
              <a:ext cx="663" cy="531"/>
            </a:xfrm>
            <a:prstGeom prst="rect">
              <a:avLst/>
            </a:prstGeom>
            <a:grpFill/>
            <a:ln>
              <a:headEnd/>
              <a:tailEnd/>
            </a:ln>
          </p:spPr>
          <p:style>
            <a:lnRef idx="1">
              <a:schemeClr val="accent3"/>
            </a:lnRef>
            <a:fillRef idx="2">
              <a:schemeClr val="accent3"/>
            </a:fillRef>
            <a:effectRef idx="1">
              <a:schemeClr val="accent3"/>
            </a:effectRef>
            <a:fontRef idx="minor">
              <a:schemeClr val="dk1"/>
            </a:fontRef>
          </p:style>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000" b="1" dirty="0" smtClean="0">
                  <a:solidFill>
                    <a:srgbClr val="C00000"/>
                  </a:solidFill>
                  <a:ea typeface="幼圆" pitchFamily="49" charset="-122"/>
                </a:rPr>
                <a:t>社会意识</a:t>
              </a:r>
              <a:r>
                <a:rPr lang="zh-CN" altLang="en-US" sz="2000" b="1" dirty="0">
                  <a:solidFill>
                    <a:srgbClr val="C00000"/>
                  </a:solidFill>
                  <a:ea typeface="幼圆" pitchFamily="49" charset="-122"/>
                </a:rPr>
                <a:t>形式</a:t>
              </a:r>
            </a:p>
          </p:txBody>
        </p:sp>
        <p:sp>
          <p:nvSpPr>
            <p:cNvPr id="13" name="直接连接符 864318">
              <a:extLst>
                <a:ext uri="{FF2B5EF4-FFF2-40B4-BE49-F238E27FC236}">
                  <a16:creationId xmlns="" xmlns:a16="http://schemas.microsoft.com/office/drawing/2014/main" id="{866F652A-64A5-4DFB-9190-82A803E90C5F}"/>
                </a:ext>
              </a:extLst>
            </p:cNvPr>
            <p:cNvSpPr>
              <a:spLocks noChangeShapeType="1"/>
            </p:cNvSpPr>
            <p:nvPr/>
          </p:nvSpPr>
          <p:spPr bwMode="auto">
            <a:xfrm>
              <a:off x="2649" y="2160"/>
              <a:ext cx="136" cy="0"/>
            </a:xfrm>
            <a:prstGeom prst="line">
              <a:avLst/>
            </a:prstGeom>
            <a:grpFill/>
            <a:ln>
              <a:headEnd/>
              <a:tailEnd/>
            </a:ln>
            <a:extLst/>
          </p:spPr>
          <p:style>
            <a:lnRef idx="1">
              <a:schemeClr val="accent3"/>
            </a:lnRef>
            <a:fillRef idx="2">
              <a:schemeClr val="accent3"/>
            </a:fillRef>
            <a:effectRef idx="1">
              <a:schemeClr val="accent3"/>
            </a:effectRef>
            <a:fontRef idx="minor">
              <a:schemeClr val="dk1"/>
            </a:fontRef>
          </p:style>
          <p:txBody>
            <a:bodyPr/>
            <a:lstStyle/>
            <a:p>
              <a:endParaRPr lang="zh-CN" altLang="en-US" sz="1100">
                <a:solidFill>
                  <a:schemeClr val="tx1"/>
                </a:solidFill>
              </a:endParaRPr>
            </a:p>
          </p:txBody>
        </p:sp>
        <p:sp>
          <p:nvSpPr>
            <p:cNvPr id="14" name="直接连接符 864319">
              <a:extLst>
                <a:ext uri="{FF2B5EF4-FFF2-40B4-BE49-F238E27FC236}">
                  <a16:creationId xmlns="" xmlns:a16="http://schemas.microsoft.com/office/drawing/2014/main" id="{CDC251EA-6B5C-4DCE-9D6C-37FC4CBF5817}"/>
                </a:ext>
              </a:extLst>
            </p:cNvPr>
            <p:cNvSpPr>
              <a:spLocks noChangeShapeType="1"/>
            </p:cNvSpPr>
            <p:nvPr/>
          </p:nvSpPr>
          <p:spPr bwMode="auto">
            <a:xfrm>
              <a:off x="2739" y="3294"/>
              <a:ext cx="182" cy="0"/>
            </a:xfrm>
            <a:prstGeom prst="line">
              <a:avLst/>
            </a:prstGeom>
            <a:grpFill/>
            <a:ln>
              <a:headEnd/>
              <a:tailEnd/>
            </a:ln>
            <a:extLst/>
          </p:spPr>
          <p:style>
            <a:lnRef idx="1">
              <a:schemeClr val="accent3"/>
            </a:lnRef>
            <a:fillRef idx="2">
              <a:schemeClr val="accent3"/>
            </a:fillRef>
            <a:effectRef idx="1">
              <a:schemeClr val="accent3"/>
            </a:effectRef>
            <a:fontRef idx="minor">
              <a:schemeClr val="dk1"/>
            </a:fontRef>
          </p:style>
          <p:txBody>
            <a:bodyPr/>
            <a:lstStyle/>
            <a:p>
              <a:endParaRPr lang="zh-CN" altLang="en-US" sz="1100">
                <a:solidFill>
                  <a:schemeClr val="tx1"/>
                </a:solidFill>
              </a:endParaRPr>
            </a:p>
          </p:txBody>
        </p:sp>
        <p:sp>
          <p:nvSpPr>
            <p:cNvPr id="15" name="直接连接符 864320">
              <a:extLst>
                <a:ext uri="{FF2B5EF4-FFF2-40B4-BE49-F238E27FC236}">
                  <a16:creationId xmlns="" xmlns:a16="http://schemas.microsoft.com/office/drawing/2014/main" id="{A604CEB8-86AC-4D4A-9645-E80869CD0A61}"/>
                </a:ext>
              </a:extLst>
            </p:cNvPr>
            <p:cNvSpPr>
              <a:spLocks noChangeShapeType="1"/>
            </p:cNvSpPr>
            <p:nvPr/>
          </p:nvSpPr>
          <p:spPr bwMode="auto">
            <a:xfrm>
              <a:off x="2921" y="3067"/>
              <a:ext cx="0" cy="454"/>
            </a:xfrm>
            <a:prstGeom prst="line">
              <a:avLst/>
            </a:prstGeom>
            <a:grpFill/>
            <a:ln>
              <a:headEnd/>
              <a:tailEnd/>
            </a:ln>
            <a:extLst/>
          </p:spPr>
          <p:style>
            <a:lnRef idx="1">
              <a:schemeClr val="accent3"/>
            </a:lnRef>
            <a:fillRef idx="2">
              <a:schemeClr val="accent3"/>
            </a:fillRef>
            <a:effectRef idx="1">
              <a:schemeClr val="accent3"/>
            </a:effectRef>
            <a:fontRef idx="minor">
              <a:schemeClr val="dk1"/>
            </a:fontRef>
          </p:style>
          <p:txBody>
            <a:bodyPr/>
            <a:lstStyle/>
            <a:p>
              <a:endParaRPr lang="zh-CN" altLang="en-US" sz="1100">
                <a:solidFill>
                  <a:schemeClr val="tx1"/>
                </a:solidFill>
              </a:endParaRPr>
            </a:p>
          </p:txBody>
        </p:sp>
        <p:sp>
          <p:nvSpPr>
            <p:cNvPr id="16" name="直接连接符 864321">
              <a:extLst>
                <a:ext uri="{FF2B5EF4-FFF2-40B4-BE49-F238E27FC236}">
                  <a16:creationId xmlns="" xmlns:a16="http://schemas.microsoft.com/office/drawing/2014/main" id="{1485993E-97DD-4D92-92E4-CB39CCD040C7}"/>
                </a:ext>
              </a:extLst>
            </p:cNvPr>
            <p:cNvSpPr>
              <a:spLocks noChangeShapeType="1"/>
            </p:cNvSpPr>
            <p:nvPr/>
          </p:nvSpPr>
          <p:spPr bwMode="auto">
            <a:xfrm>
              <a:off x="2921" y="3067"/>
              <a:ext cx="317" cy="0"/>
            </a:xfrm>
            <a:prstGeom prst="line">
              <a:avLst/>
            </a:prstGeom>
            <a:grpFill/>
            <a:ln>
              <a:headEnd/>
              <a:tailEnd/>
            </a:ln>
            <a:extLst/>
          </p:spPr>
          <p:style>
            <a:lnRef idx="1">
              <a:schemeClr val="accent3"/>
            </a:lnRef>
            <a:fillRef idx="2">
              <a:schemeClr val="accent3"/>
            </a:fillRef>
            <a:effectRef idx="1">
              <a:schemeClr val="accent3"/>
            </a:effectRef>
            <a:fontRef idx="minor">
              <a:schemeClr val="dk1"/>
            </a:fontRef>
          </p:style>
          <p:txBody>
            <a:bodyPr/>
            <a:lstStyle/>
            <a:p>
              <a:endParaRPr lang="zh-CN" altLang="en-US" sz="1100">
                <a:solidFill>
                  <a:schemeClr val="tx1"/>
                </a:solidFill>
              </a:endParaRPr>
            </a:p>
          </p:txBody>
        </p:sp>
        <p:sp>
          <p:nvSpPr>
            <p:cNvPr id="17" name="直接连接符 864322">
              <a:extLst>
                <a:ext uri="{FF2B5EF4-FFF2-40B4-BE49-F238E27FC236}">
                  <a16:creationId xmlns="" xmlns:a16="http://schemas.microsoft.com/office/drawing/2014/main" id="{6F15EA18-5F6B-42B2-85A9-9993F12FABAC}"/>
                </a:ext>
              </a:extLst>
            </p:cNvPr>
            <p:cNvSpPr>
              <a:spLocks noChangeShapeType="1"/>
            </p:cNvSpPr>
            <p:nvPr/>
          </p:nvSpPr>
          <p:spPr bwMode="auto">
            <a:xfrm>
              <a:off x="2921" y="3294"/>
              <a:ext cx="363" cy="0"/>
            </a:xfrm>
            <a:prstGeom prst="line">
              <a:avLst/>
            </a:prstGeom>
            <a:grpFill/>
            <a:ln>
              <a:headEnd/>
              <a:tailEnd/>
            </a:ln>
            <a:extLst/>
          </p:spPr>
          <p:style>
            <a:lnRef idx="1">
              <a:schemeClr val="accent3"/>
            </a:lnRef>
            <a:fillRef idx="2">
              <a:schemeClr val="accent3"/>
            </a:fillRef>
            <a:effectRef idx="1">
              <a:schemeClr val="accent3"/>
            </a:effectRef>
            <a:fontRef idx="minor">
              <a:schemeClr val="dk1"/>
            </a:fontRef>
          </p:style>
          <p:txBody>
            <a:bodyPr/>
            <a:lstStyle/>
            <a:p>
              <a:endParaRPr lang="zh-CN" altLang="en-US" sz="1100">
                <a:solidFill>
                  <a:schemeClr val="tx1"/>
                </a:solidFill>
              </a:endParaRPr>
            </a:p>
          </p:txBody>
        </p:sp>
        <p:sp>
          <p:nvSpPr>
            <p:cNvPr id="18" name="直接连接符 864323">
              <a:extLst>
                <a:ext uri="{FF2B5EF4-FFF2-40B4-BE49-F238E27FC236}">
                  <a16:creationId xmlns="" xmlns:a16="http://schemas.microsoft.com/office/drawing/2014/main" id="{348B3301-7E41-4010-B4C4-028F6A12CBFC}"/>
                </a:ext>
              </a:extLst>
            </p:cNvPr>
            <p:cNvSpPr>
              <a:spLocks noChangeShapeType="1"/>
            </p:cNvSpPr>
            <p:nvPr/>
          </p:nvSpPr>
          <p:spPr bwMode="auto">
            <a:xfrm>
              <a:off x="2921" y="3521"/>
              <a:ext cx="363" cy="0"/>
            </a:xfrm>
            <a:prstGeom prst="line">
              <a:avLst/>
            </a:prstGeom>
            <a:grpFill/>
            <a:ln>
              <a:headEnd/>
              <a:tailEnd/>
            </a:ln>
            <a:extLst/>
          </p:spPr>
          <p:style>
            <a:lnRef idx="1">
              <a:schemeClr val="accent3"/>
            </a:lnRef>
            <a:fillRef idx="2">
              <a:schemeClr val="accent3"/>
            </a:fillRef>
            <a:effectRef idx="1">
              <a:schemeClr val="accent3"/>
            </a:effectRef>
            <a:fontRef idx="minor">
              <a:schemeClr val="dk1"/>
            </a:fontRef>
          </p:style>
          <p:txBody>
            <a:bodyPr/>
            <a:lstStyle/>
            <a:p>
              <a:endParaRPr lang="zh-CN" altLang="en-US" sz="1100">
                <a:solidFill>
                  <a:schemeClr val="tx1"/>
                </a:solidFill>
              </a:endParaRPr>
            </a:p>
          </p:txBody>
        </p:sp>
        <p:sp>
          <p:nvSpPr>
            <p:cNvPr id="19" name="矩形 864324">
              <a:extLst>
                <a:ext uri="{FF2B5EF4-FFF2-40B4-BE49-F238E27FC236}">
                  <a16:creationId xmlns="" xmlns:a16="http://schemas.microsoft.com/office/drawing/2014/main" id="{47E51DB6-9F70-4F2A-8B26-EC7A0ADC7E51}"/>
                </a:ext>
              </a:extLst>
            </p:cNvPr>
            <p:cNvSpPr>
              <a:spLocks noChangeArrowheads="1"/>
            </p:cNvSpPr>
            <p:nvPr/>
          </p:nvSpPr>
          <p:spPr bwMode="auto">
            <a:xfrm>
              <a:off x="3257" y="2854"/>
              <a:ext cx="726" cy="259"/>
            </a:xfrm>
            <a:prstGeom prst="rect">
              <a:avLst/>
            </a:prstGeom>
            <a:grpFill/>
            <a:ln>
              <a:headEnd/>
              <a:tailEnd/>
            </a:ln>
          </p:spPr>
          <p:style>
            <a:lnRef idx="1">
              <a:schemeClr val="accent3"/>
            </a:lnRef>
            <a:fillRef idx="2">
              <a:schemeClr val="accent3"/>
            </a:fillRef>
            <a:effectRef idx="1">
              <a:schemeClr val="accent3"/>
            </a:effectRef>
            <a:fontRef idx="minor">
              <a:schemeClr val="dk1"/>
            </a:fontRef>
          </p:style>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000" b="1" dirty="0">
                  <a:ea typeface="幼圆" pitchFamily="49" charset="-122"/>
                </a:rPr>
                <a:t>自然科学</a:t>
              </a:r>
            </a:p>
          </p:txBody>
        </p:sp>
        <p:sp>
          <p:nvSpPr>
            <p:cNvPr id="20" name="矩形 864325">
              <a:extLst>
                <a:ext uri="{FF2B5EF4-FFF2-40B4-BE49-F238E27FC236}">
                  <a16:creationId xmlns="" xmlns:a16="http://schemas.microsoft.com/office/drawing/2014/main" id="{2039B9CF-7239-4577-B858-B3499E80FED7}"/>
                </a:ext>
              </a:extLst>
            </p:cNvPr>
            <p:cNvSpPr>
              <a:spLocks noChangeArrowheads="1"/>
            </p:cNvSpPr>
            <p:nvPr/>
          </p:nvSpPr>
          <p:spPr bwMode="auto">
            <a:xfrm>
              <a:off x="3257" y="3163"/>
              <a:ext cx="726" cy="271"/>
            </a:xfrm>
            <a:prstGeom prst="rect">
              <a:avLst/>
            </a:prstGeom>
            <a:grpFill/>
            <a:ln>
              <a:headEnd/>
              <a:tailEnd/>
            </a:ln>
          </p:spPr>
          <p:style>
            <a:lnRef idx="1">
              <a:schemeClr val="accent3"/>
            </a:lnRef>
            <a:fillRef idx="2">
              <a:schemeClr val="accent3"/>
            </a:fillRef>
            <a:effectRef idx="1">
              <a:schemeClr val="accent3"/>
            </a:effectRef>
            <a:fontRef idx="minor">
              <a:schemeClr val="dk1"/>
            </a:fontRef>
          </p:style>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000" b="1" dirty="0">
                  <a:ea typeface="幼圆" pitchFamily="49" charset="-122"/>
                </a:rPr>
                <a:t>语言学</a:t>
              </a:r>
            </a:p>
          </p:txBody>
        </p:sp>
        <p:sp>
          <p:nvSpPr>
            <p:cNvPr id="21" name="矩形 864326">
              <a:extLst>
                <a:ext uri="{FF2B5EF4-FFF2-40B4-BE49-F238E27FC236}">
                  <a16:creationId xmlns="" xmlns:a16="http://schemas.microsoft.com/office/drawing/2014/main" id="{5C79C5CB-7F28-4211-8A41-402F56B4D20D}"/>
                </a:ext>
              </a:extLst>
            </p:cNvPr>
            <p:cNvSpPr>
              <a:spLocks noChangeArrowheads="1"/>
            </p:cNvSpPr>
            <p:nvPr/>
          </p:nvSpPr>
          <p:spPr bwMode="auto">
            <a:xfrm>
              <a:off x="3257" y="3473"/>
              <a:ext cx="726" cy="264"/>
            </a:xfrm>
            <a:prstGeom prst="rect">
              <a:avLst/>
            </a:prstGeom>
            <a:grpFill/>
            <a:ln>
              <a:headEnd/>
              <a:tailEnd/>
            </a:ln>
          </p:spPr>
          <p:style>
            <a:lnRef idx="1">
              <a:schemeClr val="accent3"/>
            </a:lnRef>
            <a:fillRef idx="2">
              <a:schemeClr val="accent3"/>
            </a:fillRef>
            <a:effectRef idx="1">
              <a:schemeClr val="accent3"/>
            </a:effectRef>
            <a:fontRef idx="minor">
              <a:schemeClr val="dk1"/>
            </a:fontRef>
          </p:style>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000" b="1" dirty="0">
                  <a:ea typeface="幼圆" pitchFamily="49" charset="-122"/>
                </a:rPr>
                <a:t>形式逻辑</a:t>
              </a:r>
            </a:p>
          </p:txBody>
        </p:sp>
        <p:sp>
          <p:nvSpPr>
            <p:cNvPr id="22" name="直接连接符 864327">
              <a:extLst>
                <a:ext uri="{FF2B5EF4-FFF2-40B4-BE49-F238E27FC236}">
                  <a16:creationId xmlns="" xmlns:a16="http://schemas.microsoft.com/office/drawing/2014/main" id="{A2287DEE-77F6-44BD-ACD0-3390DAE50717}"/>
                </a:ext>
              </a:extLst>
            </p:cNvPr>
            <p:cNvSpPr>
              <a:spLocks noChangeShapeType="1"/>
            </p:cNvSpPr>
            <p:nvPr/>
          </p:nvSpPr>
          <p:spPr bwMode="auto">
            <a:xfrm>
              <a:off x="2785" y="1616"/>
              <a:ext cx="0" cy="1088"/>
            </a:xfrm>
            <a:prstGeom prst="line">
              <a:avLst/>
            </a:prstGeom>
            <a:grpFill/>
            <a:ln>
              <a:headEnd/>
              <a:tailEnd/>
            </a:ln>
            <a:extLst/>
          </p:spPr>
          <p:style>
            <a:lnRef idx="1">
              <a:schemeClr val="accent3"/>
            </a:lnRef>
            <a:fillRef idx="2">
              <a:schemeClr val="accent3"/>
            </a:fillRef>
            <a:effectRef idx="1">
              <a:schemeClr val="accent3"/>
            </a:effectRef>
            <a:fontRef idx="minor">
              <a:schemeClr val="dk1"/>
            </a:fontRef>
          </p:style>
          <p:txBody>
            <a:bodyPr/>
            <a:lstStyle/>
            <a:p>
              <a:endParaRPr lang="zh-CN" altLang="en-US" sz="1100">
                <a:solidFill>
                  <a:schemeClr val="tx1"/>
                </a:solidFill>
              </a:endParaRPr>
            </a:p>
          </p:txBody>
        </p:sp>
        <p:sp>
          <p:nvSpPr>
            <p:cNvPr id="23" name="直接连接符 864328">
              <a:extLst>
                <a:ext uri="{FF2B5EF4-FFF2-40B4-BE49-F238E27FC236}">
                  <a16:creationId xmlns="" xmlns:a16="http://schemas.microsoft.com/office/drawing/2014/main" id="{F0FDB6C8-ADB9-4B8A-9248-F2F2E82AE4E2}"/>
                </a:ext>
              </a:extLst>
            </p:cNvPr>
            <p:cNvSpPr>
              <a:spLocks noChangeShapeType="1"/>
            </p:cNvSpPr>
            <p:nvPr/>
          </p:nvSpPr>
          <p:spPr bwMode="auto">
            <a:xfrm>
              <a:off x="2785" y="2160"/>
              <a:ext cx="181" cy="0"/>
            </a:xfrm>
            <a:prstGeom prst="line">
              <a:avLst/>
            </a:prstGeom>
            <a:grpFill/>
            <a:ln>
              <a:headEnd/>
              <a:tailEnd/>
            </a:ln>
            <a:extLst/>
          </p:spPr>
          <p:style>
            <a:lnRef idx="1">
              <a:schemeClr val="accent3"/>
            </a:lnRef>
            <a:fillRef idx="2">
              <a:schemeClr val="accent3"/>
            </a:fillRef>
            <a:effectRef idx="1">
              <a:schemeClr val="accent3"/>
            </a:effectRef>
            <a:fontRef idx="minor">
              <a:schemeClr val="dk1"/>
            </a:fontRef>
          </p:style>
          <p:txBody>
            <a:bodyPr/>
            <a:lstStyle/>
            <a:p>
              <a:endParaRPr lang="zh-CN" altLang="en-US" sz="1100">
                <a:solidFill>
                  <a:schemeClr val="tx1"/>
                </a:solidFill>
              </a:endParaRPr>
            </a:p>
          </p:txBody>
        </p:sp>
        <p:sp>
          <p:nvSpPr>
            <p:cNvPr id="24" name="矩形 864329">
              <a:extLst>
                <a:ext uri="{FF2B5EF4-FFF2-40B4-BE49-F238E27FC236}">
                  <a16:creationId xmlns="" xmlns:a16="http://schemas.microsoft.com/office/drawing/2014/main" id="{51BB1198-6BB9-458F-94A6-21CB37110A1F}"/>
                </a:ext>
              </a:extLst>
            </p:cNvPr>
            <p:cNvSpPr>
              <a:spLocks noChangeArrowheads="1"/>
            </p:cNvSpPr>
            <p:nvPr/>
          </p:nvSpPr>
          <p:spPr bwMode="auto">
            <a:xfrm>
              <a:off x="2966" y="2024"/>
              <a:ext cx="628" cy="227"/>
            </a:xfrm>
            <a:prstGeom prst="rect">
              <a:avLst/>
            </a:prstGeom>
            <a:grpFill/>
            <a:ln>
              <a:headEnd/>
              <a:tailEnd/>
            </a:ln>
          </p:spPr>
          <p:style>
            <a:lnRef idx="1">
              <a:schemeClr val="accent3"/>
            </a:lnRef>
            <a:fillRef idx="2">
              <a:schemeClr val="accent3"/>
            </a:fillRef>
            <a:effectRef idx="1">
              <a:schemeClr val="accent3"/>
            </a:effectRef>
            <a:fontRef idx="minor">
              <a:schemeClr val="dk1"/>
            </a:fontRef>
          </p:style>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000" b="1" dirty="0" smtClean="0">
                  <a:ea typeface="幼圆" pitchFamily="49" charset="-122"/>
                </a:rPr>
                <a:t>艺术</a:t>
              </a:r>
              <a:endParaRPr lang="zh-CN" altLang="en-US" sz="2000" b="1" dirty="0">
                <a:ea typeface="幼圆" pitchFamily="49" charset="-122"/>
              </a:endParaRPr>
            </a:p>
          </p:txBody>
        </p:sp>
        <p:sp>
          <p:nvSpPr>
            <p:cNvPr id="25" name="矩形 864330">
              <a:extLst>
                <a:ext uri="{FF2B5EF4-FFF2-40B4-BE49-F238E27FC236}">
                  <a16:creationId xmlns="" xmlns:a16="http://schemas.microsoft.com/office/drawing/2014/main" id="{991DA287-F770-4159-97C9-77F10F1B7A0A}"/>
                </a:ext>
              </a:extLst>
            </p:cNvPr>
            <p:cNvSpPr>
              <a:spLocks noChangeArrowheads="1"/>
            </p:cNvSpPr>
            <p:nvPr/>
          </p:nvSpPr>
          <p:spPr bwMode="auto">
            <a:xfrm>
              <a:off x="2966" y="2296"/>
              <a:ext cx="628" cy="227"/>
            </a:xfrm>
            <a:prstGeom prst="rect">
              <a:avLst/>
            </a:prstGeom>
            <a:grpFill/>
            <a:ln>
              <a:headEnd/>
              <a:tailEnd/>
            </a:ln>
          </p:spPr>
          <p:style>
            <a:lnRef idx="1">
              <a:schemeClr val="accent3"/>
            </a:lnRef>
            <a:fillRef idx="2">
              <a:schemeClr val="accent3"/>
            </a:fillRef>
            <a:effectRef idx="1">
              <a:schemeClr val="accent3"/>
            </a:effectRef>
            <a:fontRef idx="minor">
              <a:schemeClr val="dk1"/>
            </a:fontRef>
          </p:style>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000" b="1" dirty="0" smtClean="0">
                  <a:ea typeface="幼圆" pitchFamily="49" charset="-122"/>
                </a:rPr>
                <a:t>宗教</a:t>
              </a:r>
              <a:endParaRPr lang="zh-CN" altLang="en-US" sz="2000" b="1" dirty="0">
                <a:ea typeface="幼圆" pitchFamily="49" charset="-122"/>
              </a:endParaRPr>
            </a:p>
          </p:txBody>
        </p:sp>
        <p:sp>
          <p:nvSpPr>
            <p:cNvPr id="26" name="矩形 864331">
              <a:extLst>
                <a:ext uri="{FF2B5EF4-FFF2-40B4-BE49-F238E27FC236}">
                  <a16:creationId xmlns="" xmlns:a16="http://schemas.microsoft.com/office/drawing/2014/main" id="{DF01A6DD-DA3B-47DD-B40E-7AD4798BD01A}"/>
                </a:ext>
              </a:extLst>
            </p:cNvPr>
            <p:cNvSpPr>
              <a:spLocks noChangeArrowheads="1"/>
            </p:cNvSpPr>
            <p:nvPr/>
          </p:nvSpPr>
          <p:spPr bwMode="auto">
            <a:xfrm>
              <a:off x="2962" y="2588"/>
              <a:ext cx="674" cy="227"/>
            </a:xfrm>
            <a:prstGeom prst="rect">
              <a:avLst/>
            </a:prstGeom>
            <a:grpFill/>
            <a:ln>
              <a:headEnd/>
              <a:tailEnd/>
            </a:ln>
          </p:spPr>
          <p:style>
            <a:lnRef idx="1">
              <a:schemeClr val="accent3"/>
            </a:lnRef>
            <a:fillRef idx="2">
              <a:schemeClr val="accent3"/>
            </a:fillRef>
            <a:effectRef idx="1">
              <a:schemeClr val="accent3"/>
            </a:effectRef>
            <a:fontRef idx="minor">
              <a:schemeClr val="dk1"/>
            </a:fontRef>
          </p:style>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000" b="1" dirty="0">
                  <a:ea typeface="幼圆" pitchFamily="49" charset="-122"/>
                </a:rPr>
                <a:t>哲学</a:t>
              </a:r>
            </a:p>
          </p:txBody>
        </p:sp>
        <p:sp>
          <p:nvSpPr>
            <p:cNvPr id="27" name="矩形 864332">
              <a:extLst>
                <a:ext uri="{FF2B5EF4-FFF2-40B4-BE49-F238E27FC236}">
                  <a16:creationId xmlns="" xmlns:a16="http://schemas.microsoft.com/office/drawing/2014/main" id="{8A7E4D46-6802-4E14-8EA6-08D723C449C4}"/>
                </a:ext>
              </a:extLst>
            </p:cNvPr>
            <p:cNvSpPr>
              <a:spLocks noChangeArrowheads="1"/>
            </p:cNvSpPr>
            <p:nvPr/>
          </p:nvSpPr>
          <p:spPr bwMode="auto">
            <a:xfrm>
              <a:off x="2966" y="1752"/>
              <a:ext cx="628" cy="227"/>
            </a:xfrm>
            <a:prstGeom prst="rect">
              <a:avLst/>
            </a:prstGeom>
            <a:grpFill/>
            <a:ln>
              <a:headEnd/>
              <a:tailEnd/>
            </a:ln>
          </p:spPr>
          <p:style>
            <a:lnRef idx="1">
              <a:schemeClr val="accent3"/>
            </a:lnRef>
            <a:fillRef idx="2">
              <a:schemeClr val="accent3"/>
            </a:fillRef>
            <a:effectRef idx="1">
              <a:schemeClr val="accent3"/>
            </a:effectRef>
            <a:fontRef idx="minor">
              <a:schemeClr val="dk1"/>
            </a:fontRef>
          </p:style>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000" b="1" dirty="0">
                  <a:ea typeface="幼圆" pitchFamily="49" charset="-122"/>
                </a:rPr>
                <a:t>道德</a:t>
              </a:r>
            </a:p>
          </p:txBody>
        </p:sp>
        <p:sp>
          <p:nvSpPr>
            <p:cNvPr id="28" name="矩形 864333">
              <a:extLst>
                <a:ext uri="{FF2B5EF4-FFF2-40B4-BE49-F238E27FC236}">
                  <a16:creationId xmlns="" xmlns:a16="http://schemas.microsoft.com/office/drawing/2014/main" id="{B4A3AA4E-0E6E-4732-872C-5E9AFB7DFB10}"/>
                </a:ext>
              </a:extLst>
            </p:cNvPr>
            <p:cNvSpPr>
              <a:spLocks noChangeArrowheads="1"/>
            </p:cNvSpPr>
            <p:nvPr/>
          </p:nvSpPr>
          <p:spPr bwMode="auto">
            <a:xfrm>
              <a:off x="2966" y="1438"/>
              <a:ext cx="1134" cy="269"/>
            </a:xfrm>
            <a:prstGeom prst="rect">
              <a:avLst/>
            </a:prstGeom>
            <a:grpFill/>
            <a:ln>
              <a:headEnd/>
              <a:tailEnd/>
            </a:ln>
          </p:spPr>
          <p:style>
            <a:lnRef idx="1">
              <a:schemeClr val="accent3"/>
            </a:lnRef>
            <a:fillRef idx="2">
              <a:schemeClr val="accent3"/>
            </a:fillRef>
            <a:effectRef idx="1">
              <a:schemeClr val="accent3"/>
            </a:effectRef>
            <a:fontRef idx="minor">
              <a:schemeClr val="dk1"/>
            </a:fontRef>
          </p:style>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000" b="1" dirty="0">
                  <a:ea typeface="幼圆" pitchFamily="49" charset="-122"/>
                </a:rPr>
                <a:t>政治法律思想</a:t>
              </a:r>
            </a:p>
          </p:txBody>
        </p:sp>
        <p:sp>
          <p:nvSpPr>
            <p:cNvPr id="29" name="直接连接符 864334">
              <a:extLst>
                <a:ext uri="{FF2B5EF4-FFF2-40B4-BE49-F238E27FC236}">
                  <a16:creationId xmlns="" xmlns:a16="http://schemas.microsoft.com/office/drawing/2014/main" id="{B9C0693D-F55A-4B44-A3AA-18B42A62C3FB}"/>
                </a:ext>
              </a:extLst>
            </p:cNvPr>
            <p:cNvSpPr>
              <a:spLocks noChangeShapeType="1"/>
            </p:cNvSpPr>
            <p:nvPr/>
          </p:nvSpPr>
          <p:spPr bwMode="auto">
            <a:xfrm>
              <a:off x="2785" y="1616"/>
              <a:ext cx="181" cy="0"/>
            </a:xfrm>
            <a:prstGeom prst="line">
              <a:avLst/>
            </a:prstGeom>
            <a:grpFill/>
            <a:ln>
              <a:headEnd/>
              <a:tailEnd/>
            </a:ln>
            <a:extLst/>
          </p:spPr>
          <p:style>
            <a:lnRef idx="1">
              <a:schemeClr val="accent3"/>
            </a:lnRef>
            <a:fillRef idx="2">
              <a:schemeClr val="accent3"/>
            </a:fillRef>
            <a:effectRef idx="1">
              <a:schemeClr val="accent3"/>
            </a:effectRef>
            <a:fontRef idx="minor">
              <a:schemeClr val="dk1"/>
            </a:fontRef>
          </p:style>
          <p:txBody>
            <a:bodyPr/>
            <a:lstStyle/>
            <a:p>
              <a:endParaRPr lang="zh-CN" altLang="en-US" sz="1100">
                <a:solidFill>
                  <a:schemeClr val="tx1"/>
                </a:solidFill>
              </a:endParaRPr>
            </a:p>
          </p:txBody>
        </p:sp>
        <p:sp>
          <p:nvSpPr>
            <p:cNvPr id="30" name="直接连接符 864335">
              <a:extLst>
                <a:ext uri="{FF2B5EF4-FFF2-40B4-BE49-F238E27FC236}">
                  <a16:creationId xmlns="" xmlns:a16="http://schemas.microsoft.com/office/drawing/2014/main" id="{C5D9B0A1-1991-494E-B1BE-358A7F7659C8}"/>
                </a:ext>
              </a:extLst>
            </p:cNvPr>
            <p:cNvSpPr>
              <a:spLocks noChangeShapeType="1"/>
            </p:cNvSpPr>
            <p:nvPr/>
          </p:nvSpPr>
          <p:spPr bwMode="auto">
            <a:xfrm>
              <a:off x="2785" y="1888"/>
              <a:ext cx="181" cy="0"/>
            </a:xfrm>
            <a:prstGeom prst="line">
              <a:avLst/>
            </a:prstGeom>
            <a:grpFill/>
            <a:ln>
              <a:headEnd/>
              <a:tailEnd/>
            </a:ln>
            <a:extLst/>
          </p:spPr>
          <p:style>
            <a:lnRef idx="1">
              <a:schemeClr val="accent3"/>
            </a:lnRef>
            <a:fillRef idx="2">
              <a:schemeClr val="accent3"/>
            </a:fillRef>
            <a:effectRef idx="1">
              <a:schemeClr val="accent3"/>
            </a:effectRef>
            <a:fontRef idx="minor">
              <a:schemeClr val="dk1"/>
            </a:fontRef>
          </p:style>
          <p:txBody>
            <a:bodyPr/>
            <a:lstStyle/>
            <a:p>
              <a:endParaRPr lang="zh-CN" altLang="en-US" sz="1100">
                <a:solidFill>
                  <a:schemeClr val="tx1"/>
                </a:solidFill>
              </a:endParaRPr>
            </a:p>
          </p:txBody>
        </p:sp>
        <p:sp>
          <p:nvSpPr>
            <p:cNvPr id="31" name="直接连接符 864336">
              <a:extLst>
                <a:ext uri="{FF2B5EF4-FFF2-40B4-BE49-F238E27FC236}">
                  <a16:creationId xmlns="" xmlns:a16="http://schemas.microsoft.com/office/drawing/2014/main" id="{9368877A-490B-41B7-8E58-B2D36C2BC381}"/>
                </a:ext>
              </a:extLst>
            </p:cNvPr>
            <p:cNvSpPr>
              <a:spLocks noChangeShapeType="1"/>
            </p:cNvSpPr>
            <p:nvPr/>
          </p:nvSpPr>
          <p:spPr bwMode="auto">
            <a:xfrm>
              <a:off x="2785" y="2432"/>
              <a:ext cx="181" cy="0"/>
            </a:xfrm>
            <a:prstGeom prst="line">
              <a:avLst/>
            </a:prstGeom>
            <a:grpFill/>
            <a:ln>
              <a:headEnd/>
              <a:tailEnd/>
            </a:ln>
            <a:extLst/>
          </p:spPr>
          <p:style>
            <a:lnRef idx="1">
              <a:schemeClr val="accent3"/>
            </a:lnRef>
            <a:fillRef idx="2">
              <a:schemeClr val="accent3"/>
            </a:fillRef>
            <a:effectRef idx="1">
              <a:schemeClr val="accent3"/>
            </a:effectRef>
            <a:fontRef idx="minor">
              <a:schemeClr val="dk1"/>
            </a:fontRef>
          </p:style>
          <p:txBody>
            <a:bodyPr/>
            <a:lstStyle/>
            <a:p>
              <a:endParaRPr lang="zh-CN" altLang="en-US" sz="1100">
                <a:solidFill>
                  <a:schemeClr val="tx1"/>
                </a:solidFill>
              </a:endParaRPr>
            </a:p>
          </p:txBody>
        </p:sp>
        <p:sp>
          <p:nvSpPr>
            <p:cNvPr id="32" name="直接连接符 864337">
              <a:extLst>
                <a:ext uri="{FF2B5EF4-FFF2-40B4-BE49-F238E27FC236}">
                  <a16:creationId xmlns="" xmlns:a16="http://schemas.microsoft.com/office/drawing/2014/main" id="{75D4D1FD-A22B-4523-9AFB-1370781377D4}"/>
                </a:ext>
              </a:extLst>
            </p:cNvPr>
            <p:cNvSpPr>
              <a:spLocks noChangeShapeType="1"/>
            </p:cNvSpPr>
            <p:nvPr/>
          </p:nvSpPr>
          <p:spPr bwMode="auto">
            <a:xfrm>
              <a:off x="2785" y="2704"/>
              <a:ext cx="181" cy="0"/>
            </a:xfrm>
            <a:prstGeom prst="line">
              <a:avLst/>
            </a:prstGeom>
            <a:grpFill/>
            <a:ln>
              <a:headEnd/>
              <a:tailEnd/>
            </a:ln>
            <a:extLst/>
          </p:spPr>
          <p:style>
            <a:lnRef idx="1">
              <a:schemeClr val="accent3"/>
            </a:lnRef>
            <a:fillRef idx="2">
              <a:schemeClr val="accent3"/>
            </a:fillRef>
            <a:effectRef idx="1">
              <a:schemeClr val="accent3"/>
            </a:effectRef>
            <a:fontRef idx="minor">
              <a:schemeClr val="dk1"/>
            </a:fontRef>
          </p:style>
          <p:txBody>
            <a:bodyPr/>
            <a:lstStyle/>
            <a:p>
              <a:endParaRPr lang="zh-CN" altLang="en-US" sz="1100">
                <a:solidFill>
                  <a:schemeClr val="tx1"/>
                </a:solidFill>
              </a:endParaRPr>
            </a:p>
          </p:txBody>
        </p:sp>
      </p:grpSp>
      <p:sp>
        <p:nvSpPr>
          <p:cNvPr id="33" name="矩形 864310">
            <a:extLst>
              <a:ext uri="{FF2B5EF4-FFF2-40B4-BE49-F238E27FC236}">
                <a16:creationId xmlns="" xmlns:a16="http://schemas.microsoft.com/office/drawing/2014/main" id="{5934F81C-EF83-4CED-BA40-F928F2998A6A}"/>
              </a:ext>
            </a:extLst>
          </p:cNvPr>
          <p:cNvSpPr>
            <a:spLocks noChangeArrowheads="1"/>
          </p:cNvSpPr>
          <p:nvPr/>
        </p:nvSpPr>
        <p:spPr bwMode="auto">
          <a:xfrm>
            <a:off x="1285852" y="2000240"/>
            <a:ext cx="1476364" cy="511579"/>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400" b="1" dirty="0">
                <a:ea typeface="幼圆" pitchFamily="49" charset="-122"/>
              </a:rPr>
              <a:t>反映主体</a:t>
            </a:r>
          </a:p>
        </p:txBody>
      </p:sp>
      <p:sp>
        <p:nvSpPr>
          <p:cNvPr id="34" name="矩形 864310">
            <a:extLst>
              <a:ext uri="{FF2B5EF4-FFF2-40B4-BE49-F238E27FC236}">
                <a16:creationId xmlns="" xmlns:a16="http://schemas.microsoft.com/office/drawing/2014/main" id="{E2AB031E-14FD-4166-96E4-AD07B0000B00}"/>
              </a:ext>
            </a:extLst>
          </p:cNvPr>
          <p:cNvSpPr>
            <a:spLocks noChangeArrowheads="1"/>
          </p:cNvSpPr>
          <p:nvPr/>
        </p:nvSpPr>
        <p:spPr bwMode="auto">
          <a:xfrm>
            <a:off x="1285852" y="4143380"/>
            <a:ext cx="1428760" cy="511579"/>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400" b="1" dirty="0">
                <a:ea typeface="幼圆" pitchFamily="49" charset="-122"/>
              </a:rPr>
              <a:t>反映层次</a:t>
            </a:r>
          </a:p>
        </p:txBody>
      </p:sp>
      <p:grpSp>
        <p:nvGrpSpPr>
          <p:cNvPr id="35" name="组合 864278"/>
          <p:cNvGrpSpPr>
            <a:grpSpLocks/>
          </p:cNvGrpSpPr>
          <p:nvPr/>
        </p:nvGrpSpPr>
        <p:grpSpPr bwMode="auto">
          <a:xfrm>
            <a:off x="214282" y="1071546"/>
            <a:ext cx="2808287" cy="544513"/>
            <a:chOff x="1338" y="1109"/>
            <a:chExt cx="3696" cy="384"/>
          </a:xfrm>
        </p:grpSpPr>
        <p:sp>
          <p:nvSpPr>
            <p:cNvPr id="36" name="圆角矩形 864279"/>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37" name="文本框 864280"/>
            <p:cNvSpPr txBox="1">
              <a:spLocks noChangeArrowheads="1"/>
            </p:cNvSpPr>
            <p:nvPr/>
          </p:nvSpPr>
          <p:spPr bwMode="auto">
            <a:xfrm>
              <a:off x="1440" y="1122"/>
              <a:ext cx="3550" cy="325"/>
            </a:xfrm>
            <a:prstGeom prst="rect">
              <a:avLst/>
            </a:prstGeom>
            <a:noFill/>
            <a:ln w="9525">
              <a:noFill/>
              <a:miter lim="800000"/>
              <a:headEnd/>
              <a:tailEnd/>
            </a:ln>
          </p:spPr>
          <p:txBody>
            <a:bodyPr>
              <a:spAutoFit/>
            </a:bodyPr>
            <a:lstStyle/>
            <a:p>
              <a:pPr eaLnBrk="1" hangingPunct="1"/>
              <a:r>
                <a:rPr lang="en-US" altLang="zh-CN" sz="2400" b="1">
                  <a:solidFill>
                    <a:schemeClr val="bg1"/>
                  </a:solidFill>
                  <a:latin typeface="楷体" pitchFamily="49" charset="-122"/>
                  <a:ea typeface="楷体" pitchFamily="49" charset="-122"/>
                </a:rPr>
                <a:t>1.</a:t>
              </a:r>
              <a:r>
                <a:rPr lang="zh-CN" altLang="en-US" sz="2400" b="1">
                  <a:solidFill>
                    <a:schemeClr val="bg1"/>
                  </a:solidFill>
                  <a:latin typeface="楷体" pitchFamily="49" charset="-122"/>
                  <a:ea typeface="楷体" pitchFamily="49" charset="-122"/>
                </a:rPr>
                <a:t>社会意识的结构</a:t>
              </a:r>
            </a:p>
          </p:txBody>
        </p:sp>
      </p:grpSp>
      <p:sp>
        <p:nvSpPr>
          <p:cNvPr id="38" name="矩形 864309">
            <a:extLst>
              <a:ext uri="{FF2B5EF4-FFF2-40B4-BE49-F238E27FC236}">
                <a16:creationId xmlns="" xmlns:a16="http://schemas.microsoft.com/office/drawing/2014/main" id="{9297A7D5-E594-4DC6-BFEB-EFE383412DD1}"/>
              </a:ext>
            </a:extLst>
          </p:cNvPr>
          <p:cNvSpPr>
            <a:spLocks noChangeArrowheads="1" noChangeShapeType="1" noTextEdit="1"/>
          </p:cNvSpPr>
          <p:nvPr/>
        </p:nvSpPr>
        <p:spPr bwMode="auto">
          <a:xfrm>
            <a:off x="2857488" y="1643051"/>
            <a:ext cx="357190" cy="1214446"/>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fromWordArt="1">
            <a:prstTxWarp prst="textPlain">
              <a:avLst>
                <a:gd name="adj" fmla="val 50000"/>
              </a:avLst>
            </a:prstTxWarp>
          </a:bodyPr>
          <a:lstStyle/>
          <a:p>
            <a:pPr algn="ctr"/>
            <a:r>
              <a:rPr lang="zh-CN" altLang="en-US" sz="1200" b="1" kern="10" dirty="0">
                <a:ln w="19050">
                  <a:solidFill>
                    <a:srgbClr val="99CCFF"/>
                  </a:solidFill>
                  <a:round/>
                  <a:headEnd/>
                  <a:tailEnd/>
                </a:ln>
                <a:solidFill>
                  <a:schemeClr val="tx1"/>
                </a:solidFill>
                <a:effectLst>
                  <a:outerShdw dist="35921" dir="2700000" algn="ctr" rotWithShape="0">
                    <a:srgbClr val="990000"/>
                  </a:outerShdw>
                </a:effectLst>
                <a:latin typeface="宋体" panose="02010600030101010101" pitchFamily="2" charset="-122"/>
              </a:rPr>
              <a:t>｛</a:t>
            </a:r>
          </a:p>
        </p:txBody>
      </p:sp>
      <p:sp>
        <p:nvSpPr>
          <p:cNvPr id="39" name="矩形 864309">
            <a:extLst>
              <a:ext uri="{FF2B5EF4-FFF2-40B4-BE49-F238E27FC236}">
                <a16:creationId xmlns="" xmlns:a16="http://schemas.microsoft.com/office/drawing/2014/main" id="{9297A7D5-E594-4DC6-BFEB-EFE383412DD1}"/>
              </a:ext>
            </a:extLst>
          </p:cNvPr>
          <p:cNvSpPr>
            <a:spLocks noChangeArrowheads="1" noChangeShapeType="1" noTextEdit="1"/>
          </p:cNvSpPr>
          <p:nvPr/>
        </p:nvSpPr>
        <p:spPr bwMode="auto">
          <a:xfrm>
            <a:off x="2714612" y="3786190"/>
            <a:ext cx="357190" cy="1214446"/>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fromWordArt="1">
            <a:prstTxWarp prst="textPlain">
              <a:avLst>
                <a:gd name="adj" fmla="val 50000"/>
              </a:avLst>
            </a:prstTxWarp>
          </a:bodyPr>
          <a:lstStyle/>
          <a:p>
            <a:pPr algn="ctr"/>
            <a:r>
              <a:rPr lang="zh-CN" altLang="en-US" sz="1200" b="1" kern="10" dirty="0">
                <a:ln w="19050">
                  <a:solidFill>
                    <a:srgbClr val="99CCFF"/>
                  </a:solidFill>
                  <a:round/>
                  <a:headEnd/>
                  <a:tailEnd/>
                </a:ln>
                <a:solidFill>
                  <a:schemeClr val="tx1"/>
                </a:solidFill>
                <a:effectLst>
                  <a:outerShdw dist="35921" dir="2700000" algn="ctr" rotWithShape="0">
                    <a:srgbClr val="990000"/>
                  </a:outerShdw>
                </a:effectLst>
                <a:latin typeface="宋体" panose="02010600030101010101" pitchFamily="2" charset="-122"/>
              </a:rPr>
              <a:t>｛</a:t>
            </a:r>
          </a:p>
        </p:txBody>
      </p:sp>
      <p:sp>
        <p:nvSpPr>
          <p:cNvPr id="40" name="矩形 794654"/>
          <p:cNvSpPr>
            <a:spLocks noChangeArrowheads="1"/>
          </p:cNvSpPr>
          <p:nvPr/>
        </p:nvSpPr>
        <p:spPr bwMode="auto">
          <a:xfrm>
            <a:off x="285720" y="285728"/>
            <a:ext cx="2447925" cy="552450"/>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400">
                <a:solidFill>
                  <a:srgbClr val="0000FF"/>
                </a:solidFill>
                <a:latin typeface="黑体" pitchFamily="49" charset="-122"/>
                <a:ea typeface="黑体" pitchFamily="49" charset="-122"/>
              </a:rPr>
              <a:t>（三）社会意识</a:t>
            </a:r>
          </a:p>
        </p:txBody>
      </p:sp>
      <p:sp>
        <p:nvSpPr>
          <p:cNvPr id="41" name="文本框 794628"/>
          <p:cNvSpPr txBox="1">
            <a:spLocks noChangeArrowheads="1"/>
          </p:cNvSpPr>
          <p:nvPr/>
        </p:nvSpPr>
        <p:spPr bwMode="auto">
          <a:xfrm>
            <a:off x="2857488" y="285728"/>
            <a:ext cx="6072230" cy="553998"/>
          </a:xfrm>
          <a:prstGeom prst="rect">
            <a:avLst/>
          </a:prstGeom>
          <a:solidFill>
            <a:srgbClr val="FFFF99"/>
          </a:solidFill>
          <a:ln w="38100">
            <a:solidFill>
              <a:srgbClr val="FF3300"/>
            </a:solidFill>
            <a:miter lim="800000"/>
            <a:headEnd/>
            <a:tailEnd/>
          </a:ln>
        </p:spPr>
        <p:txBody>
          <a:bodyPr wrap="square">
            <a:spAutoFit/>
          </a:bodyPr>
          <a:lstStyle/>
          <a:p>
            <a:pPr eaLnBrk="1" hangingPunct="1">
              <a:lnSpc>
                <a:spcPct val="125000"/>
              </a:lnSpc>
            </a:pPr>
            <a:r>
              <a:rPr lang="zh-CN" altLang="en-US" sz="2400" b="1" dirty="0" smtClean="0">
                <a:solidFill>
                  <a:srgbClr val="3333FF"/>
                </a:solidFill>
                <a:latin typeface="楷体" pitchFamily="49" charset="-122"/>
                <a:ea typeface="楷体" pitchFamily="49" charset="-122"/>
              </a:rPr>
              <a:t>是社会存在的反映，社会生活</a:t>
            </a:r>
            <a:r>
              <a:rPr lang="zh-CN" altLang="en-US" sz="2400" b="1" dirty="0">
                <a:solidFill>
                  <a:srgbClr val="3333FF"/>
                </a:solidFill>
                <a:latin typeface="楷体" pitchFamily="49" charset="-122"/>
                <a:ea typeface="楷体" pitchFamily="49" charset="-122"/>
              </a:rPr>
              <a:t>的精神</a:t>
            </a:r>
            <a:r>
              <a:rPr lang="zh-CN" altLang="en-US" sz="2400" b="1" dirty="0" smtClean="0">
                <a:solidFill>
                  <a:srgbClr val="3333FF"/>
                </a:solidFill>
                <a:latin typeface="楷体" pitchFamily="49" charset="-122"/>
                <a:ea typeface="楷体" pitchFamily="49" charset="-122"/>
              </a:rPr>
              <a:t>方面。</a:t>
            </a:r>
            <a:endParaRPr lang="zh-CN" altLang="en-US" sz="2400" dirty="0">
              <a:latin typeface="楷体" pitchFamily="49" charset="-122"/>
              <a:ea typeface="楷体" pitchFamily="49" charset="-122"/>
            </a:endParaRPr>
          </a:p>
        </p:txBody>
      </p:sp>
    </p:spTree>
    <p:extLst>
      <p:ext uri="{BB962C8B-B14F-4D97-AF65-F5344CB8AC3E}">
        <p14:creationId xmlns="" xmlns:p14="http://schemas.microsoft.com/office/powerpoint/2010/main" val="169416160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组合 867331"/>
          <p:cNvGrpSpPr>
            <a:grpSpLocks/>
          </p:cNvGrpSpPr>
          <p:nvPr/>
        </p:nvGrpSpPr>
        <p:grpSpPr bwMode="auto">
          <a:xfrm>
            <a:off x="357158" y="142852"/>
            <a:ext cx="2808288" cy="609600"/>
            <a:chOff x="1338" y="1109"/>
            <a:chExt cx="3696" cy="384"/>
          </a:xfrm>
        </p:grpSpPr>
        <p:sp>
          <p:nvSpPr>
            <p:cNvPr id="21522" name="圆角矩形 867332"/>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21523" name="文本框 867333"/>
            <p:cNvSpPr txBox="1">
              <a:spLocks noChangeArrowheads="1"/>
            </p:cNvSpPr>
            <p:nvPr/>
          </p:nvSpPr>
          <p:spPr bwMode="auto">
            <a:xfrm>
              <a:off x="1440" y="1122"/>
              <a:ext cx="3550" cy="290"/>
            </a:xfrm>
            <a:prstGeom prst="rect">
              <a:avLst/>
            </a:prstGeom>
            <a:noFill/>
            <a:ln w="9525">
              <a:noFill/>
              <a:miter lim="800000"/>
              <a:headEnd/>
              <a:tailEnd/>
            </a:ln>
          </p:spPr>
          <p:txBody>
            <a:bodyPr>
              <a:spAutoFit/>
            </a:bodyPr>
            <a:lstStyle/>
            <a:p>
              <a:pPr eaLnBrk="1" hangingPunct="1"/>
              <a:r>
                <a:rPr lang="en-US" altLang="zh-CN" sz="2400" b="1" dirty="0">
                  <a:solidFill>
                    <a:schemeClr val="bg1"/>
                  </a:solidFill>
                  <a:latin typeface="楷体" pitchFamily="49" charset="-122"/>
                  <a:ea typeface="楷体" pitchFamily="49" charset="-122"/>
                </a:rPr>
                <a:t>2.</a:t>
              </a:r>
              <a:r>
                <a:rPr lang="zh-CN" altLang="en-US" sz="2400" b="1" dirty="0">
                  <a:solidFill>
                    <a:schemeClr val="bg1"/>
                  </a:solidFill>
                  <a:latin typeface="楷体" pitchFamily="49" charset="-122"/>
                  <a:ea typeface="楷体" pitchFamily="49" charset="-122"/>
                </a:rPr>
                <a:t>社会意识形式</a:t>
              </a:r>
            </a:p>
          </p:txBody>
        </p:sp>
      </p:grpSp>
      <p:sp>
        <p:nvSpPr>
          <p:cNvPr id="867336" name="矩形 867335"/>
          <p:cNvSpPr/>
          <p:nvPr/>
        </p:nvSpPr>
        <p:spPr>
          <a:xfrm>
            <a:off x="357158" y="857232"/>
            <a:ext cx="8072494" cy="1454148"/>
          </a:xfrm>
          <a:prstGeom prst="rect">
            <a:avLst/>
          </a:prstGeom>
          <a:solidFill>
            <a:srgbClr val="CCFFFF"/>
          </a:solidFill>
          <a:ln w="9525" cap="flat" cmpd="sng">
            <a:solidFill>
              <a:srgbClr val="FF9900"/>
            </a:solidFill>
            <a:prstDash val="solid"/>
            <a:miter/>
            <a:headEnd type="none" w="med" len="med"/>
            <a:tailEnd type="none" w="med" len="med"/>
          </a:ln>
        </p:spPr>
        <p:txBody>
          <a:bodyPr/>
          <a:lstStyle>
            <a:lvl1pPr>
              <a:spcBef>
                <a:spcPct val="20000"/>
              </a:spcBef>
              <a:buChar char="•"/>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25000"/>
              </a:lnSpc>
              <a:buFontTx/>
              <a:buChar char="-"/>
              <a:defRPr/>
            </a:pPr>
            <a:r>
              <a:rPr lang="zh-CN" altLang="en-US" sz="2000" b="1" noProof="1" smtClean="0">
                <a:solidFill>
                  <a:srgbClr val="990000"/>
                </a:solidFill>
                <a:latin typeface="楷体" panose="02010609060101010101" pitchFamily="49" charset="-122"/>
                <a:ea typeface="楷体" panose="02010609060101010101" pitchFamily="49" charset="-122"/>
                <a:sym typeface="+mn-ea"/>
              </a:rPr>
              <a:t> 高层次的社会意识，是自觉的、系统的、定型的社会意识。</a:t>
            </a:r>
            <a:endParaRPr lang="en-US" altLang="zh-CN" sz="2000" b="1" noProof="1" smtClean="0">
              <a:solidFill>
                <a:srgbClr val="990000"/>
              </a:solidFill>
              <a:latin typeface="楷体" panose="02010609060101010101" pitchFamily="49" charset="-122"/>
              <a:ea typeface="楷体" panose="02010609060101010101" pitchFamily="49" charset="-122"/>
              <a:sym typeface="+mn-ea"/>
            </a:endParaRPr>
          </a:p>
          <a:p>
            <a:pPr eaLnBrk="1" hangingPunct="1">
              <a:lnSpc>
                <a:spcPct val="125000"/>
              </a:lnSpc>
              <a:buFontTx/>
              <a:buChar char="-"/>
              <a:defRPr/>
            </a:pPr>
            <a:r>
              <a:rPr lang="zh-CN" altLang="en-US" sz="2000" b="1" noProof="1" smtClean="0">
                <a:solidFill>
                  <a:srgbClr val="990000"/>
                </a:solidFill>
                <a:latin typeface="楷体" panose="02010609060101010101" pitchFamily="49" charset="-122"/>
                <a:ea typeface="楷体" panose="02010609060101010101" pitchFamily="49" charset="-122"/>
                <a:sym typeface="+mn-ea"/>
              </a:rPr>
              <a:t> 理性认识为主。</a:t>
            </a:r>
            <a:endParaRPr lang="en-US" altLang="zh-CN" sz="2000" b="1" noProof="1" smtClean="0">
              <a:solidFill>
                <a:srgbClr val="990000"/>
              </a:solidFill>
              <a:latin typeface="楷体" panose="02010609060101010101" pitchFamily="49" charset="-122"/>
              <a:ea typeface="楷体" panose="02010609060101010101" pitchFamily="49" charset="-122"/>
              <a:sym typeface="+mn-ea"/>
            </a:endParaRPr>
          </a:p>
          <a:p>
            <a:pPr eaLnBrk="1" hangingPunct="1">
              <a:lnSpc>
                <a:spcPct val="125000"/>
              </a:lnSpc>
              <a:buNone/>
              <a:defRPr/>
            </a:pPr>
            <a:r>
              <a:rPr lang="zh-CN" altLang="zh-CN" sz="2000" b="1" noProof="1" smtClean="0">
                <a:solidFill>
                  <a:srgbClr val="990000"/>
                </a:solidFill>
                <a:latin typeface="楷体" panose="02010609060101010101" pitchFamily="49" charset="-122"/>
                <a:ea typeface="楷体" panose="02010609060101010101" pitchFamily="49" charset="-122"/>
                <a:sym typeface="+mn-ea"/>
              </a:rPr>
              <a:t>- </a:t>
            </a:r>
            <a:r>
              <a:rPr lang="zh-CN" altLang="en-US" sz="2000" b="1" noProof="1" smtClean="0">
                <a:solidFill>
                  <a:srgbClr val="990000"/>
                </a:solidFill>
                <a:latin typeface="楷体" panose="02010609060101010101" pitchFamily="49" charset="-122"/>
                <a:ea typeface="楷体" panose="02010609060101010101" pitchFamily="49" charset="-122"/>
                <a:sym typeface="+mn-ea"/>
              </a:rPr>
              <a:t>以社会心理为基础，并对社会心理起指导和影响作用。</a:t>
            </a:r>
          </a:p>
        </p:txBody>
      </p:sp>
      <p:sp>
        <p:nvSpPr>
          <p:cNvPr id="867362" name="矩形 867361"/>
          <p:cNvSpPr/>
          <p:nvPr/>
        </p:nvSpPr>
        <p:spPr>
          <a:xfrm>
            <a:off x="3428992" y="214290"/>
            <a:ext cx="5000660" cy="500066"/>
          </a:xfrm>
          <a:prstGeom prst="rect">
            <a:avLst/>
          </a:prstGeom>
          <a:solidFill>
            <a:srgbClr val="CCFFFF"/>
          </a:solidFill>
          <a:ln w="9525" cap="flat" cmpd="sng">
            <a:solidFill>
              <a:srgbClr val="FF9900"/>
            </a:solidFill>
            <a:prstDash val="solid"/>
            <a:miter/>
            <a:headEnd type="none" w="med" len="med"/>
            <a:tailEnd type="none" w="med" len="med"/>
          </a:ln>
        </p:spPr>
        <p:txBody>
          <a:bodyPr/>
          <a:lstStyle>
            <a:lvl1pPr>
              <a:spcBef>
                <a:spcPct val="20000"/>
              </a:spcBef>
              <a:buChar char="•"/>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25000"/>
              </a:lnSpc>
              <a:buFontTx/>
              <a:buNone/>
              <a:defRPr/>
            </a:pPr>
            <a:r>
              <a:rPr lang="zh-CN" altLang="en-US" sz="1800" b="1" noProof="1" smtClean="0">
                <a:solidFill>
                  <a:srgbClr val="3333FF"/>
                </a:solidFill>
                <a:latin typeface="楷体" panose="02010609060101010101" pitchFamily="49" charset="-122"/>
                <a:ea typeface="楷体" panose="02010609060101010101" pitchFamily="49" charset="-122"/>
                <a:sym typeface="+mn-ea"/>
              </a:rPr>
              <a:t>社会意识</a:t>
            </a:r>
            <a:r>
              <a:rPr lang="zh-CN" altLang="en-US" sz="1800" b="1" noProof="1">
                <a:solidFill>
                  <a:srgbClr val="3333FF"/>
                </a:solidFill>
                <a:latin typeface="楷体" panose="02010609060101010101" pitchFamily="49" charset="-122"/>
                <a:ea typeface="楷体" panose="02010609060101010101" pitchFamily="49" charset="-122"/>
                <a:sym typeface="+mn-ea"/>
              </a:rPr>
              <a:t>形式</a:t>
            </a:r>
            <a:r>
              <a:rPr lang="zh-CN" altLang="en-US" sz="1800" b="1" noProof="1" smtClean="0">
                <a:solidFill>
                  <a:srgbClr val="3333FF"/>
                </a:solidFill>
                <a:latin typeface="楷体" panose="02010609060101010101" pitchFamily="49" charset="-122"/>
                <a:ea typeface="楷体" panose="02010609060101010101" pitchFamily="49" charset="-122"/>
                <a:sym typeface="+mn-ea"/>
              </a:rPr>
              <a:t>存</a:t>
            </a:r>
            <a:r>
              <a:rPr lang="zh-CN" altLang="en-US" sz="1800" b="1" noProof="1">
                <a:solidFill>
                  <a:srgbClr val="3333FF"/>
                </a:solidFill>
                <a:latin typeface="楷体" panose="02010609060101010101" pitchFamily="49" charset="-122"/>
                <a:ea typeface="楷体" panose="02010609060101010101" pitchFamily="49" charset="-122"/>
                <a:sym typeface="+mn-ea"/>
              </a:rPr>
              <a:t>在</a:t>
            </a:r>
            <a:r>
              <a:rPr lang="zh-CN" altLang="en-US" sz="1800" b="1" noProof="1" smtClean="0">
                <a:solidFill>
                  <a:srgbClr val="FF0000"/>
                </a:solidFill>
                <a:latin typeface="楷体" panose="02010609060101010101" pitchFamily="49" charset="-122"/>
                <a:ea typeface="楷体" panose="02010609060101010101" pitchFamily="49" charset="-122"/>
                <a:sym typeface="+mn-ea"/>
              </a:rPr>
              <a:t>意识形态</a:t>
            </a:r>
            <a:r>
              <a:rPr lang="zh-CN" altLang="en-US" sz="1800" b="1" noProof="1" smtClean="0">
                <a:solidFill>
                  <a:srgbClr val="3333FF"/>
                </a:solidFill>
                <a:latin typeface="楷体" panose="02010609060101010101" pitchFamily="49" charset="-122"/>
                <a:ea typeface="楷体" panose="02010609060101010101" pitchFamily="49" charset="-122"/>
                <a:sym typeface="+mn-ea"/>
              </a:rPr>
              <a:t>和</a:t>
            </a:r>
            <a:r>
              <a:rPr lang="zh-CN" altLang="en-US" sz="1800" b="1" noProof="1" smtClean="0">
                <a:solidFill>
                  <a:srgbClr val="FF0000"/>
                </a:solidFill>
                <a:latin typeface="楷体" panose="02010609060101010101" pitchFamily="49" charset="-122"/>
                <a:ea typeface="楷体" panose="02010609060101010101" pitchFamily="49" charset="-122"/>
                <a:sym typeface="+mn-ea"/>
              </a:rPr>
              <a:t>非意识形态</a:t>
            </a:r>
            <a:r>
              <a:rPr lang="zh-CN" altLang="en-US" sz="1800" b="1" noProof="1" smtClean="0">
                <a:solidFill>
                  <a:srgbClr val="3333FF"/>
                </a:solidFill>
                <a:latin typeface="楷体" panose="02010609060101010101" pitchFamily="49" charset="-122"/>
                <a:ea typeface="楷体" panose="02010609060101010101" pitchFamily="49" charset="-122"/>
                <a:sym typeface="+mn-ea"/>
              </a:rPr>
              <a:t>之分。</a:t>
            </a:r>
          </a:p>
        </p:txBody>
      </p:sp>
      <p:grpSp>
        <p:nvGrpSpPr>
          <p:cNvPr id="20" name="组合 748573"/>
          <p:cNvGrpSpPr>
            <a:grpSpLocks/>
          </p:cNvGrpSpPr>
          <p:nvPr/>
        </p:nvGrpSpPr>
        <p:grpSpPr bwMode="auto">
          <a:xfrm>
            <a:off x="357158" y="2428868"/>
            <a:ext cx="2303462" cy="576262"/>
            <a:chOff x="1338" y="1109"/>
            <a:chExt cx="3696" cy="384"/>
          </a:xfrm>
        </p:grpSpPr>
        <p:sp>
          <p:nvSpPr>
            <p:cNvPr id="21" name="圆角矩形 748574"/>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22" name="文本框 748575"/>
            <p:cNvSpPr txBox="1">
              <a:spLocks noChangeArrowheads="1"/>
            </p:cNvSpPr>
            <p:nvPr/>
          </p:nvSpPr>
          <p:spPr bwMode="auto">
            <a:xfrm>
              <a:off x="1440" y="1122"/>
              <a:ext cx="3550" cy="307"/>
            </a:xfrm>
            <a:prstGeom prst="rect">
              <a:avLst/>
            </a:prstGeom>
            <a:noFill/>
            <a:ln w="9525">
              <a:noFill/>
              <a:miter lim="800000"/>
              <a:headEnd/>
              <a:tailEnd/>
            </a:ln>
          </p:spPr>
          <p:txBody>
            <a:bodyPr>
              <a:spAutoFit/>
            </a:bodyPr>
            <a:lstStyle/>
            <a:p>
              <a:pPr eaLnBrk="1" hangingPunct="1"/>
              <a:r>
                <a:rPr lang="en-US" altLang="zh-CN" sz="2400" b="1">
                  <a:solidFill>
                    <a:schemeClr val="bg1"/>
                  </a:solidFill>
                  <a:latin typeface="楷体" pitchFamily="49" charset="-122"/>
                  <a:ea typeface="楷体" pitchFamily="49" charset="-122"/>
                </a:rPr>
                <a:t>3.</a:t>
              </a:r>
              <a:r>
                <a:rPr lang="zh-CN" altLang="en-US" sz="2400" b="1">
                  <a:solidFill>
                    <a:schemeClr val="bg1"/>
                  </a:solidFill>
                  <a:latin typeface="楷体" pitchFamily="49" charset="-122"/>
                  <a:ea typeface="楷体" pitchFamily="49" charset="-122"/>
                </a:rPr>
                <a:t>意识形态</a:t>
              </a:r>
            </a:p>
          </p:txBody>
        </p:sp>
      </p:grpSp>
      <p:sp>
        <p:nvSpPr>
          <p:cNvPr id="23" name="矩形 748554"/>
          <p:cNvSpPr>
            <a:spLocks noChangeArrowheads="1"/>
          </p:cNvSpPr>
          <p:nvPr/>
        </p:nvSpPr>
        <p:spPr bwMode="auto">
          <a:xfrm>
            <a:off x="357158" y="3143248"/>
            <a:ext cx="8072494" cy="785817"/>
          </a:xfrm>
          <a:prstGeom prst="rect">
            <a:avLst/>
          </a:prstGeom>
          <a:solidFill>
            <a:srgbClr val="CCFFFF"/>
          </a:solidFill>
          <a:ln w="9525">
            <a:solidFill>
              <a:srgbClr val="FF9900"/>
            </a:solidFill>
            <a:miter lim="800000"/>
            <a:headEnd/>
            <a:tailEnd/>
          </a:ln>
        </p:spPr>
        <p:txBody>
          <a:bodyPr/>
          <a:lstStyle/>
          <a:p>
            <a:pPr eaLnBrk="1" hangingPunct="1">
              <a:lnSpc>
                <a:spcPct val="125000"/>
              </a:lnSpc>
            </a:pPr>
            <a:r>
              <a:rPr lang="zh-CN" altLang="en-US" b="1" dirty="0">
                <a:solidFill>
                  <a:srgbClr val="FF0000"/>
                </a:solidFill>
                <a:latin typeface="宋体" pitchFamily="2" charset="-122"/>
              </a:rPr>
              <a:t>政治法律思想</a:t>
            </a:r>
            <a:r>
              <a:rPr lang="zh-CN" altLang="en-US" b="1" dirty="0" smtClean="0">
                <a:solidFill>
                  <a:srgbClr val="FF0000"/>
                </a:solidFill>
                <a:latin typeface="宋体" pitchFamily="2" charset="-122"/>
              </a:rPr>
              <a:t>：</a:t>
            </a:r>
            <a:r>
              <a:rPr lang="zh-CN" altLang="en-US" b="1" dirty="0" smtClean="0">
                <a:solidFill>
                  <a:srgbClr val="3333FF"/>
                </a:solidFill>
                <a:latin typeface="黑体" pitchFamily="49" charset="-122"/>
                <a:ea typeface="黑体" pitchFamily="49" charset="-122"/>
              </a:rPr>
              <a:t>政治</a:t>
            </a:r>
            <a:r>
              <a:rPr lang="zh-CN" altLang="en-US" b="1" dirty="0">
                <a:solidFill>
                  <a:srgbClr val="3333FF"/>
                </a:solidFill>
                <a:latin typeface="黑体" pitchFamily="49" charset="-122"/>
                <a:ea typeface="黑体" pitchFamily="49" charset="-122"/>
              </a:rPr>
              <a:t>思想：</a:t>
            </a:r>
            <a:r>
              <a:rPr lang="zh-CN" altLang="en-US" b="1" dirty="0">
                <a:solidFill>
                  <a:srgbClr val="3333FF"/>
                </a:solidFill>
                <a:latin typeface="楷体" pitchFamily="49" charset="-122"/>
                <a:ea typeface="楷体" pitchFamily="49" charset="-122"/>
              </a:rPr>
              <a:t>人们关于社会政治关系、政治制度和设施的观点、理论的总和</a:t>
            </a:r>
            <a:r>
              <a:rPr lang="zh-CN" altLang="en-US" b="1" dirty="0" smtClean="0">
                <a:solidFill>
                  <a:srgbClr val="3333FF"/>
                </a:solidFill>
                <a:latin typeface="楷体" pitchFamily="49" charset="-122"/>
                <a:ea typeface="楷体" pitchFamily="49" charset="-122"/>
              </a:rPr>
              <a:t>。</a:t>
            </a:r>
            <a:r>
              <a:rPr lang="zh-CN" altLang="en-US" b="1" dirty="0" smtClean="0">
                <a:solidFill>
                  <a:srgbClr val="3333FF"/>
                </a:solidFill>
                <a:latin typeface="黑体" pitchFamily="49" charset="-122"/>
                <a:ea typeface="黑体" pitchFamily="49" charset="-122"/>
              </a:rPr>
              <a:t>法律</a:t>
            </a:r>
            <a:r>
              <a:rPr lang="zh-CN" altLang="en-US" b="1" dirty="0">
                <a:solidFill>
                  <a:srgbClr val="3333FF"/>
                </a:solidFill>
                <a:latin typeface="黑体" pitchFamily="49" charset="-122"/>
                <a:ea typeface="黑体" pitchFamily="49" charset="-122"/>
              </a:rPr>
              <a:t>思想：</a:t>
            </a:r>
            <a:r>
              <a:rPr lang="zh-CN" altLang="en-US" b="1" dirty="0">
                <a:solidFill>
                  <a:srgbClr val="3333FF"/>
                </a:solidFill>
                <a:latin typeface="楷体" pitchFamily="49" charset="-122"/>
                <a:ea typeface="楷体" pitchFamily="49" charset="-122"/>
              </a:rPr>
              <a:t>人们关于法的关系、制度和设施的观点、理论的总和。</a:t>
            </a:r>
          </a:p>
        </p:txBody>
      </p:sp>
      <p:sp>
        <p:nvSpPr>
          <p:cNvPr id="24" name="矩形 748555"/>
          <p:cNvSpPr>
            <a:spLocks noChangeArrowheads="1"/>
          </p:cNvSpPr>
          <p:nvPr/>
        </p:nvSpPr>
        <p:spPr bwMode="auto">
          <a:xfrm>
            <a:off x="357158" y="4000504"/>
            <a:ext cx="8072494" cy="714380"/>
          </a:xfrm>
          <a:prstGeom prst="rect">
            <a:avLst/>
          </a:prstGeom>
          <a:solidFill>
            <a:srgbClr val="CCFFFF"/>
          </a:solidFill>
          <a:ln w="9525">
            <a:solidFill>
              <a:srgbClr val="FF9900"/>
            </a:solidFill>
            <a:miter lim="800000"/>
            <a:headEnd/>
            <a:tailEnd/>
          </a:ln>
        </p:spPr>
        <p:txBody>
          <a:bodyPr/>
          <a:lstStyle/>
          <a:p>
            <a:pPr eaLnBrk="1" hangingPunct="1">
              <a:lnSpc>
                <a:spcPct val="125000"/>
              </a:lnSpc>
            </a:pPr>
            <a:r>
              <a:rPr lang="zh-CN" altLang="en-US" b="1" dirty="0">
                <a:solidFill>
                  <a:srgbClr val="FF0000"/>
                </a:solidFill>
                <a:latin typeface="宋体" pitchFamily="2" charset="-122"/>
              </a:rPr>
              <a:t>道德：</a:t>
            </a:r>
            <a:r>
              <a:rPr lang="zh-CN" altLang="en-US" b="1" dirty="0">
                <a:solidFill>
                  <a:srgbClr val="3333FF"/>
                </a:solidFill>
                <a:latin typeface="楷体" pitchFamily="49" charset="-122"/>
                <a:ea typeface="楷体" pitchFamily="49" charset="-122"/>
              </a:rPr>
              <a:t>调整人们之间以及个人和社会之间的关系的行为规范的总和，是依靠社会舆论、人们的信念、习惯、传统和教育来起作用的精神力量</a:t>
            </a:r>
            <a:r>
              <a:rPr lang="zh-CN" altLang="en-US" b="1" dirty="0" smtClean="0">
                <a:solidFill>
                  <a:srgbClr val="3333FF"/>
                </a:solidFill>
                <a:latin typeface="楷体" pitchFamily="49" charset="-122"/>
                <a:ea typeface="楷体" pitchFamily="49" charset="-122"/>
              </a:rPr>
              <a:t>。</a:t>
            </a:r>
            <a:endParaRPr lang="zh-CN" altLang="en-US" b="1" dirty="0">
              <a:solidFill>
                <a:srgbClr val="3333FF"/>
              </a:solidFill>
              <a:latin typeface="楷体" pitchFamily="49" charset="-122"/>
              <a:ea typeface="楷体" pitchFamily="49" charset="-122"/>
            </a:endParaRPr>
          </a:p>
        </p:txBody>
      </p:sp>
      <p:sp>
        <p:nvSpPr>
          <p:cNvPr id="25" name="矩形 748556"/>
          <p:cNvSpPr>
            <a:spLocks noChangeArrowheads="1"/>
          </p:cNvSpPr>
          <p:nvPr/>
        </p:nvSpPr>
        <p:spPr bwMode="auto">
          <a:xfrm>
            <a:off x="357158" y="4786322"/>
            <a:ext cx="8072494" cy="428628"/>
          </a:xfrm>
          <a:prstGeom prst="rect">
            <a:avLst/>
          </a:prstGeom>
          <a:solidFill>
            <a:srgbClr val="CCFFFF"/>
          </a:solidFill>
          <a:ln w="9525">
            <a:solidFill>
              <a:srgbClr val="FF9900"/>
            </a:solidFill>
            <a:miter lim="800000"/>
            <a:headEnd/>
            <a:tailEnd/>
          </a:ln>
        </p:spPr>
        <p:txBody>
          <a:bodyPr/>
          <a:lstStyle/>
          <a:p>
            <a:pPr eaLnBrk="1" hangingPunct="1">
              <a:lnSpc>
                <a:spcPct val="125000"/>
              </a:lnSpc>
            </a:pPr>
            <a:r>
              <a:rPr lang="zh-CN" altLang="en-US" b="1">
                <a:solidFill>
                  <a:srgbClr val="FF0000"/>
                </a:solidFill>
                <a:latin typeface="宋体" pitchFamily="2" charset="-122"/>
              </a:rPr>
              <a:t>艺术：</a:t>
            </a:r>
            <a:r>
              <a:rPr lang="zh-CN" altLang="en-US" b="1">
                <a:solidFill>
                  <a:srgbClr val="3333FF"/>
                </a:solidFill>
                <a:latin typeface="楷体" pitchFamily="49" charset="-122"/>
                <a:ea typeface="楷体" pitchFamily="49" charset="-122"/>
              </a:rPr>
              <a:t>通过塑造具体生动的形象来反映社会生活的意识形式。</a:t>
            </a:r>
          </a:p>
        </p:txBody>
      </p:sp>
      <p:sp>
        <p:nvSpPr>
          <p:cNvPr id="26" name="矩形 748557"/>
          <p:cNvSpPr>
            <a:spLocks noChangeArrowheads="1"/>
          </p:cNvSpPr>
          <p:nvPr/>
        </p:nvSpPr>
        <p:spPr bwMode="auto">
          <a:xfrm>
            <a:off x="357158" y="5286388"/>
            <a:ext cx="8072494" cy="357190"/>
          </a:xfrm>
          <a:prstGeom prst="rect">
            <a:avLst/>
          </a:prstGeom>
          <a:solidFill>
            <a:srgbClr val="CCFFFF"/>
          </a:solidFill>
          <a:ln w="9525">
            <a:solidFill>
              <a:srgbClr val="FF9900"/>
            </a:solidFill>
            <a:miter lim="800000"/>
            <a:headEnd/>
            <a:tailEnd/>
          </a:ln>
        </p:spPr>
        <p:txBody>
          <a:bodyPr/>
          <a:lstStyle/>
          <a:p>
            <a:pPr eaLnBrk="1" hangingPunct="1">
              <a:lnSpc>
                <a:spcPct val="125000"/>
              </a:lnSpc>
            </a:pPr>
            <a:r>
              <a:rPr lang="zh-CN" altLang="en-US" b="1" dirty="0">
                <a:solidFill>
                  <a:srgbClr val="FF0000"/>
                </a:solidFill>
                <a:latin typeface="宋体" pitchFamily="2" charset="-122"/>
              </a:rPr>
              <a:t>宗教：</a:t>
            </a:r>
            <a:r>
              <a:rPr lang="zh-CN" altLang="en-US" b="1" dirty="0">
                <a:solidFill>
                  <a:srgbClr val="3333FF"/>
                </a:solidFill>
                <a:latin typeface="楷体" pitchFamily="49" charset="-122"/>
                <a:ea typeface="楷体" pitchFamily="49" charset="-122"/>
              </a:rPr>
              <a:t>支配人们的日常生活的外部力量和在人们头脑中的幻想的反映。</a:t>
            </a:r>
          </a:p>
        </p:txBody>
      </p:sp>
      <p:sp>
        <p:nvSpPr>
          <p:cNvPr id="27" name="矩形 748558"/>
          <p:cNvSpPr>
            <a:spLocks noChangeArrowheads="1"/>
          </p:cNvSpPr>
          <p:nvPr/>
        </p:nvSpPr>
        <p:spPr bwMode="auto">
          <a:xfrm>
            <a:off x="357158" y="5715016"/>
            <a:ext cx="8072494" cy="714380"/>
          </a:xfrm>
          <a:prstGeom prst="rect">
            <a:avLst/>
          </a:prstGeom>
          <a:solidFill>
            <a:srgbClr val="CCFFFF"/>
          </a:solidFill>
          <a:ln w="9525">
            <a:solidFill>
              <a:srgbClr val="FF9900"/>
            </a:solidFill>
            <a:miter lim="800000"/>
            <a:headEnd/>
            <a:tailEnd/>
          </a:ln>
        </p:spPr>
        <p:txBody>
          <a:bodyPr/>
          <a:lstStyle/>
          <a:p>
            <a:pPr eaLnBrk="1" hangingPunct="1">
              <a:lnSpc>
                <a:spcPct val="125000"/>
              </a:lnSpc>
            </a:pPr>
            <a:r>
              <a:rPr lang="zh-CN" altLang="en-US" b="1" dirty="0">
                <a:solidFill>
                  <a:srgbClr val="FF0000"/>
                </a:solidFill>
                <a:latin typeface="宋体" pitchFamily="2" charset="-122"/>
              </a:rPr>
              <a:t>哲学：</a:t>
            </a:r>
            <a:r>
              <a:rPr lang="zh-CN" altLang="en-US" b="1" dirty="0">
                <a:solidFill>
                  <a:srgbClr val="3333FF"/>
                </a:solidFill>
                <a:latin typeface="楷体" pitchFamily="49" charset="-122"/>
                <a:ea typeface="楷体" pitchFamily="49" charset="-122"/>
              </a:rPr>
              <a:t>理论化系统化的世界观，对自然知识、社会知识和思维知识的概括和总结，是世界观和方法论的统一。</a:t>
            </a:r>
          </a:p>
        </p:txBody>
      </p:sp>
      <p:sp>
        <p:nvSpPr>
          <p:cNvPr id="28" name="矩形 748576" descr="白色大理石"/>
          <p:cNvSpPr>
            <a:spLocks noChangeArrowheads="1" noChangeShapeType="1" noTextEdit="1"/>
          </p:cNvSpPr>
          <p:nvPr/>
        </p:nvSpPr>
        <p:spPr bwMode="auto">
          <a:xfrm>
            <a:off x="3214678" y="2571744"/>
            <a:ext cx="4503738" cy="384175"/>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kern="10" dirty="0">
                <a:ln w="9525">
                  <a:round/>
                  <a:headEnd/>
                  <a:tailEnd/>
                </a:ln>
                <a:blipFill dpi="0" rotWithShape="0">
                  <a:blip r:embed="rId2"/>
                  <a:srcRect/>
                  <a:tile tx="0" ty="0" sx="100000" sy="100000" flip="none" algn="tl"/>
                </a:blipFill>
                <a:latin typeface="宋体"/>
                <a:ea typeface="宋体"/>
              </a:rPr>
              <a:t>意识形态具有鲜明的阶级属性</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749572"/>
          <p:cNvSpPr>
            <a:spLocks noChangeArrowheads="1"/>
          </p:cNvSpPr>
          <p:nvPr/>
        </p:nvSpPr>
        <p:spPr bwMode="auto">
          <a:xfrm>
            <a:off x="214282" y="1000108"/>
            <a:ext cx="8726488" cy="431800"/>
          </a:xfrm>
          <a:prstGeom prst="rect">
            <a:avLst/>
          </a:prstGeom>
          <a:solidFill>
            <a:srgbClr val="B7E7D2"/>
          </a:solidFill>
          <a:ln w="9525">
            <a:noFill/>
            <a:miter lim="800000"/>
            <a:headEnd/>
            <a:tailEnd/>
          </a:ln>
          <a:effectLst>
            <a:outerShdw dist="53882" dir="2700000" algn="ctr" rotWithShape="0">
              <a:schemeClr val="bg2"/>
            </a:outerShdw>
          </a:effectLst>
        </p:spPr>
        <p:txBody>
          <a:bodyPr/>
          <a:lstStyle/>
          <a:p>
            <a:pPr eaLnBrk="1" hangingPunct="1">
              <a:lnSpc>
                <a:spcPct val="125000"/>
              </a:lnSpc>
              <a:spcBef>
                <a:spcPct val="20000"/>
              </a:spcBef>
            </a:pPr>
            <a:r>
              <a:rPr lang="en-US" altLang="zh-CN">
                <a:solidFill>
                  <a:srgbClr val="3333FF"/>
                </a:solidFill>
                <a:latin typeface="幼圆" pitchFamily="49" charset="-122"/>
                <a:ea typeface="幼圆" pitchFamily="49" charset="-122"/>
              </a:rPr>
              <a:t>  </a:t>
            </a:r>
            <a:r>
              <a:rPr lang="zh-CN" altLang="en-US" b="1">
                <a:solidFill>
                  <a:srgbClr val="3333FF"/>
                </a:solidFill>
                <a:latin typeface="幼圆" pitchFamily="49" charset="-122"/>
                <a:ea typeface="幼圆" pitchFamily="49" charset="-122"/>
              </a:rPr>
              <a:t>社会存在决定社会意识，社会意识是社会存在的反映，并反作用于社会存在。</a:t>
            </a:r>
          </a:p>
        </p:txBody>
      </p:sp>
      <p:sp>
        <p:nvSpPr>
          <p:cNvPr id="23555" name="矩形 749589"/>
          <p:cNvSpPr>
            <a:spLocks noChangeArrowheads="1"/>
          </p:cNvSpPr>
          <p:nvPr/>
        </p:nvSpPr>
        <p:spPr bwMode="auto">
          <a:xfrm>
            <a:off x="214282" y="285728"/>
            <a:ext cx="5472112" cy="561975"/>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400">
                <a:solidFill>
                  <a:srgbClr val="0000FF"/>
                </a:solidFill>
                <a:latin typeface="黑体" pitchFamily="49" charset="-122"/>
                <a:ea typeface="黑体" pitchFamily="49" charset="-122"/>
              </a:rPr>
              <a:t>（四）社会存在和社会意识的辩证关系</a:t>
            </a:r>
            <a:endParaRPr lang="zh-CN" altLang="en-US"/>
          </a:p>
        </p:txBody>
      </p:sp>
      <p:grpSp>
        <p:nvGrpSpPr>
          <p:cNvPr id="23556" name="组合 749591"/>
          <p:cNvGrpSpPr>
            <a:grpSpLocks/>
          </p:cNvGrpSpPr>
          <p:nvPr/>
        </p:nvGrpSpPr>
        <p:grpSpPr bwMode="auto">
          <a:xfrm>
            <a:off x="214282" y="1714488"/>
            <a:ext cx="3816350" cy="609600"/>
            <a:chOff x="1338" y="1109"/>
            <a:chExt cx="3696" cy="384"/>
          </a:xfrm>
        </p:grpSpPr>
        <p:sp>
          <p:nvSpPr>
            <p:cNvPr id="23566" name="圆角矩形 749592"/>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23567" name="文本框 749593"/>
            <p:cNvSpPr txBox="1">
              <a:spLocks noChangeArrowheads="1"/>
            </p:cNvSpPr>
            <p:nvPr/>
          </p:nvSpPr>
          <p:spPr bwMode="auto">
            <a:xfrm>
              <a:off x="1439" y="1122"/>
              <a:ext cx="3550" cy="290"/>
            </a:xfrm>
            <a:prstGeom prst="rect">
              <a:avLst/>
            </a:prstGeom>
            <a:noFill/>
            <a:ln w="9525">
              <a:noFill/>
              <a:miter lim="800000"/>
              <a:headEnd/>
              <a:tailEnd/>
            </a:ln>
          </p:spPr>
          <p:txBody>
            <a:bodyPr>
              <a:spAutoFit/>
            </a:bodyPr>
            <a:lstStyle/>
            <a:p>
              <a:pPr eaLnBrk="1" hangingPunct="1"/>
              <a:r>
                <a:rPr lang="en-US" altLang="zh-CN" sz="2400" b="1" dirty="0" smtClean="0">
                  <a:solidFill>
                    <a:schemeClr val="bg1"/>
                  </a:solidFill>
                  <a:latin typeface="楷体" pitchFamily="49" charset="-122"/>
                  <a:ea typeface="楷体" pitchFamily="49" charset="-122"/>
                </a:rPr>
                <a:t>1.</a:t>
              </a:r>
              <a:r>
                <a:rPr lang="zh-CN" altLang="en-US" sz="2400" b="1" dirty="0" smtClean="0">
                  <a:solidFill>
                    <a:schemeClr val="bg1"/>
                  </a:solidFill>
                  <a:latin typeface="楷体" pitchFamily="49" charset="-122"/>
                  <a:ea typeface="楷体" pitchFamily="49" charset="-122"/>
                </a:rPr>
                <a:t>社会存在</a:t>
              </a:r>
              <a:r>
                <a:rPr lang="zh-CN" altLang="en-US" sz="2400" b="1" dirty="0">
                  <a:solidFill>
                    <a:schemeClr val="bg1"/>
                  </a:solidFill>
                  <a:latin typeface="楷体" pitchFamily="49" charset="-122"/>
                  <a:ea typeface="楷体" pitchFamily="49" charset="-122"/>
                </a:rPr>
                <a:t>决定社会意识</a:t>
              </a:r>
            </a:p>
          </p:txBody>
        </p:sp>
      </p:grpSp>
      <p:sp>
        <p:nvSpPr>
          <p:cNvPr id="16" name="矩形 868354"/>
          <p:cNvSpPr>
            <a:spLocks noChangeArrowheads="1"/>
          </p:cNvSpPr>
          <p:nvPr/>
        </p:nvSpPr>
        <p:spPr bwMode="auto">
          <a:xfrm>
            <a:off x="214282" y="2500306"/>
            <a:ext cx="8643998" cy="861774"/>
          </a:xfrm>
          <a:prstGeom prst="rect">
            <a:avLst/>
          </a:prstGeom>
          <a:solidFill>
            <a:srgbClr val="FFFF99"/>
          </a:solidFill>
          <a:ln w="9525">
            <a:noFill/>
            <a:miter lim="800000"/>
            <a:headEnd/>
            <a:tailEnd/>
          </a:ln>
          <a:effectLst>
            <a:outerShdw dist="35921" dir="2700000" algn="ctr" rotWithShape="0">
              <a:schemeClr val="bg2"/>
            </a:outerShdw>
          </a:effectLst>
        </p:spPr>
        <p:txBody>
          <a:bodyPr wrap="square" anchor="ctr">
            <a:spAutoFit/>
          </a:bodyPr>
          <a:lstStyle/>
          <a:p>
            <a:pPr>
              <a:lnSpc>
                <a:spcPct val="125000"/>
              </a:lnSpc>
            </a:pPr>
            <a:r>
              <a:rPr lang="en-US" altLang="zh-CN" sz="2000" dirty="0"/>
              <a:t>   </a:t>
            </a:r>
            <a:r>
              <a:rPr lang="en-US" altLang="zh-CN" sz="2000" b="1" dirty="0" smtClean="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社会存在是社会意识内容的客观来源，社会意识是社会物质生活过程及其条件的主观反映  </a:t>
            </a:r>
          </a:p>
        </p:txBody>
      </p:sp>
      <p:sp>
        <p:nvSpPr>
          <p:cNvPr id="17" name="矩形 868355"/>
          <p:cNvSpPr>
            <a:spLocks noChangeArrowheads="1"/>
          </p:cNvSpPr>
          <p:nvPr/>
        </p:nvSpPr>
        <p:spPr bwMode="auto">
          <a:xfrm>
            <a:off x="214282" y="3571876"/>
            <a:ext cx="8643998" cy="477054"/>
          </a:xfrm>
          <a:prstGeom prst="rect">
            <a:avLst/>
          </a:prstGeom>
          <a:solidFill>
            <a:srgbClr val="FFFF99"/>
          </a:solidFill>
          <a:ln w="9525">
            <a:noFill/>
            <a:miter lim="800000"/>
            <a:headEnd/>
            <a:tailEnd/>
          </a:ln>
          <a:effectLst>
            <a:outerShdw dist="35921" dir="2700000" algn="ctr" rotWithShape="0">
              <a:schemeClr val="bg2"/>
            </a:outerShdw>
          </a:effectLst>
        </p:spPr>
        <p:txBody>
          <a:bodyPr wrap="square" anchor="ctr">
            <a:spAutoFit/>
          </a:bodyPr>
          <a:lstStyle/>
          <a:p>
            <a:pPr>
              <a:lnSpc>
                <a:spcPct val="125000"/>
              </a:lnSpc>
            </a:pPr>
            <a:r>
              <a:rPr lang="en-US" altLang="zh-CN" sz="2000" dirty="0">
                <a:solidFill>
                  <a:srgbClr val="990000"/>
                </a:solidFill>
                <a:latin typeface="楷体" pitchFamily="49" charset="-122"/>
                <a:ea typeface="楷体" pitchFamily="49" charset="-122"/>
              </a:rPr>
              <a:t>  </a:t>
            </a: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社会意识是人们社会物质交往的产物</a:t>
            </a:r>
          </a:p>
        </p:txBody>
      </p:sp>
      <p:sp>
        <p:nvSpPr>
          <p:cNvPr id="18" name="矩形 868356"/>
          <p:cNvSpPr>
            <a:spLocks noChangeArrowheads="1"/>
          </p:cNvSpPr>
          <p:nvPr/>
        </p:nvSpPr>
        <p:spPr bwMode="auto">
          <a:xfrm>
            <a:off x="214282" y="4286256"/>
            <a:ext cx="8643998" cy="477054"/>
          </a:xfrm>
          <a:prstGeom prst="rect">
            <a:avLst/>
          </a:prstGeom>
          <a:solidFill>
            <a:srgbClr val="FFFF99"/>
          </a:solidFill>
          <a:ln w="9525">
            <a:noFill/>
            <a:miter lim="800000"/>
            <a:headEnd/>
            <a:tailEnd/>
          </a:ln>
          <a:effectLst>
            <a:outerShdw dist="35921" dir="2700000" algn="ctr" rotWithShape="0">
              <a:schemeClr val="bg2"/>
            </a:outerShdw>
          </a:effectLst>
        </p:spPr>
        <p:txBody>
          <a:bodyPr wrap="square" anchor="ctr">
            <a:spAutoFit/>
          </a:bodyPr>
          <a:lstStyle/>
          <a:p>
            <a:pPr>
              <a:lnSpc>
                <a:spcPct val="125000"/>
              </a:lnSpc>
            </a:pPr>
            <a:r>
              <a:rPr lang="en-US" altLang="zh-CN" sz="2000" dirty="0">
                <a:solidFill>
                  <a:srgbClr val="990000"/>
                </a:solidFill>
                <a:latin typeface="楷体" pitchFamily="49" charset="-122"/>
                <a:ea typeface="楷体" pitchFamily="49" charset="-122"/>
              </a:rPr>
              <a:t>  </a:t>
            </a: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随着社会存在的发展，社会意识也相应地或迟或</a:t>
            </a:r>
            <a:r>
              <a:rPr lang="zh-CN" altLang="en-US" sz="2000" b="1" dirty="0" smtClean="0">
                <a:solidFill>
                  <a:srgbClr val="990000"/>
                </a:solidFill>
                <a:latin typeface="楷体" pitchFamily="49" charset="-122"/>
                <a:ea typeface="楷体" pitchFamily="49" charset="-122"/>
              </a:rPr>
              <a:t>早发生</a:t>
            </a:r>
            <a:r>
              <a:rPr lang="zh-CN" altLang="en-US" sz="2000" b="1" dirty="0">
                <a:solidFill>
                  <a:srgbClr val="990000"/>
                </a:solidFill>
                <a:latin typeface="楷体" pitchFamily="49" charset="-122"/>
                <a:ea typeface="楷体" pitchFamily="49" charset="-122"/>
              </a:rPr>
              <a:t>变化和发展</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6" name="组合 750632"/>
          <p:cNvGrpSpPr>
            <a:grpSpLocks/>
          </p:cNvGrpSpPr>
          <p:nvPr/>
        </p:nvGrpSpPr>
        <p:grpSpPr bwMode="auto">
          <a:xfrm>
            <a:off x="357158" y="785794"/>
            <a:ext cx="8496300" cy="5761037"/>
            <a:chOff x="295" y="164"/>
            <a:chExt cx="5352" cy="3901"/>
          </a:xfrm>
        </p:grpSpPr>
        <p:sp>
          <p:nvSpPr>
            <p:cNvPr id="26627" name="直接连接符 750633"/>
            <p:cNvSpPr>
              <a:spLocks noChangeShapeType="1"/>
            </p:cNvSpPr>
            <p:nvPr/>
          </p:nvSpPr>
          <p:spPr bwMode="auto">
            <a:xfrm>
              <a:off x="4649" y="1298"/>
              <a:ext cx="363" cy="0"/>
            </a:xfrm>
            <a:prstGeom prst="line">
              <a:avLst/>
            </a:prstGeom>
            <a:noFill/>
            <a:ln w="9525">
              <a:solidFill>
                <a:schemeClr val="tx1"/>
              </a:solidFill>
              <a:round/>
              <a:headEnd/>
              <a:tailEnd/>
            </a:ln>
          </p:spPr>
          <p:txBody>
            <a:bodyPr/>
            <a:lstStyle/>
            <a:p>
              <a:endParaRPr lang="zh-CN" altLang="en-US"/>
            </a:p>
          </p:txBody>
        </p:sp>
        <p:sp>
          <p:nvSpPr>
            <p:cNvPr id="26628" name="直接连接符 750634"/>
            <p:cNvSpPr>
              <a:spLocks noChangeShapeType="1"/>
            </p:cNvSpPr>
            <p:nvPr/>
          </p:nvSpPr>
          <p:spPr bwMode="auto">
            <a:xfrm>
              <a:off x="703" y="1888"/>
              <a:ext cx="181" cy="0"/>
            </a:xfrm>
            <a:prstGeom prst="line">
              <a:avLst/>
            </a:prstGeom>
            <a:noFill/>
            <a:ln w="9525">
              <a:solidFill>
                <a:schemeClr val="tx1"/>
              </a:solidFill>
              <a:round/>
              <a:headEnd/>
              <a:tailEnd/>
            </a:ln>
          </p:spPr>
          <p:txBody>
            <a:bodyPr/>
            <a:lstStyle/>
            <a:p>
              <a:endParaRPr lang="zh-CN" altLang="en-US"/>
            </a:p>
          </p:txBody>
        </p:sp>
        <p:sp>
          <p:nvSpPr>
            <p:cNvPr id="26629" name="直接连接符 750635"/>
            <p:cNvSpPr>
              <a:spLocks noChangeShapeType="1"/>
            </p:cNvSpPr>
            <p:nvPr/>
          </p:nvSpPr>
          <p:spPr bwMode="auto">
            <a:xfrm>
              <a:off x="893" y="3330"/>
              <a:ext cx="91" cy="0"/>
            </a:xfrm>
            <a:prstGeom prst="line">
              <a:avLst/>
            </a:prstGeom>
            <a:noFill/>
            <a:ln w="9525">
              <a:solidFill>
                <a:schemeClr val="tx1"/>
              </a:solidFill>
              <a:round/>
              <a:headEnd/>
              <a:tailEnd/>
            </a:ln>
          </p:spPr>
          <p:txBody>
            <a:bodyPr/>
            <a:lstStyle/>
            <a:p>
              <a:endParaRPr lang="zh-CN" altLang="en-US"/>
            </a:p>
          </p:txBody>
        </p:sp>
        <p:sp>
          <p:nvSpPr>
            <p:cNvPr id="26630" name="矩形 750636"/>
            <p:cNvSpPr>
              <a:spLocks noChangeArrowheads="1"/>
            </p:cNvSpPr>
            <p:nvPr/>
          </p:nvSpPr>
          <p:spPr bwMode="auto">
            <a:xfrm>
              <a:off x="295" y="436"/>
              <a:ext cx="408" cy="3176"/>
            </a:xfrm>
            <a:prstGeom prst="rect">
              <a:avLst/>
            </a:prstGeom>
            <a:solidFill>
              <a:schemeClr val="accent1"/>
            </a:solidFill>
            <a:ln w="9525">
              <a:solidFill>
                <a:schemeClr val="tx1"/>
              </a:solidFill>
              <a:miter lim="800000"/>
              <a:headEnd/>
              <a:tailEnd/>
            </a:ln>
          </p:spPr>
          <p:txBody>
            <a:bodyPr vert="eaVert" wrap="none" anchor="ctr"/>
            <a:lstStyle/>
            <a:p>
              <a:pPr algn="ctr" eaLnBrk="1" hangingPunct="1">
                <a:lnSpc>
                  <a:spcPct val="125000"/>
                </a:lnSpc>
              </a:pPr>
              <a:r>
                <a:rPr lang="zh-CN" altLang="en-US" sz="2400">
                  <a:solidFill>
                    <a:srgbClr val="FF0000"/>
                  </a:solidFill>
                  <a:ea typeface="幼圆" pitchFamily="49" charset="-122"/>
                </a:rPr>
                <a:t>社会意识具有相对独立性</a:t>
              </a:r>
            </a:p>
          </p:txBody>
        </p:sp>
        <p:sp>
          <p:nvSpPr>
            <p:cNvPr id="26631" name="矩形 750637"/>
            <p:cNvSpPr>
              <a:spLocks noChangeArrowheads="1"/>
            </p:cNvSpPr>
            <p:nvPr/>
          </p:nvSpPr>
          <p:spPr bwMode="auto">
            <a:xfrm>
              <a:off x="975" y="255"/>
              <a:ext cx="635" cy="317"/>
            </a:xfrm>
            <a:prstGeom prst="rect">
              <a:avLst/>
            </a:prstGeom>
            <a:solidFill>
              <a:schemeClr val="accent1"/>
            </a:solidFill>
            <a:ln w="9525">
              <a:solidFill>
                <a:schemeClr val="tx1"/>
              </a:solidFill>
              <a:miter lim="800000"/>
              <a:headEnd/>
              <a:tailEnd/>
            </a:ln>
          </p:spPr>
          <p:txBody>
            <a:bodyPr wrap="none" anchor="ctr"/>
            <a:lstStyle/>
            <a:p>
              <a:pPr algn="ctr" eaLnBrk="1" hangingPunct="1">
                <a:lnSpc>
                  <a:spcPct val="125000"/>
                </a:lnSpc>
              </a:pPr>
              <a:r>
                <a:rPr lang="zh-CN" altLang="en-US" sz="2000">
                  <a:solidFill>
                    <a:srgbClr val="990000"/>
                  </a:solidFill>
                  <a:latin typeface="楷体" pitchFamily="49" charset="-122"/>
                  <a:ea typeface="楷体" pitchFamily="49" charset="-122"/>
                </a:rPr>
                <a:t>含义</a:t>
              </a:r>
            </a:p>
          </p:txBody>
        </p:sp>
        <p:sp>
          <p:nvSpPr>
            <p:cNvPr id="26632" name="矩形 750638"/>
            <p:cNvSpPr>
              <a:spLocks noChangeArrowheads="1"/>
            </p:cNvSpPr>
            <p:nvPr/>
          </p:nvSpPr>
          <p:spPr bwMode="auto">
            <a:xfrm>
              <a:off x="1882" y="255"/>
              <a:ext cx="2858" cy="317"/>
            </a:xfrm>
            <a:prstGeom prst="rect">
              <a:avLst/>
            </a:prstGeom>
            <a:solidFill>
              <a:schemeClr val="accent1"/>
            </a:solidFill>
            <a:ln w="9525">
              <a:solidFill>
                <a:schemeClr val="tx1"/>
              </a:solidFill>
              <a:miter lim="800000"/>
              <a:headEnd/>
              <a:tailEnd/>
            </a:ln>
          </p:spPr>
          <p:txBody>
            <a:bodyPr wrap="none" anchor="ctr"/>
            <a:lstStyle/>
            <a:p>
              <a:pPr algn="ctr" eaLnBrk="1" hangingPunct="1">
                <a:lnSpc>
                  <a:spcPct val="125000"/>
                </a:lnSpc>
              </a:pPr>
              <a:r>
                <a:rPr lang="zh-CN" altLang="en-US" sz="2000">
                  <a:solidFill>
                    <a:srgbClr val="0000FF"/>
                  </a:solidFill>
                  <a:ea typeface="幼圆" pitchFamily="49" charset="-122"/>
                </a:rPr>
                <a:t>有自己特有的发展形式和规律</a:t>
              </a:r>
            </a:p>
          </p:txBody>
        </p:sp>
        <p:sp>
          <p:nvSpPr>
            <p:cNvPr id="26633" name="矩形 750639"/>
            <p:cNvSpPr>
              <a:spLocks noChangeArrowheads="1"/>
            </p:cNvSpPr>
            <p:nvPr/>
          </p:nvSpPr>
          <p:spPr bwMode="auto">
            <a:xfrm>
              <a:off x="1020" y="1026"/>
              <a:ext cx="635" cy="590"/>
            </a:xfrm>
            <a:prstGeom prst="rect">
              <a:avLst/>
            </a:prstGeom>
            <a:solidFill>
              <a:schemeClr val="accent1"/>
            </a:solidFill>
            <a:ln w="9525">
              <a:solidFill>
                <a:schemeClr val="tx1"/>
              </a:solidFill>
              <a:miter lim="800000"/>
              <a:headEnd/>
              <a:tailEnd/>
            </a:ln>
          </p:spPr>
          <p:txBody>
            <a:bodyPr wrap="none" anchor="ctr"/>
            <a:lstStyle/>
            <a:p>
              <a:pPr algn="ctr" eaLnBrk="1" hangingPunct="1">
                <a:lnSpc>
                  <a:spcPct val="125000"/>
                </a:lnSpc>
              </a:pPr>
              <a:r>
                <a:rPr lang="zh-CN" altLang="en-US" sz="2000">
                  <a:solidFill>
                    <a:srgbClr val="990000"/>
                  </a:solidFill>
                  <a:latin typeface="楷体" pitchFamily="49" charset="-122"/>
                  <a:ea typeface="楷体" pitchFamily="49" charset="-122"/>
                </a:rPr>
                <a:t>主要</a:t>
              </a:r>
            </a:p>
            <a:p>
              <a:pPr algn="ctr" eaLnBrk="1" hangingPunct="1">
                <a:lnSpc>
                  <a:spcPct val="125000"/>
                </a:lnSpc>
              </a:pPr>
              <a:r>
                <a:rPr lang="zh-CN" altLang="en-US" sz="2000">
                  <a:solidFill>
                    <a:srgbClr val="990000"/>
                  </a:solidFill>
                  <a:latin typeface="楷体" pitchFamily="49" charset="-122"/>
                  <a:ea typeface="楷体" pitchFamily="49" charset="-122"/>
                </a:rPr>
                <a:t>表现</a:t>
              </a:r>
            </a:p>
          </p:txBody>
        </p:sp>
        <p:sp>
          <p:nvSpPr>
            <p:cNvPr id="26634" name="矩形 750640"/>
            <p:cNvSpPr>
              <a:spLocks noChangeArrowheads="1"/>
            </p:cNvSpPr>
            <p:nvPr/>
          </p:nvSpPr>
          <p:spPr bwMode="auto">
            <a:xfrm>
              <a:off x="2018" y="754"/>
              <a:ext cx="2631" cy="272"/>
            </a:xfrm>
            <a:prstGeom prst="rect">
              <a:avLst/>
            </a:prstGeom>
            <a:solidFill>
              <a:schemeClr val="accent1"/>
            </a:solidFill>
            <a:ln w="9525">
              <a:solidFill>
                <a:schemeClr val="tx1"/>
              </a:solidFill>
              <a:miter lim="800000"/>
              <a:headEnd/>
              <a:tailEnd/>
            </a:ln>
          </p:spPr>
          <p:txBody>
            <a:bodyPr wrap="none" anchor="ctr"/>
            <a:lstStyle/>
            <a:p>
              <a:pPr algn="ctr" eaLnBrk="1" hangingPunct="1"/>
              <a:r>
                <a:rPr lang="zh-CN" altLang="en-US" sz="2000">
                  <a:solidFill>
                    <a:srgbClr val="990000"/>
                  </a:solidFill>
                  <a:latin typeface="楷体" pitchFamily="49" charset="-122"/>
                  <a:ea typeface="楷体" pitchFamily="49" charset="-122"/>
                </a:rPr>
                <a:t>与社会存在发展的不完全同步性</a:t>
              </a:r>
            </a:p>
          </p:txBody>
        </p:sp>
        <p:sp>
          <p:nvSpPr>
            <p:cNvPr id="26635" name="矩形 750641"/>
            <p:cNvSpPr>
              <a:spLocks noChangeArrowheads="1"/>
            </p:cNvSpPr>
            <p:nvPr/>
          </p:nvSpPr>
          <p:spPr bwMode="auto">
            <a:xfrm>
              <a:off x="2064" y="1162"/>
              <a:ext cx="2585" cy="272"/>
            </a:xfrm>
            <a:prstGeom prst="rect">
              <a:avLst/>
            </a:prstGeom>
            <a:solidFill>
              <a:schemeClr val="accent1"/>
            </a:solidFill>
            <a:ln w="9525">
              <a:solidFill>
                <a:schemeClr val="tx1"/>
              </a:solidFill>
              <a:miter lim="800000"/>
              <a:headEnd/>
              <a:tailEnd/>
            </a:ln>
          </p:spPr>
          <p:txBody>
            <a:bodyPr wrap="none" anchor="ctr"/>
            <a:lstStyle/>
            <a:p>
              <a:pPr algn="ctr" eaLnBrk="1" hangingPunct="1"/>
              <a:r>
                <a:rPr lang="zh-CN" altLang="en-US" sz="2000">
                  <a:solidFill>
                    <a:srgbClr val="990000"/>
                  </a:solidFill>
                  <a:latin typeface="楷体" pitchFamily="49" charset="-122"/>
                  <a:ea typeface="楷体" pitchFamily="49" charset="-122"/>
                </a:rPr>
                <a:t>与社会经济发展水平的不平衡性</a:t>
              </a:r>
            </a:p>
          </p:txBody>
        </p:sp>
        <p:sp>
          <p:nvSpPr>
            <p:cNvPr id="26636" name="矩形 750642"/>
            <p:cNvSpPr>
              <a:spLocks noChangeArrowheads="1"/>
            </p:cNvSpPr>
            <p:nvPr/>
          </p:nvSpPr>
          <p:spPr bwMode="auto">
            <a:xfrm>
              <a:off x="2109" y="1570"/>
              <a:ext cx="2540" cy="272"/>
            </a:xfrm>
            <a:prstGeom prst="rect">
              <a:avLst/>
            </a:prstGeom>
            <a:solidFill>
              <a:schemeClr val="accent1"/>
            </a:solidFill>
            <a:ln w="9525">
              <a:solidFill>
                <a:schemeClr val="tx1"/>
              </a:solidFill>
              <a:miter lim="800000"/>
              <a:headEnd/>
              <a:tailEnd/>
            </a:ln>
          </p:spPr>
          <p:txBody>
            <a:bodyPr wrap="none" anchor="ctr"/>
            <a:lstStyle/>
            <a:p>
              <a:pPr algn="ctr" eaLnBrk="1" hangingPunct="1"/>
              <a:r>
                <a:rPr lang="zh-CN" altLang="en-US">
                  <a:solidFill>
                    <a:srgbClr val="990000"/>
                  </a:solidFill>
                  <a:latin typeface="楷体" pitchFamily="49" charset="-122"/>
                  <a:ea typeface="楷体" pitchFamily="49" charset="-122"/>
                </a:rPr>
                <a:t>内部各种形式之间互相影响</a:t>
              </a:r>
              <a:endParaRPr lang="zh-CN" altLang="en-US" sz="2000">
                <a:solidFill>
                  <a:srgbClr val="990000"/>
                </a:solidFill>
                <a:latin typeface="楷体" pitchFamily="49" charset="-122"/>
                <a:ea typeface="楷体" pitchFamily="49" charset="-122"/>
              </a:endParaRPr>
            </a:p>
          </p:txBody>
        </p:sp>
        <p:sp>
          <p:nvSpPr>
            <p:cNvPr id="26637" name="矩形 750643"/>
            <p:cNvSpPr>
              <a:spLocks noChangeArrowheads="1"/>
            </p:cNvSpPr>
            <p:nvPr/>
          </p:nvSpPr>
          <p:spPr bwMode="auto">
            <a:xfrm>
              <a:off x="1973" y="1979"/>
              <a:ext cx="2721" cy="227"/>
            </a:xfrm>
            <a:prstGeom prst="rect">
              <a:avLst/>
            </a:prstGeom>
            <a:solidFill>
              <a:schemeClr val="accent1"/>
            </a:solidFill>
            <a:ln w="9525">
              <a:solidFill>
                <a:schemeClr val="tx1"/>
              </a:solidFill>
              <a:miter lim="800000"/>
              <a:headEnd/>
              <a:tailEnd/>
            </a:ln>
          </p:spPr>
          <p:txBody>
            <a:bodyPr wrap="none" anchor="ctr"/>
            <a:lstStyle/>
            <a:p>
              <a:pPr algn="ctr" eaLnBrk="1" hangingPunct="1">
                <a:lnSpc>
                  <a:spcPct val="125000"/>
                </a:lnSpc>
              </a:pPr>
              <a:r>
                <a:rPr lang="en-US" altLang="zh-CN"/>
                <a:t> </a:t>
              </a:r>
              <a:r>
                <a:rPr lang="zh-CN" altLang="en-US">
                  <a:solidFill>
                    <a:srgbClr val="990000"/>
                  </a:solidFill>
                  <a:latin typeface="楷体" pitchFamily="49" charset="-122"/>
                  <a:ea typeface="楷体" pitchFamily="49" charset="-122"/>
                </a:rPr>
                <a:t>各自具有历史继承性</a:t>
              </a:r>
            </a:p>
          </p:txBody>
        </p:sp>
        <p:sp>
          <p:nvSpPr>
            <p:cNvPr id="26638" name="矩形 750644"/>
            <p:cNvSpPr>
              <a:spLocks noChangeArrowheads="1"/>
            </p:cNvSpPr>
            <p:nvPr/>
          </p:nvSpPr>
          <p:spPr bwMode="auto">
            <a:xfrm>
              <a:off x="4967" y="164"/>
              <a:ext cx="680" cy="2359"/>
            </a:xfrm>
            <a:prstGeom prst="rect">
              <a:avLst/>
            </a:prstGeom>
            <a:solidFill>
              <a:schemeClr val="accent1"/>
            </a:solidFill>
            <a:ln w="9525">
              <a:solidFill>
                <a:schemeClr val="tx1"/>
              </a:solidFill>
              <a:miter lim="800000"/>
              <a:headEnd/>
              <a:tailEnd/>
            </a:ln>
          </p:spPr>
          <p:txBody>
            <a:bodyPr wrap="none" anchor="ctr"/>
            <a:lstStyle/>
            <a:p>
              <a:pPr eaLnBrk="1" hangingPunct="1">
                <a:lnSpc>
                  <a:spcPct val="125000"/>
                </a:lnSpc>
              </a:pPr>
              <a:r>
                <a:rPr lang="zh-CN" altLang="en-US">
                  <a:solidFill>
                    <a:srgbClr val="990000"/>
                  </a:solidFill>
                  <a:ea typeface="幼圆" pitchFamily="49" charset="-122"/>
                </a:rPr>
                <a:t>政治法律</a:t>
              </a:r>
            </a:p>
            <a:p>
              <a:pPr eaLnBrk="1" hangingPunct="1">
                <a:lnSpc>
                  <a:spcPct val="125000"/>
                </a:lnSpc>
              </a:pPr>
              <a:r>
                <a:rPr lang="zh-CN" altLang="en-US">
                  <a:solidFill>
                    <a:srgbClr val="990000"/>
                  </a:solidFill>
                  <a:ea typeface="幼圆" pitchFamily="49" charset="-122"/>
                </a:rPr>
                <a:t>思想是</a:t>
              </a:r>
            </a:p>
            <a:p>
              <a:pPr eaLnBrk="1" hangingPunct="1">
                <a:lnSpc>
                  <a:spcPct val="125000"/>
                </a:lnSpc>
              </a:pPr>
              <a:r>
                <a:rPr lang="zh-CN" altLang="en-US">
                  <a:solidFill>
                    <a:srgbClr val="990000"/>
                  </a:solidFill>
                  <a:ea typeface="幼圆" pitchFamily="49" charset="-122"/>
                </a:rPr>
                <a:t>核心，</a:t>
              </a:r>
            </a:p>
            <a:p>
              <a:pPr eaLnBrk="1" hangingPunct="1">
                <a:lnSpc>
                  <a:spcPct val="125000"/>
                </a:lnSpc>
              </a:pPr>
              <a:r>
                <a:rPr lang="zh-CN" altLang="en-US">
                  <a:solidFill>
                    <a:srgbClr val="990000"/>
                  </a:solidFill>
                  <a:ea typeface="幼圆" pitchFamily="49" charset="-122"/>
                </a:rPr>
                <a:t>决定整个</a:t>
              </a:r>
            </a:p>
            <a:p>
              <a:pPr eaLnBrk="1" hangingPunct="1">
                <a:lnSpc>
                  <a:spcPct val="125000"/>
                </a:lnSpc>
              </a:pPr>
              <a:r>
                <a:rPr lang="zh-CN" altLang="en-US">
                  <a:solidFill>
                    <a:srgbClr val="990000"/>
                  </a:solidFill>
                  <a:ea typeface="幼圆" pitchFamily="49" charset="-122"/>
                </a:rPr>
                <a:t>意识形态</a:t>
              </a:r>
            </a:p>
            <a:p>
              <a:pPr eaLnBrk="1" hangingPunct="1">
                <a:lnSpc>
                  <a:spcPct val="125000"/>
                </a:lnSpc>
              </a:pPr>
              <a:r>
                <a:rPr lang="zh-CN" altLang="en-US">
                  <a:solidFill>
                    <a:srgbClr val="990000"/>
                  </a:solidFill>
                  <a:ea typeface="幼圆" pitchFamily="49" charset="-122"/>
                </a:rPr>
                <a:t>的性质，</a:t>
              </a:r>
            </a:p>
            <a:p>
              <a:pPr eaLnBrk="1" hangingPunct="1">
                <a:lnSpc>
                  <a:spcPct val="125000"/>
                </a:lnSpc>
              </a:pPr>
              <a:r>
                <a:rPr lang="zh-CN" altLang="en-US">
                  <a:solidFill>
                    <a:srgbClr val="990000"/>
                  </a:solidFill>
                  <a:ea typeface="幼圆" pitchFamily="49" charset="-122"/>
                </a:rPr>
                <a:t>对其他意</a:t>
              </a:r>
            </a:p>
            <a:p>
              <a:pPr eaLnBrk="1" hangingPunct="1">
                <a:lnSpc>
                  <a:spcPct val="125000"/>
                </a:lnSpc>
              </a:pPr>
              <a:r>
                <a:rPr lang="zh-CN" altLang="en-US">
                  <a:solidFill>
                    <a:srgbClr val="990000"/>
                  </a:solidFill>
                  <a:ea typeface="幼圆" pitchFamily="49" charset="-122"/>
                </a:rPr>
                <a:t>识形式的</a:t>
              </a:r>
            </a:p>
            <a:p>
              <a:pPr eaLnBrk="1" hangingPunct="1">
                <a:lnSpc>
                  <a:spcPct val="125000"/>
                </a:lnSpc>
              </a:pPr>
              <a:r>
                <a:rPr lang="zh-CN" altLang="en-US">
                  <a:solidFill>
                    <a:srgbClr val="990000"/>
                  </a:solidFill>
                  <a:ea typeface="幼圆" pitchFamily="49" charset="-122"/>
                </a:rPr>
                <a:t>影响最大</a:t>
              </a:r>
            </a:p>
          </p:txBody>
        </p:sp>
        <p:sp>
          <p:nvSpPr>
            <p:cNvPr id="26639" name="矩形 750645"/>
            <p:cNvSpPr>
              <a:spLocks noChangeArrowheads="1"/>
            </p:cNvSpPr>
            <p:nvPr/>
          </p:nvSpPr>
          <p:spPr bwMode="auto">
            <a:xfrm>
              <a:off x="930" y="2840"/>
              <a:ext cx="635" cy="635"/>
            </a:xfrm>
            <a:prstGeom prst="rect">
              <a:avLst/>
            </a:prstGeom>
            <a:solidFill>
              <a:schemeClr val="accent1"/>
            </a:solidFill>
            <a:ln w="9525">
              <a:solidFill>
                <a:schemeClr val="tx1"/>
              </a:solidFill>
              <a:miter lim="800000"/>
              <a:headEnd/>
              <a:tailEnd/>
            </a:ln>
          </p:spPr>
          <p:txBody>
            <a:bodyPr wrap="none" anchor="ctr"/>
            <a:lstStyle/>
            <a:p>
              <a:pPr algn="ctr" eaLnBrk="1" hangingPunct="1"/>
              <a:r>
                <a:rPr lang="zh-CN" altLang="en-US" sz="2000">
                  <a:solidFill>
                    <a:srgbClr val="990000"/>
                  </a:solidFill>
                  <a:latin typeface="楷体" pitchFamily="49" charset="-122"/>
                  <a:ea typeface="楷体" pitchFamily="49" charset="-122"/>
                </a:rPr>
                <a:t>最突出</a:t>
              </a:r>
            </a:p>
            <a:p>
              <a:pPr algn="ctr" eaLnBrk="1" hangingPunct="1"/>
              <a:r>
                <a:rPr lang="zh-CN" altLang="en-US" sz="2000">
                  <a:solidFill>
                    <a:srgbClr val="990000"/>
                  </a:solidFill>
                  <a:latin typeface="楷体" pitchFamily="49" charset="-122"/>
                  <a:ea typeface="楷体" pitchFamily="49" charset="-122"/>
                </a:rPr>
                <a:t>表现</a:t>
              </a:r>
            </a:p>
          </p:txBody>
        </p:sp>
        <p:sp>
          <p:nvSpPr>
            <p:cNvPr id="26640" name="矩形 750646"/>
            <p:cNvSpPr>
              <a:spLocks noChangeArrowheads="1"/>
            </p:cNvSpPr>
            <p:nvPr/>
          </p:nvSpPr>
          <p:spPr bwMode="auto">
            <a:xfrm>
              <a:off x="1746" y="2931"/>
              <a:ext cx="635" cy="454"/>
            </a:xfrm>
            <a:prstGeom prst="rect">
              <a:avLst/>
            </a:prstGeom>
            <a:solidFill>
              <a:schemeClr val="accent1"/>
            </a:solidFill>
            <a:ln w="9525">
              <a:solidFill>
                <a:schemeClr val="tx1"/>
              </a:solidFill>
              <a:miter lim="800000"/>
              <a:headEnd/>
              <a:tailEnd/>
            </a:ln>
          </p:spPr>
          <p:txBody>
            <a:bodyPr wrap="none" anchor="ctr"/>
            <a:lstStyle/>
            <a:p>
              <a:pPr algn="ctr" eaLnBrk="1" hangingPunct="1"/>
              <a:r>
                <a:rPr lang="zh-CN" altLang="en-US" sz="2000">
                  <a:solidFill>
                    <a:srgbClr val="990000"/>
                  </a:solidFill>
                  <a:latin typeface="楷体" pitchFamily="49" charset="-122"/>
                  <a:ea typeface="楷体" pitchFamily="49" charset="-122"/>
                </a:rPr>
                <a:t>能动的</a:t>
              </a:r>
            </a:p>
            <a:p>
              <a:pPr algn="ctr" eaLnBrk="1" hangingPunct="1"/>
              <a:r>
                <a:rPr lang="zh-CN" altLang="en-US" sz="2000">
                  <a:solidFill>
                    <a:srgbClr val="990000"/>
                  </a:solidFill>
                  <a:latin typeface="楷体" pitchFamily="49" charset="-122"/>
                  <a:ea typeface="楷体" pitchFamily="49" charset="-122"/>
                </a:rPr>
                <a:t>反作用</a:t>
              </a:r>
            </a:p>
          </p:txBody>
        </p:sp>
        <p:sp>
          <p:nvSpPr>
            <p:cNvPr id="26641" name="矩形 750647"/>
            <p:cNvSpPr>
              <a:spLocks noChangeArrowheads="1"/>
            </p:cNvSpPr>
            <p:nvPr/>
          </p:nvSpPr>
          <p:spPr bwMode="auto">
            <a:xfrm>
              <a:off x="2880" y="2251"/>
              <a:ext cx="1859" cy="454"/>
            </a:xfrm>
            <a:prstGeom prst="rect">
              <a:avLst/>
            </a:prstGeom>
            <a:solidFill>
              <a:schemeClr val="accent1"/>
            </a:solidFill>
            <a:ln w="9525">
              <a:solidFill>
                <a:schemeClr val="tx1"/>
              </a:solidFill>
              <a:miter lim="800000"/>
              <a:headEnd/>
              <a:tailEnd/>
            </a:ln>
          </p:spPr>
          <p:txBody>
            <a:bodyPr wrap="none" anchor="ctr"/>
            <a:lstStyle/>
            <a:p>
              <a:pPr algn="ctr" eaLnBrk="1" hangingPunct="1">
                <a:lnSpc>
                  <a:spcPct val="125000"/>
                </a:lnSpc>
              </a:pPr>
              <a:r>
                <a:rPr lang="zh-CN" altLang="en-US" sz="2000">
                  <a:solidFill>
                    <a:srgbClr val="990000"/>
                  </a:solidFill>
                  <a:latin typeface="楷体" pitchFamily="49" charset="-122"/>
                  <a:ea typeface="楷体" pitchFamily="49" charset="-122"/>
                </a:rPr>
                <a:t>先进的社会意识促进</a:t>
              </a:r>
            </a:p>
            <a:p>
              <a:pPr algn="ctr" eaLnBrk="1" hangingPunct="1">
                <a:lnSpc>
                  <a:spcPct val="125000"/>
                </a:lnSpc>
              </a:pPr>
              <a:r>
                <a:rPr lang="zh-CN" altLang="en-US" sz="2000">
                  <a:solidFill>
                    <a:srgbClr val="990000"/>
                  </a:solidFill>
                  <a:latin typeface="楷体" pitchFamily="49" charset="-122"/>
                  <a:ea typeface="楷体" pitchFamily="49" charset="-122"/>
                </a:rPr>
                <a:t>社会进步和发展</a:t>
              </a:r>
            </a:p>
          </p:txBody>
        </p:sp>
        <p:sp>
          <p:nvSpPr>
            <p:cNvPr id="26642" name="矩形 750648"/>
            <p:cNvSpPr>
              <a:spLocks noChangeArrowheads="1"/>
            </p:cNvSpPr>
            <p:nvPr/>
          </p:nvSpPr>
          <p:spPr bwMode="auto">
            <a:xfrm>
              <a:off x="2860" y="2886"/>
              <a:ext cx="2288" cy="499"/>
            </a:xfrm>
            <a:prstGeom prst="rect">
              <a:avLst/>
            </a:prstGeom>
            <a:solidFill>
              <a:schemeClr val="accent1"/>
            </a:solidFill>
            <a:ln w="9525">
              <a:solidFill>
                <a:schemeClr val="tx1"/>
              </a:solidFill>
              <a:miter lim="800000"/>
              <a:headEnd/>
              <a:tailEnd/>
            </a:ln>
          </p:spPr>
          <p:txBody>
            <a:bodyPr wrap="none" anchor="ctr"/>
            <a:lstStyle/>
            <a:p>
              <a:pPr algn="ctr" eaLnBrk="1" hangingPunct="1">
                <a:lnSpc>
                  <a:spcPct val="125000"/>
                </a:lnSpc>
              </a:pPr>
              <a:r>
                <a:rPr lang="zh-CN" altLang="en-US" sz="2000" dirty="0">
                  <a:solidFill>
                    <a:srgbClr val="990000"/>
                  </a:solidFill>
                  <a:latin typeface="楷体" pitchFamily="49" charset="-122"/>
                  <a:ea typeface="楷体" pitchFamily="49" charset="-122"/>
                </a:rPr>
                <a:t>落后的社会意识</a:t>
              </a:r>
            </a:p>
            <a:p>
              <a:pPr algn="ctr" eaLnBrk="1" hangingPunct="1">
                <a:lnSpc>
                  <a:spcPct val="125000"/>
                </a:lnSpc>
              </a:pPr>
              <a:r>
                <a:rPr lang="zh-CN" altLang="en-US" sz="2000" dirty="0">
                  <a:solidFill>
                    <a:srgbClr val="990000"/>
                  </a:solidFill>
                  <a:latin typeface="楷体" pitchFamily="49" charset="-122"/>
                  <a:ea typeface="楷体" pitchFamily="49" charset="-122"/>
                </a:rPr>
                <a:t>阻碍、延缓社会历史发展</a:t>
              </a:r>
            </a:p>
          </p:txBody>
        </p:sp>
        <p:sp>
          <p:nvSpPr>
            <p:cNvPr id="26643" name="矩形 750649"/>
            <p:cNvSpPr>
              <a:spLocks noChangeArrowheads="1"/>
            </p:cNvSpPr>
            <p:nvPr/>
          </p:nvSpPr>
          <p:spPr bwMode="auto">
            <a:xfrm>
              <a:off x="2925" y="3566"/>
              <a:ext cx="2223" cy="499"/>
            </a:xfrm>
            <a:prstGeom prst="rect">
              <a:avLst/>
            </a:prstGeom>
            <a:solidFill>
              <a:schemeClr val="accent1"/>
            </a:solidFill>
            <a:ln w="9525">
              <a:solidFill>
                <a:schemeClr val="tx1"/>
              </a:solidFill>
              <a:miter lim="800000"/>
              <a:headEnd/>
              <a:tailEnd/>
            </a:ln>
          </p:spPr>
          <p:txBody>
            <a:bodyPr wrap="none" anchor="ctr"/>
            <a:lstStyle/>
            <a:p>
              <a:pPr algn="ctr" eaLnBrk="1" hangingPunct="1">
                <a:lnSpc>
                  <a:spcPct val="125000"/>
                </a:lnSpc>
              </a:pPr>
              <a:r>
                <a:rPr lang="zh-CN" altLang="en-US" sz="2000">
                  <a:solidFill>
                    <a:srgbClr val="990000"/>
                  </a:solidFill>
                  <a:latin typeface="楷体" pitchFamily="49" charset="-122"/>
                  <a:ea typeface="楷体" pitchFamily="49" charset="-122"/>
                </a:rPr>
                <a:t>对社会存在反作用的</a:t>
              </a:r>
            </a:p>
            <a:p>
              <a:pPr algn="ctr" eaLnBrk="1" hangingPunct="1">
                <a:lnSpc>
                  <a:spcPct val="125000"/>
                </a:lnSpc>
              </a:pPr>
              <a:r>
                <a:rPr lang="zh-CN" altLang="en-US" sz="2000">
                  <a:solidFill>
                    <a:srgbClr val="990000"/>
                  </a:solidFill>
                  <a:latin typeface="楷体" pitchFamily="49" charset="-122"/>
                  <a:ea typeface="楷体" pitchFamily="49" charset="-122"/>
                </a:rPr>
                <a:t>程度和时间各不相同</a:t>
              </a:r>
            </a:p>
          </p:txBody>
        </p:sp>
        <p:sp>
          <p:nvSpPr>
            <p:cNvPr id="26644" name="直接连接符 750650"/>
            <p:cNvSpPr>
              <a:spLocks noChangeShapeType="1"/>
            </p:cNvSpPr>
            <p:nvPr/>
          </p:nvSpPr>
          <p:spPr bwMode="auto">
            <a:xfrm>
              <a:off x="884" y="436"/>
              <a:ext cx="0" cy="2903"/>
            </a:xfrm>
            <a:prstGeom prst="line">
              <a:avLst/>
            </a:prstGeom>
            <a:noFill/>
            <a:ln w="9525">
              <a:solidFill>
                <a:schemeClr val="tx1"/>
              </a:solidFill>
              <a:round/>
              <a:headEnd/>
              <a:tailEnd/>
            </a:ln>
          </p:spPr>
          <p:txBody>
            <a:bodyPr/>
            <a:lstStyle/>
            <a:p>
              <a:endParaRPr lang="zh-CN" altLang="en-US"/>
            </a:p>
          </p:txBody>
        </p:sp>
        <p:sp>
          <p:nvSpPr>
            <p:cNvPr id="26645" name="直接连接符 750651"/>
            <p:cNvSpPr>
              <a:spLocks noChangeShapeType="1"/>
            </p:cNvSpPr>
            <p:nvPr/>
          </p:nvSpPr>
          <p:spPr bwMode="auto">
            <a:xfrm>
              <a:off x="884" y="1344"/>
              <a:ext cx="136" cy="0"/>
            </a:xfrm>
            <a:prstGeom prst="line">
              <a:avLst/>
            </a:prstGeom>
            <a:noFill/>
            <a:ln w="9525">
              <a:solidFill>
                <a:schemeClr val="tx1"/>
              </a:solidFill>
              <a:round/>
              <a:headEnd/>
              <a:tailEnd/>
            </a:ln>
          </p:spPr>
          <p:txBody>
            <a:bodyPr/>
            <a:lstStyle/>
            <a:p>
              <a:endParaRPr lang="zh-CN" altLang="en-US"/>
            </a:p>
          </p:txBody>
        </p:sp>
        <p:sp>
          <p:nvSpPr>
            <p:cNvPr id="26646" name="直接连接符 750652"/>
            <p:cNvSpPr>
              <a:spLocks noChangeShapeType="1"/>
            </p:cNvSpPr>
            <p:nvPr/>
          </p:nvSpPr>
          <p:spPr bwMode="auto">
            <a:xfrm>
              <a:off x="884" y="436"/>
              <a:ext cx="91" cy="0"/>
            </a:xfrm>
            <a:prstGeom prst="line">
              <a:avLst/>
            </a:prstGeom>
            <a:noFill/>
            <a:ln w="9525">
              <a:solidFill>
                <a:schemeClr val="tx1"/>
              </a:solidFill>
              <a:round/>
              <a:headEnd/>
              <a:tailEnd/>
            </a:ln>
          </p:spPr>
          <p:txBody>
            <a:bodyPr/>
            <a:lstStyle/>
            <a:p>
              <a:endParaRPr lang="zh-CN" altLang="en-US"/>
            </a:p>
          </p:txBody>
        </p:sp>
        <p:sp>
          <p:nvSpPr>
            <p:cNvPr id="26647" name="直接连接符 750653"/>
            <p:cNvSpPr>
              <a:spLocks noChangeShapeType="1"/>
            </p:cNvSpPr>
            <p:nvPr/>
          </p:nvSpPr>
          <p:spPr bwMode="auto">
            <a:xfrm>
              <a:off x="1610" y="436"/>
              <a:ext cx="272" cy="0"/>
            </a:xfrm>
            <a:prstGeom prst="line">
              <a:avLst/>
            </a:prstGeom>
            <a:noFill/>
            <a:ln w="9525">
              <a:solidFill>
                <a:schemeClr val="tx1"/>
              </a:solidFill>
              <a:round/>
              <a:headEnd/>
              <a:tailEnd/>
            </a:ln>
          </p:spPr>
          <p:txBody>
            <a:bodyPr/>
            <a:lstStyle/>
            <a:p>
              <a:endParaRPr lang="zh-CN" altLang="en-US"/>
            </a:p>
          </p:txBody>
        </p:sp>
        <p:sp>
          <p:nvSpPr>
            <p:cNvPr id="26648" name="直接连接符 750654"/>
            <p:cNvSpPr>
              <a:spLocks noChangeShapeType="1"/>
            </p:cNvSpPr>
            <p:nvPr/>
          </p:nvSpPr>
          <p:spPr bwMode="auto">
            <a:xfrm>
              <a:off x="1746" y="845"/>
              <a:ext cx="0" cy="1270"/>
            </a:xfrm>
            <a:prstGeom prst="line">
              <a:avLst/>
            </a:prstGeom>
            <a:noFill/>
            <a:ln w="9525">
              <a:solidFill>
                <a:schemeClr val="tx1"/>
              </a:solidFill>
              <a:round/>
              <a:headEnd/>
              <a:tailEnd/>
            </a:ln>
          </p:spPr>
          <p:txBody>
            <a:bodyPr/>
            <a:lstStyle/>
            <a:p>
              <a:endParaRPr lang="zh-CN" altLang="en-US"/>
            </a:p>
          </p:txBody>
        </p:sp>
        <p:sp>
          <p:nvSpPr>
            <p:cNvPr id="26649" name="直接连接符 750655"/>
            <p:cNvSpPr>
              <a:spLocks noChangeShapeType="1"/>
            </p:cNvSpPr>
            <p:nvPr/>
          </p:nvSpPr>
          <p:spPr bwMode="auto">
            <a:xfrm>
              <a:off x="1701" y="1298"/>
              <a:ext cx="318" cy="0"/>
            </a:xfrm>
            <a:prstGeom prst="line">
              <a:avLst/>
            </a:prstGeom>
            <a:noFill/>
            <a:ln w="9525">
              <a:solidFill>
                <a:schemeClr val="tx1"/>
              </a:solidFill>
              <a:round/>
              <a:headEnd/>
              <a:tailEnd/>
            </a:ln>
          </p:spPr>
          <p:txBody>
            <a:bodyPr/>
            <a:lstStyle/>
            <a:p>
              <a:endParaRPr lang="zh-CN" altLang="en-US"/>
            </a:p>
          </p:txBody>
        </p:sp>
        <p:sp>
          <p:nvSpPr>
            <p:cNvPr id="26650" name="直接连接符 750656"/>
            <p:cNvSpPr>
              <a:spLocks noChangeShapeType="1"/>
            </p:cNvSpPr>
            <p:nvPr/>
          </p:nvSpPr>
          <p:spPr bwMode="auto">
            <a:xfrm>
              <a:off x="1746" y="845"/>
              <a:ext cx="227" cy="0"/>
            </a:xfrm>
            <a:prstGeom prst="line">
              <a:avLst/>
            </a:prstGeom>
            <a:noFill/>
            <a:ln w="9525">
              <a:solidFill>
                <a:schemeClr val="tx1"/>
              </a:solidFill>
              <a:round/>
              <a:headEnd/>
              <a:tailEnd/>
            </a:ln>
          </p:spPr>
          <p:txBody>
            <a:bodyPr/>
            <a:lstStyle/>
            <a:p>
              <a:endParaRPr lang="zh-CN" altLang="en-US"/>
            </a:p>
          </p:txBody>
        </p:sp>
        <p:sp>
          <p:nvSpPr>
            <p:cNvPr id="26651" name="直接连接符 750657"/>
            <p:cNvSpPr>
              <a:spLocks noChangeShapeType="1"/>
            </p:cNvSpPr>
            <p:nvPr/>
          </p:nvSpPr>
          <p:spPr bwMode="auto">
            <a:xfrm>
              <a:off x="1746" y="1706"/>
              <a:ext cx="363" cy="0"/>
            </a:xfrm>
            <a:prstGeom prst="line">
              <a:avLst/>
            </a:prstGeom>
            <a:noFill/>
            <a:ln w="9525">
              <a:solidFill>
                <a:schemeClr val="tx1"/>
              </a:solidFill>
              <a:round/>
              <a:headEnd/>
              <a:tailEnd/>
            </a:ln>
          </p:spPr>
          <p:txBody>
            <a:bodyPr/>
            <a:lstStyle/>
            <a:p>
              <a:endParaRPr lang="zh-CN" altLang="en-US"/>
            </a:p>
          </p:txBody>
        </p:sp>
        <p:sp>
          <p:nvSpPr>
            <p:cNvPr id="26652" name="直接连接符 750658"/>
            <p:cNvSpPr>
              <a:spLocks noChangeShapeType="1"/>
            </p:cNvSpPr>
            <p:nvPr/>
          </p:nvSpPr>
          <p:spPr bwMode="auto">
            <a:xfrm flipV="1">
              <a:off x="1746" y="2115"/>
              <a:ext cx="227" cy="8"/>
            </a:xfrm>
            <a:prstGeom prst="line">
              <a:avLst/>
            </a:prstGeom>
            <a:noFill/>
            <a:ln w="9525">
              <a:solidFill>
                <a:schemeClr val="tx1"/>
              </a:solidFill>
              <a:round/>
              <a:headEnd/>
              <a:tailEnd/>
            </a:ln>
          </p:spPr>
          <p:txBody>
            <a:bodyPr/>
            <a:lstStyle/>
            <a:p>
              <a:endParaRPr lang="zh-CN" altLang="en-US"/>
            </a:p>
          </p:txBody>
        </p:sp>
        <p:sp>
          <p:nvSpPr>
            <p:cNvPr id="26653" name="直接连接符 750659"/>
            <p:cNvSpPr>
              <a:spLocks noChangeShapeType="1"/>
            </p:cNvSpPr>
            <p:nvPr/>
          </p:nvSpPr>
          <p:spPr bwMode="auto">
            <a:xfrm>
              <a:off x="4830" y="835"/>
              <a:ext cx="0" cy="1270"/>
            </a:xfrm>
            <a:prstGeom prst="line">
              <a:avLst/>
            </a:prstGeom>
            <a:noFill/>
            <a:ln w="9525">
              <a:solidFill>
                <a:schemeClr val="tx1"/>
              </a:solidFill>
              <a:round/>
              <a:headEnd/>
              <a:tailEnd/>
            </a:ln>
          </p:spPr>
          <p:txBody>
            <a:bodyPr/>
            <a:lstStyle/>
            <a:p>
              <a:endParaRPr lang="zh-CN" altLang="en-US"/>
            </a:p>
          </p:txBody>
        </p:sp>
        <p:sp>
          <p:nvSpPr>
            <p:cNvPr id="26654" name="直接连接符 750660"/>
            <p:cNvSpPr>
              <a:spLocks noChangeShapeType="1"/>
            </p:cNvSpPr>
            <p:nvPr/>
          </p:nvSpPr>
          <p:spPr bwMode="auto">
            <a:xfrm flipH="1">
              <a:off x="4694" y="2115"/>
              <a:ext cx="136" cy="0"/>
            </a:xfrm>
            <a:prstGeom prst="line">
              <a:avLst/>
            </a:prstGeom>
            <a:noFill/>
            <a:ln w="9525">
              <a:solidFill>
                <a:schemeClr val="tx1"/>
              </a:solidFill>
              <a:round/>
              <a:headEnd/>
              <a:tailEnd/>
            </a:ln>
          </p:spPr>
          <p:txBody>
            <a:bodyPr/>
            <a:lstStyle/>
            <a:p>
              <a:endParaRPr lang="zh-CN" altLang="en-US"/>
            </a:p>
          </p:txBody>
        </p:sp>
        <p:sp>
          <p:nvSpPr>
            <p:cNvPr id="26655" name="直接连接符 750661"/>
            <p:cNvSpPr>
              <a:spLocks noChangeShapeType="1"/>
            </p:cNvSpPr>
            <p:nvPr/>
          </p:nvSpPr>
          <p:spPr bwMode="auto">
            <a:xfrm flipH="1">
              <a:off x="4649" y="1706"/>
              <a:ext cx="181" cy="0"/>
            </a:xfrm>
            <a:prstGeom prst="line">
              <a:avLst/>
            </a:prstGeom>
            <a:noFill/>
            <a:ln w="9525">
              <a:solidFill>
                <a:schemeClr val="tx1"/>
              </a:solidFill>
              <a:round/>
              <a:headEnd/>
              <a:tailEnd/>
            </a:ln>
          </p:spPr>
          <p:txBody>
            <a:bodyPr/>
            <a:lstStyle/>
            <a:p>
              <a:endParaRPr lang="zh-CN" altLang="en-US"/>
            </a:p>
          </p:txBody>
        </p:sp>
        <p:sp>
          <p:nvSpPr>
            <p:cNvPr id="26656" name="直接连接符 750662"/>
            <p:cNvSpPr>
              <a:spLocks noChangeShapeType="1"/>
            </p:cNvSpPr>
            <p:nvPr/>
          </p:nvSpPr>
          <p:spPr bwMode="auto">
            <a:xfrm flipH="1">
              <a:off x="4694" y="845"/>
              <a:ext cx="136" cy="0"/>
            </a:xfrm>
            <a:prstGeom prst="line">
              <a:avLst/>
            </a:prstGeom>
            <a:noFill/>
            <a:ln w="9525">
              <a:solidFill>
                <a:schemeClr val="tx1"/>
              </a:solidFill>
              <a:round/>
              <a:headEnd/>
              <a:tailEnd/>
            </a:ln>
          </p:spPr>
          <p:txBody>
            <a:bodyPr/>
            <a:lstStyle/>
            <a:p>
              <a:endParaRPr lang="zh-CN" altLang="en-US"/>
            </a:p>
          </p:txBody>
        </p:sp>
        <p:sp>
          <p:nvSpPr>
            <p:cNvPr id="26657" name="直接连接符 750663"/>
            <p:cNvSpPr>
              <a:spLocks noChangeShapeType="1"/>
            </p:cNvSpPr>
            <p:nvPr/>
          </p:nvSpPr>
          <p:spPr bwMode="auto">
            <a:xfrm>
              <a:off x="1565" y="3158"/>
              <a:ext cx="181" cy="0"/>
            </a:xfrm>
            <a:prstGeom prst="line">
              <a:avLst/>
            </a:prstGeom>
            <a:noFill/>
            <a:ln w="9525">
              <a:solidFill>
                <a:schemeClr val="tx1"/>
              </a:solidFill>
              <a:round/>
              <a:headEnd/>
              <a:tailEnd/>
            </a:ln>
          </p:spPr>
          <p:txBody>
            <a:bodyPr/>
            <a:lstStyle/>
            <a:p>
              <a:endParaRPr lang="zh-CN" altLang="en-US"/>
            </a:p>
          </p:txBody>
        </p:sp>
        <p:sp>
          <p:nvSpPr>
            <p:cNvPr id="26658" name="直接连接符 750664"/>
            <p:cNvSpPr>
              <a:spLocks noChangeShapeType="1"/>
            </p:cNvSpPr>
            <p:nvPr/>
          </p:nvSpPr>
          <p:spPr bwMode="auto">
            <a:xfrm>
              <a:off x="2608" y="2478"/>
              <a:ext cx="0" cy="1315"/>
            </a:xfrm>
            <a:prstGeom prst="line">
              <a:avLst/>
            </a:prstGeom>
            <a:noFill/>
            <a:ln w="9525">
              <a:solidFill>
                <a:schemeClr val="tx1"/>
              </a:solidFill>
              <a:round/>
              <a:headEnd/>
              <a:tailEnd/>
            </a:ln>
          </p:spPr>
          <p:txBody>
            <a:bodyPr/>
            <a:lstStyle/>
            <a:p>
              <a:endParaRPr lang="zh-CN" altLang="en-US"/>
            </a:p>
          </p:txBody>
        </p:sp>
        <p:sp>
          <p:nvSpPr>
            <p:cNvPr id="26659" name="直接连接符 750665"/>
            <p:cNvSpPr>
              <a:spLocks noChangeShapeType="1"/>
            </p:cNvSpPr>
            <p:nvPr/>
          </p:nvSpPr>
          <p:spPr bwMode="auto">
            <a:xfrm>
              <a:off x="2381" y="3158"/>
              <a:ext cx="454" cy="0"/>
            </a:xfrm>
            <a:prstGeom prst="line">
              <a:avLst/>
            </a:prstGeom>
            <a:noFill/>
            <a:ln w="9525">
              <a:solidFill>
                <a:schemeClr val="tx1"/>
              </a:solidFill>
              <a:round/>
              <a:headEnd/>
              <a:tailEnd/>
            </a:ln>
          </p:spPr>
          <p:txBody>
            <a:bodyPr/>
            <a:lstStyle/>
            <a:p>
              <a:endParaRPr lang="zh-CN" altLang="en-US"/>
            </a:p>
          </p:txBody>
        </p:sp>
        <p:sp>
          <p:nvSpPr>
            <p:cNvPr id="26660" name="直接连接符 750666"/>
            <p:cNvSpPr>
              <a:spLocks noChangeShapeType="1"/>
            </p:cNvSpPr>
            <p:nvPr/>
          </p:nvSpPr>
          <p:spPr bwMode="auto">
            <a:xfrm>
              <a:off x="2608" y="2487"/>
              <a:ext cx="272" cy="0"/>
            </a:xfrm>
            <a:prstGeom prst="line">
              <a:avLst/>
            </a:prstGeom>
            <a:noFill/>
            <a:ln w="9525">
              <a:solidFill>
                <a:schemeClr val="tx1"/>
              </a:solidFill>
              <a:round/>
              <a:headEnd/>
              <a:tailEnd/>
            </a:ln>
          </p:spPr>
          <p:txBody>
            <a:bodyPr/>
            <a:lstStyle/>
            <a:p>
              <a:endParaRPr lang="zh-CN" altLang="en-US"/>
            </a:p>
          </p:txBody>
        </p:sp>
        <p:sp>
          <p:nvSpPr>
            <p:cNvPr id="26661" name="直接连接符 750667"/>
            <p:cNvSpPr>
              <a:spLocks noChangeShapeType="1"/>
            </p:cNvSpPr>
            <p:nvPr/>
          </p:nvSpPr>
          <p:spPr bwMode="auto">
            <a:xfrm>
              <a:off x="2608" y="3793"/>
              <a:ext cx="317" cy="0"/>
            </a:xfrm>
            <a:prstGeom prst="line">
              <a:avLst/>
            </a:prstGeom>
            <a:noFill/>
            <a:ln w="9525">
              <a:solidFill>
                <a:schemeClr val="tx1"/>
              </a:solidFill>
              <a:round/>
              <a:headEnd/>
              <a:tailEnd/>
            </a:ln>
          </p:spPr>
          <p:txBody>
            <a:bodyPr/>
            <a:lstStyle/>
            <a:p>
              <a:endParaRPr lang="zh-CN" altLang="en-US"/>
            </a:p>
          </p:txBody>
        </p:sp>
      </p:grpSp>
      <p:grpSp>
        <p:nvGrpSpPr>
          <p:cNvPr id="38" name="组合 755731"/>
          <p:cNvGrpSpPr>
            <a:grpSpLocks/>
          </p:cNvGrpSpPr>
          <p:nvPr/>
        </p:nvGrpSpPr>
        <p:grpSpPr bwMode="auto">
          <a:xfrm>
            <a:off x="285720" y="142852"/>
            <a:ext cx="3816350" cy="609600"/>
            <a:chOff x="1338" y="1109"/>
            <a:chExt cx="3696" cy="384"/>
          </a:xfrm>
        </p:grpSpPr>
        <p:sp>
          <p:nvSpPr>
            <p:cNvPr id="39" name="圆角矩形 755732"/>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40" name="文本框 755733"/>
            <p:cNvSpPr txBox="1">
              <a:spLocks noChangeArrowheads="1"/>
            </p:cNvSpPr>
            <p:nvPr/>
          </p:nvSpPr>
          <p:spPr bwMode="auto">
            <a:xfrm>
              <a:off x="1439" y="1122"/>
              <a:ext cx="3550" cy="290"/>
            </a:xfrm>
            <a:prstGeom prst="rect">
              <a:avLst/>
            </a:prstGeom>
            <a:noFill/>
            <a:ln w="9525">
              <a:noFill/>
              <a:miter lim="800000"/>
              <a:headEnd/>
              <a:tailEnd/>
            </a:ln>
          </p:spPr>
          <p:txBody>
            <a:bodyPr>
              <a:spAutoFit/>
            </a:bodyPr>
            <a:lstStyle/>
            <a:p>
              <a:pPr eaLnBrk="1" hangingPunct="1"/>
              <a:r>
                <a:rPr lang="en-US" altLang="zh-CN" sz="2400" b="1" dirty="0">
                  <a:solidFill>
                    <a:schemeClr val="bg1"/>
                  </a:solidFill>
                  <a:latin typeface="楷体" pitchFamily="49" charset="-122"/>
                  <a:ea typeface="楷体" pitchFamily="49" charset="-122"/>
                </a:rPr>
                <a:t>2.</a:t>
              </a:r>
              <a:r>
                <a:rPr lang="zh-CN" altLang="en-US" sz="2400" b="1" dirty="0">
                  <a:solidFill>
                    <a:schemeClr val="bg1"/>
                  </a:solidFill>
                  <a:latin typeface="楷体" pitchFamily="49" charset="-122"/>
                  <a:ea typeface="楷体" pitchFamily="49" charset="-122"/>
                </a:rPr>
                <a:t>社会意识的相对独立性</a:t>
              </a:r>
            </a:p>
          </p:txBody>
        </p:sp>
      </p:gr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矩形 756740"/>
          <p:cNvSpPr>
            <a:spLocks noChangeArrowheads="1"/>
          </p:cNvSpPr>
          <p:nvPr/>
        </p:nvSpPr>
        <p:spPr bwMode="auto">
          <a:xfrm>
            <a:off x="609600" y="3657600"/>
            <a:ext cx="7848600" cy="1485912"/>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zh-CN" altLang="en-US" sz="2400" b="1" dirty="0" smtClean="0">
                <a:solidFill>
                  <a:srgbClr val="3333FF"/>
                </a:solidFill>
                <a:latin typeface="楷体" pitchFamily="49" charset="-122"/>
                <a:ea typeface="楷体" pitchFamily="49" charset="-122"/>
              </a:rPr>
              <a:t>    在</a:t>
            </a:r>
            <a:r>
              <a:rPr lang="zh-CN" altLang="en-US" sz="2400" b="1" dirty="0">
                <a:solidFill>
                  <a:srgbClr val="3333FF"/>
                </a:solidFill>
                <a:latin typeface="楷体" pitchFamily="49" charset="-122"/>
                <a:ea typeface="楷体" pitchFamily="49" charset="-122"/>
              </a:rPr>
              <a:t>人类思想史上第一次正确解决了社会历史观的基本问题，是社会历史观革命性变革的</a:t>
            </a:r>
            <a:r>
              <a:rPr lang="zh-CN" altLang="en-US" sz="2400" b="1" dirty="0" smtClean="0">
                <a:solidFill>
                  <a:srgbClr val="3333FF"/>
                </a:solidFill>
                <a:latin typeface="楷体" pitchFamily="49" charset="-122"/>
                <a:ea typeface="楷体" pitchFamily="49" charset="-122"/>
              </a:rPr>
              <a:t>基础，破解了“历史之谜”，宣告了唯心史观的彻底破产。</a:t>
            </a:r>
            <a:endParaRPr lang="zh-CN" altLang="en-US" sz="2400" b="1" dirty="0">
              <a:solidFill>
                <a:srgbClr val="3333FF"/>
              </a:solidFill>
              <a:latin typeface="楷体" pitchFamily="49" charset="-122"/>
              <a:ea typeface="楷体" pitchFamily="49" charset="-122"/>
            </a:endParaRPr>
          </a:p>
        </p:txBody>
      </p:sp>
      <p:sp>
        <p:nvSpPr>
          <p:cNvPr id="27651" name="矩形 756741"/>
          <p:cNvSpPr>
            <a:spLocks noChangeArrowheads="1"/>
          </p:cNvSpPr>
          <p:nvPr/>
        </p:nvSpPr>
        <p:spPr bwMode="auto">
          <a:xfrm>
            <a:off x="609600" y="1071547"/>
            <a:ext cx="7850188" cy="2433654"/>
          </a:xfrm>
          <a:prstGeom prst="rect">
            <a:avLst/>
          </a:prstGeom>
          <a:solidFill>
            <a:srgbClr val="CCFFFF"/>
          </a:solidFill>
          <a:ln w="9525">
            <a:solidFill>
              <a:srgbClr val="FF9900"/>
            </a:solidFill>
            <a:miter lim="800000"/>
            <a:headEnd/>
            <a:tailEnd/>
          </a:ln>
        </p:spPr>
        <p:txBody>
          <a:bodyPr/>
          <a:lstStyle/>
          <a:p>
            <a:pPr eaLnBrk="1" hangingPunct="1">
              <a:lnSpc>
                <a:spcPct val="125000"/>
              </a:lnSpc>
              <a:spcBef>
                <a:spcPct val="20000"/>
              </a:spcBef>
              <a:buFontTx/>
              <a:buChar char="•"/>
            </a:pPr>
            <a:r>
              <a:rPr lang="zh-CN" altLang="en-US" b="1" dirty="0" smtClean="0">
                <a:solidFill>
                  <a:srgbClr val="990000"/>
                </a:solidFill>
                <a:latin typeface="楷体" pitchFamily="49" charset="-122"/>
                <a:ea typeface="楷体" pitchFamily="49" charset="-122"/>
              </a:rPr>
              <a:t> </a:t>
            </a:r>
            <a:r>
              <a:rPr lang="zh-CN" altLang="en-US" sz="2400" b="1" dirty="0" smtClean="0">
                <a:solidFill>
                  <a:srgbClr val="990000"/>
                </a:solidFill>
                <a:latin typeface="楷体" pitchFamily="49" charset="-122"/>
                <a:ea typeface="楷体" pitchFamily="49" charset="-122"/>
              </a:rPr>
              <a:t>从社会生活的各个领域划分出</a:t>
            </a:r>
            <a:r>
              <a:rPr lang="zh-CN" altLang="en-US" sz="2400" b="1" dirty="0" smtClean="0">
                <a:solidFill>
                  <a:srgbClr val="FF0000"/>
                </a:solidFill>
                <a:latin typeface="楷体" pitchFamily="49" charset="-122"/>
                <a:ea typeface="楷体" pitchFamily="49" charset="-122"/>
              </a:rPr>
              <a:t>经济领域</a:t>
            </a:r>
            <a:r>
              <a:rPr lang="zh-CN" altLang="en-US" sz="2400" b="1" dirty="0" smtClean="0">
                <a:solidFill>
                  <a:srgbClr val="990000"/>
                </a:solidFill>
                <a:latin typeface="楷体" pitchFamily="49" charset="-122"/>
                <a:ea typeface="楷体" pitchFamily="49" charset="-122"/>
              </a:rPr>
              <a:t>，从一切社会关系中划分出</a:t>
            </a:r>
            <a:r>
              <a:rPr lang="zh-CN" altLang="en-US" sz="2400" b="1" dirty="0" smtClean="0">
                <a:solidFill>
                  <a:srgbClr val="FF0000"/>
                </a:solidFill>
                <a:latin typeface="楷体" pitchFamily="49" charset="-122"/>
                <a:ea typeface="楷体" pitchFamily="49" charset="-122"/>
              </a:rPr>
              <a:t>生产关系。</a:t>
            </a:r>
          </a:p>
          <a:p>
            <a:pPr eaLnBrk="1" hangingPunct="1">
              <a:lnSpc>
                <a:spcPct val="125000"/>
              </a:lnSpc>
              <a:spcBef>
                <a:spcPct val="20000"/>
              </a:spcBef>
              <a:buFontTx/>
              <a:buChar char="•"/>
            </a:pPr>
            <a:r>
              <a:rPr lang="zh-CN" altLang="en-US" sz="2400" b="1" dirty="0" smtClean="0">
                <a:solidFill>
                  <a:srgbClr val="990000"/>
                </a:solidFill>
                <a:latin typeface="楷体" pitchFamily="49" charset="-122"/>
                <a:ea typeface="楷体" pitchFamily="49" charset="-122"/>
              </a:rPr>
              <a:t> </a:t>
            </a:r>
            <a:r>
              <a:rPr lang="zh-CN" altLang="en-US" sz="2400" b="1" dirty="0">
                <a:solidFill>
                  <a:srgbClr val="990000"/>
                </a:solidFill>
                <a:latin typeface="楷体" pitchFamily="49" charset="-122"/>
                <a:ea typeface="楷体" pitchFamily="49" charset="-122"/>
              </a:rPr>
              <a:t>将一切社会关系归结于</a:t>
            </a:r>
            <a:r>
              <a:rPr lang="zh-CN" altLang="en-US" sz="2400" b="1" dirty="0">
                <a:solidFill>
                  <a:srgbClr val="FF0000"/>
                </a:solidFill>
                <a:latin typeface="楷体" pitchFamily="49" charset="-122"/>
                <a:ea typeface="楷体" pitchFamily="49" charset="-122"/>
              </a:rPr>
              <a:t>生产关系</a:t>
            </a:r>
            <a:r>
              <a:rPr lang="zh-CN" altLang="en-US" sz="2400" b="1" dirty="0">
                <a:solidFill>
                  <a:srgbClr val="990000"/>
                </a:solidFill>
                <a:latin typeface="楷体" pitchFamily="49" charset="-122"/>
                <a:ea typeface="楷体" pitchFamily="49" charset="-122"/>
              </a:rPr>
              <a:t>，将生产关系归结于</a:t>
            </a:r>
            <a:r>
              <a:rPr lang="zh-CN" altLang="en-US" sz="2400" b="1" dirty="0">
                <a:solidFill>
                  <a:srgbClr val="FF0000"/>
                </a:solidFill>
                <a:latin typeface="楷体" pitchFamily="49" charset="-122"/>
                <a:ea typeface="楷体" pitchFamily="49" charset="-122"/>
              </a:rPr>
              <a:t>生产力发展</a:t>
            </a:r>
            <a:r>
              <a:rPr lang="zh-CN" altLang="en-US" sz="2400" b="1" dirty="0">
                <a:solidFill>
                  <a:srgbClr val="990000"/>
                </a:solidFill>
                <a:latin typeface="楷体" pitchFamily="49" charset="-122"/>
                <a:ea typeface="楷体" pitchFamily="49" charset="-122"/>
              </a:rPr>
              <a:t>的高度。</a:t>
            </a:r>
          </a:p>
        </p:txBody>
      </p:sp>
      <p:sp>
        <p:nvSpPr>
          <p:cNvPr id="27652" name="矩形 756742"/>
          <p:cNvSpPr>
            <a:spLocks noChangeArrowheads="1" noChangeShapeType="1" noTextEdit="1"/>
          </p:cNvSpPr>
          <p:nvPr/>
        </p:nvSpPr>
        <p:spPr bwMode="auto">
          <a:xfrm rot="5400000">
            <a:off x="7290593" y="1853407"/>
            <a:ext cx="2952750" cy="312737"/>
          </a:xfrm>
          <a:prstGeom prst="rect">
            <a:avLst/>
          </a:prstGeom>
        </p:spPr>
        <p:txBody>
          <a:bodyPr vert="eaVert" wrap="none" fromWordArt="1">
            <a:prstTxWarp prst="textPlain">
              <a:avLst>
                <a:gd name="adj" fmla="val 50000"/>
              </a:avLst>
            </a:prstTxWarp>
            <a:scene3d>
              <a:camera prst="legacyPerspectiveFront">
                <a:rot lat="20639990" lon="20699973" rev="0"/>
              </a:camera>
              <a:lightRig rig="legacyNormal3" dir="l"/>
            </a:scene3d>
            <a:sp3d extrusionH="201600" prstMaterial="legacyPlastic">
              <a:extrusionClr>
                <a:srgbClr val="FF9966"/>
              </a:extrusionClr>
            </a:sp3d>
          </a:bodyPr>
          <a:lstStyle/>
          <a:p>
            <a:pPr algn="ctr" fontAlgn="auto"/>
            <a:r>
              <a:rPr lang="zh-CN" altLang="en-US" sz="3600" kern="10" dirty="0">
                <a:ln w="9525">
                  <a:round/>
                  <a:headEnd/>
                  <a:tailEnd/>
                </a:ln>
                <a:solidFill>
                  <a:srgbClr val="CC0000"/>
                </a:solidFill>
                <a:latin typeface="宋体"/>
                <a:ea typeface="宋体"/>
              </a:rPr>
              <a:t>两个“划分” 两个“归结”</a:t>
            </a:r>
          </a:p>
        </p:txBody>
      </p:sp>
      <p:sp>
        <p:nvSpPr>
          <p:cNvPr id="27656" name="矩形 756760"/>
          <p:cNvSpPr>
            <a:spLocks noChangeArrowheads="1"/>
          </p:cNvSpPr>
          <p:nvPr/>
        </p:nvSpPr>
        <p:spPr bwMode="auto">
          <a:xfrm>
            <a:off x="609600" y="5410200"/>
            <a:ext cx="7848600" cy="627063"/>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zh-CN" altLang="en-US" sz="2400" b="1" dirty="0" smtClean="0">
                <a:solidFill>
                  <a:srgbClr val="3333FF"/>
                </a:solidFill>
                <a:latin typeface="楷体" pitchFamily="49" charset="-122"/>
                <a:ea typeface="楷体" pitchFamily="49" charset="-122"/>
              </a:rPr>
              <a:t>对于</a:t>
            </a:r>
            <a:r>
              <a:rPr lang="zh-CN" altLang="en-US" sz="2400" b="1" dirty="0">
                <a:solidFill>
                  <a:srgbClr val="3333FF"/>
                </a:solidFill>
                <a:latin typeface="楷体" pitchFamily="49" charset="-122"/>
                <a:ea typeface="楷体" pitchFamily="49" charset="-122"/>
              </a:rPr>
              <a:t>社会发展特别是社会文化建设具有重要指导意义。</a:t>
            </a:r>
          </a:p>
        </p:txBody>
      </p:sp>
      <p:sp>
        <p:nvSpPr>
          <p:cNvPr id="27657" name="矩形 756761"/>
          <p:cNvSpPr>
            <a:spLocks noChangeArrowheads="1" noChangeShapeType="1" noTextEdit="1"/>
          </p:cNvSpPr>
          <p:nvPr/>
        </p:nvSpPr>
        <p:spPr bwMode="auto">
          <a:xfrm rot="5400000">
            <a:off x="-387350" y="3892550"/>
            <a:ext cx="1384300" cy="304800"/>
          </a:xfrm>
          <a:prstGeom prst="rect">
            <a:avLst/>
          </a:prstGeom>
        </p:spPr>
        <p:txBody>
          <a:bodyPr vert="eaVert" wrap="none" fromWordArt="1">
            <a:prstTxWarp prst="textPlain">
              <a:avLst>
                <a:gd name="adj" fmla="val 50000"/>
              </a:avLst>
            </a:prstTxWarp>
            <a:scene3d>
              <a:camera prst="legacyPerspectiveFront">
                <a:rot lat="20639990" lon="20699973" rev="0"/>
              </a:camera>
              <a:lightRig rig="legacyNormal3" dir="l"/>
            </a:scene3d>
            <a:sp3d extrusionH="201600" prstMaterial="legacyPlastic">
              <a:extrusionClr>
                <a:srgbClr val="FF9966"/>
              </a:extrusionClr>
            </a:sp3d>
          </a:bodyPr>
          <a:lstStyle/>
          <a:p>
            <a:pPr algn="ctr" fontAlgn="auto"/>
            <a:r>
              <a:rPr lang="zh-CN" altLang="en-US" sz="3600" kern="10" dirty="0">
                <a:ln w="9525">
                  <a:round/>
                  <a:headEnd/>
                  <a:tailEnd/>
                </a:ln>
                <a:solidFill>
                  <a:srgbClr val="CC0000"/>
                </a:solidFill>
                <a:latin typeface="宋体"/>
                <a:ea typeface="宋体"/>
              </a:rPr>
              <a:t>理论意义</a:t>
            </a:r>
          </a:p>
        </p:txBody>
      </p:sp>
      <p:sp>
        <p:nvSpPr>
          <p:cNvPr id="27658" name="矩形 756762"/>
          <p:cNvSpPr>
            <a:spLocks noChangeArrowheads="1" noChangeShapeType="1" noTextEdit="1"/>
          </p:cNvSpPr>
          <p:nvPr/>
        </p:nvSpPr>
        <p:spPr bwMode="auto">
          <a:xfrm rot="5400000">
            <a:off x="-335757" y="5517357"/>
            <a:ext cx="1287463" cy="311150"/>
          </a:xfrm>
          <a:prstGeom prst="rect">
            <a:avLst/>
          </a:prstGeom>
        </p:spPr>
        <p:txBody>
          <a:bodyPr vert="eaVert" wrap="none" fromWordArt="1">
            <a:prstTxWarp prst="textPlain">
              <a:avLst>
                <a:gd name="adj" fmla="val 50000"/>
              </a:avLst>
            </a:prstTxWarp>
            <a:scene3d>
              <a:camera prst="legacyPerspectiveFront">
                <a:rot lat="20639990" lon="20699973" rev="0"/>
              </a:camera>
              <a:lightRig rig="legacyNormal3" dir="l"/>
            </a:scene3d>
            <a:sp3d extrusionH="201600" prstMaterial="legacyPlastic">
              <a:extrusionClr>
                <a:srgbClr val="FF9966"/>
              </a:extrusionClr>
            </a:sp3d>
          </a:bodyPr>
          <a:lstStyle/>
          <a:p>
            <a:pPr algn="ctr" fontAlgn="auto"/>
            <a:r>
              <a:rPr lang="zh-CN" altLang="en-US" sz="3600" kern="10" dirty="0">
                <a:ln w="9525">
                  <a:round/>
                  <a:headEnd/>
                  <a:tailEnd/>
                </a:ln>
                <a:solidFill>
                  <a:srgbClr val="CC0000"/>
                </a:solidFill>
                <a:latin typeface="宋体"/>
                <a:ea typeface="宋体"/>
              </a:rPr>
              <a:t>现实意义</a:t>
            </a:r>
          </a:p>
        </p:txBody>
      </p:sp>
      <p:sp>
        <p:nvSpPr>
          <p:cNvPr id="11" name="矩形 749589"/>
          <p:cNvSpPr>
            <a:spLocks noChangeArrowheads="1"/>
          </p:cNvSpPr>
          <p:nvPr/>
        </p:nvSpPr>
        <p:spPr bwMode="auto">
          <a:xfrm>
            <a:off x="642910" y="285728"/>
            <a:ext cx="7572428" cy="553998"/>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400" dirty="0" smtClean="0">
                <a:solidFill>
                  <a:srgbClr val="0000FF"/>
                </a:solidFill>
                <a:latin typeface="黑体" pitchFamily="49" charset="-122"/>
                <a:ea typeface="黑体" pitchFamily="49" charset="-122"/>
              </a:rPr>
              <a:t>（五）</a:t>
            </a:r>
            <a:r>
              <a:rPr lang="zh-CN" altLang="en-US" sz="2400" dirty="0">
                <a:solidFill>
                  <a:srgbClr val="0000FF"/>
                </a:solidFill>
                <a:latin typeface="黑体" pitchFamily="49" charset="-122"/>
                <a:ea typeface="黑体" pitchFamily="49" charset="-122"/>
              </a:rPr>
              <a:t>社会存在和</a:t>
            </a:r>
            <a:r>
              <a:rPr lang="zh-CN" altLang="en-US" sz="2400" dirty="0" smtClean="0">
                <a:solidFill>
                  <a:srgbClr val="0000FF"/>
                </a:solidFill>
                <a:latin typeface="黑体" pitchFamily="49" charset="-122"/>
                <a:ea typeface="黑体" pitchFamily="49" charset="-122"/>
              </a:rPr>
              <a:t>社会意识辩证关系原理的重要意义</a:t>
            </a:r>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矩形 704515"/>
          <p:cNvSpPr>
            <a:spLocks noChangeArrowheads="1"/>
          </p:cNvSpPr>
          <p:nvPr/>
        </p:nvSpPr>
        <p:spPr bwMode="auto">
          <a:xfrm>
            <a:off x="285720" y="214290"/>
            <a:ext cx="7372350" cy="630237"/>
          </a:xfrm>
          <a:prstGeom prst="rect">
            <a:avLst/>
          </a:prstGeom>
          <a:solidFill>
            <a:srgbClr val="CCECFF"/>
          </a:solidFill>
          <a:ln w="38100">
            <a:noFill/>
            <a:miter lim="800000"/>
            <a:headEnd/>
            <a:tailEnd/>
          </a:ln>
        </p:spPr>
        <p:txBody>
          <a:bodyPr>
            <a:spAutoFit/>
          </a:bodyPr>
          <a:lstStyle/>
          <a:p>
            <a:pPr>
              <a:lnSpc>
                <a:spcPct val="125000"/>
              </a:lnSpc>
              <a:spcBef>
                <a:spcPct val="50000"/>
              </a:spcBef>
            </a:pPr>
            <a:r>
              <a:rPr lang="zh-CN" altLang="en-US" sz="2800" b="1" noProof="1">
                <a:solidFill>
                  <a:srgbClr val="FF0066"/>
                </a:solidFill>
                <a:latin typeface="幼圆" pitchFamily="49" charset="-122"/>
                <a:ea typeface="幼圆" pitchFamily="49" charset="-122"/>
                <a:sym typeface="+mn-ea"/>
              </a:rPr>
              <a:t>二</a:t>
            </a:r>
            <a:r>
              <a:rPr lang="zh-CN" altLang="en-US" sz="2800" b="1" noProof="1" smtClean="0">
                <a:solidFill>
                  <a:srgbClr val="FF0066"/>
                </a:solidFill>
                <a:latin typeface="幼圆" pitchFamily="49" charset="-122"/>
                <a:ea typeface="幼圆" pitchFamily="49" charset="-122"/>
                <a:sym typeface="+mn-ea"/>
              </a:rPr>
              <a:t>、社会基本矛盾及其运动规律</a:t>
            </a:r>
            <a:endParaRPr lang="zh-CN" altLang="en-US" sz="2800" b="1" noProof="1">
              <a:solidFill>
                <a:srgbClr val="FF0066"/>
              </a:solidFill>
              <a:latin typeface="幼圆" pitchFamily="49" charset="-122"/>
              <a:ea typeface="幼圆" pitchFamily="49" charset="-122"/>
              <a:sym typeface="+mn-ea"/>
            </a:endParaRPr>
          </a:p>
        </p:txBody>
      </p:sp>
      <p:sp>
        <p:nvSpPr>
          <p:cNvPr id="35843" name="矩形 704520"/>
          <p:cNvSpPr>
            <a:spLocks noChangeArrowheads="1"/>
          </p:cNvSpPr>
          <p:nvPr/>
        </p:nvSpPr>
        <p:spPr bwMode="auto">
          <a:xfrm>
            <a:off x="304800" y="1916113"/>
            <a:ext cx="8053414"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dirty="0">
                <a:solidFill>
                  <a:srgbClr val="0000FF"/>
                </a:solidFill>
                <a:latin typeface="黑体" pitchFamily="49" charset="-122"/>
                <a:ea typeface="黑体" pitchFamily="49" charset="-122"/>
              </a:rPr>
              <a:t>（一）生产力与</a:t>
            </a:r>
            <a:r>
              <a:rPr lang="zh-CN" altLang="en-US" sz="2000" dirty="0" smtClean="0">
                <a:solidFill>
                  <a:srgbClr val="0000FF"/>
                </a:solidFill>
                <a:latin typeface="黑体" pitchFamily="49" charset="-122"/>
                <a:ea typeface="黑体" pitchFamily="49" charset="-122"/>
              </a:rPr>
              <a:t>生产关系的矛盾运动及其规律</a:t>
            </a:r>
            <a:endParaRPr lang="zh-CN" altLang="en-US" sz="2000" dirty="0"/>
          </a:p>
        </p:txBody>
      </p:sp>
      <p:sp>
        <p:nvSpPr>
          <p:cNvPr id="35845" name="矩形 704522"/>
          <p:cNvSpPr>
            <a:spLocks noChangeArrowheads="1"/>
          </p:cNvSpPr>
          <p:nvPr/>
        </p:nvSpPr>
        <p:spPr bwMode="auto">
          <a:xfrm>
            <a:off x="323851" y="1000108"/>
            <a:ext cx="8034364" cy="785818"/>
          </a:xfrm>
          <a:prstGeom prst="rect">
            <a:avLst/>
          </a:prstGeom>
          <a:solidFill>
            <a:srgbClr val="B7E7D2"/>
          </a:solidFill>
          <a:ln w="9525">
            <a:noFill/>
            <a:miter lim="800000"/>
            <a:headEnd/>
            <a:tailEnd/>
          </a:ln>
          <a:effectLst>
            <a:outerShdw dist="53882" dir="2700000" algn="ctr" rotWithShape="0">
              <a:schemeClr val="bg2"/>
            </a:outerShdw>
          </a:effectLst>
        </p:spPr>
        <p:txBody>
          <a:bodyPr/>
          <a:lstStyle/>
          <a:p>
            <a:pPr eaLnBrk="1" hangingPunct="1">
              <a:lnSpc>
                <a:spcPct val="125000"/>
              </a:lnSpc>
              <a:spcBef>
                <a:spcPct val="20000"/>
              </a:spcBef>
            </a:pPr>
            <a:r>
              <a:rPr lang="en-US" altLang="zh-CN" dirty="0">
                <a:solidFill>
                  <a:srgbClr val="3333FF"/>
                </a:solidFill>
                <a:latin typeface="幼圆" pitchFamily="49" charset="-122"/>
                <a:ea typeface="幼圆" pitchFamily="49" charset="-122"/>
              </a:rPr>
              <a:t>  </a:t>
            </a:r>
            <a:r>
              <a:rPr lang="zh-CN" altLang="en-US" sz="2000" b="1" dirty="0">
                <a:solidFill>
                  <a:srgbClr val="3333FF"/>
                </a:solidFill>
                <a:latin typeface="幼圆" pitchFamily="49" charset="-122"/>
                <a:ea typeface="幼圆" pitchFamily="49" charset="-122"/>
              </a:rPr>
              <a:t>生产力和</a:t>
            </a:r>
            <a:r>
              <a:rPr lang="zh-CN" altLang="en-US" sz="2000" b="1" dirty="0" smtClean="0">
                <a:solidFill>
                  <a:srgbClr val="3333FF"/>
                </a:solidFill>
                <a:latin typeface="幼圆" pitchFamily="49" charset="-122"/>
                <a:ea typeface="幼圆" pitchFamily="49" charset="-122"/>
              </a:rPr>
              <a:t>生产关系、经济基础和上层建筑之间的矛盾，</a:t>
            </a:r>
            <a:r>
              <a:rPr lang="zh-CN" altLang="en-US" sz="2000" b="1" dirty="0">
                <a:solidFill>
                  <a:srgbClr val="3333FF"/>
                </a:solidFill>
                <a:latin typeface="幼圆" pitchFamily="49" charset="-122"/>
                <a:ea typeface="幼圆" pitchFamily="49" charset="-122"/>
              </a:rPr>
              <a:t>是人</a:t>
            </a:r>
            <a:r>
              <a:rPr lang="zh-CN" altLang="en-US" sz="2000" b="1" dirty="0" smtClean="0">
                <a:solidFill>
                  <a:srgbClr val="3333FF"/>
                </a:solidFill>
                <a:latin typeface="幼圆" pitchFamily="49" charset="-122"/>
                <a:ea typeface="幼圆" pitchFamily="49" charset="-122"/>
              </a:rPr>
              <a:t>类社会基本</a:t>
            </a:r>
            <a:r>
              <a:rPr lang="zh-CN" altLang="en-US" sz="2000" b="1" dirty="0">
                <a:solidFill>
                  <a:srgbClr val="3333FF"/>
                </a:solidFill>
                <a:latin typeface="幼圆" pitchFamily="49" charset="-122"/>
                <a:ea typeface="幼圆" pitchFamily="49" charset="-122"/>
              </a:rPr>
              <a:t>规律。</a:t>
            </a:r>
          </a:p>
        </p:txBody>
      </p:sp>
      <p:sp>
        <p:nvSpPr>
          <p:cNvPr id="9" name="文本框 719875"/>
          <p:cNvSpPr txBox="1">
            <a:spLocks noChangeArrowheads="1"/>
          </p:cNvSpPr>
          <p:nvPr/>
        </p:nvSpPr>
        <p:spPr bwMode="auto">
          <a:xfrm>
            <a:off x="285720" y="2571744"/>
            <a:ext cx="8078787" cy="938719"/>
          </a:xfrm>
          <a:prstGeom prst="rect">
            <a:avLst/>
          </a:prstGeom>
          <a:solidFill>
            <a:srgbClr val="FFFF99"/>
          </a:solidFill>
          <a:ln w="38100">
            <a:solidFill>
              <a:srgbClr val="FF3300"/>
            </a:solidFill>
            <a:miter lim="800000"/>
            <a:headEnd/>
            <a:tailEnd/>
          </a:ln>
        </p:spPr>
        <p:txBody>
          <a:bodyPr wrap="square">
            <a:spAutoFit/>
          </a:bodyPr>
          <a:lstStyle/>
          <a:p>
            <a:pPr eaLnBrk="1" hangingPunct="1">
              <a:lnSpc>
                <a:spcPct val="125000"/>
              </a:lnSpc>
            </a:pPr>
            <a:r>
              <a:rPr lang="en-US" altLang="zh-CN" sz="2400" b="1" dirty="0">
                <a:solidFill>
                  <a:srgbClr val="3333FF"/>
                </a:solidFill>
                <a:latin typeface="华文行楷" pitchFamily="2" charset="-122"/>
                <a:ea typeface="华文行楷" pitchFamily="2" charset="-122"/>
              </a:rPr>
              <a:t>    </a:t>
            </a:r>
            <a:r>
              <a:rPr lang="zh-CN" altLang="en-US" sz="2400" b="1" dirty="0" smtClean="0">
                <a:solidFill>
                  <a:srgbClr val="3333FF"/>
                </a:solidFill>
                <a:latin typeface="华文行楷" pitchFamily="2" charset="-122"/>
                <a:ea typeface="华文行楷" pitchFamily="2" charset="-122"/>
              </a:rPr>
              <a:t>生产力：</a:t>
            </a:r>
            <a:r>
              <a:rPr lang="zh-CN" altLang="en-US" sz="2000" b="1" dirty="0" smtClean="0">
                <a:solidFill>
                  <a:srgbClr val="3333FF"/>
                </a:solidFill>
                <a:latin typeface="楷体" pitchFamily="49" charset="-122"/>
                <a:ea typeface="楷体" pitchFamily="49" charset="-122"/>
              </a:rPr>
              <a:t>人类</a:t>
            </a:r>
            <a:r>
              <a:rPr lang="zh-CN" altLang="en-US" sz="2000" b="1" dirty="0">
                <a:solidFill>
                  <a:srgbClr val="3333FF"/>
                </a:solidFill>
                <a:latin typeface="楷体" pitchFamily="49" charset="-122"/>
                <a:ea typeface="楷体" pitchFamily="49" charset="-122"/>
              </a:rPr>
              <a:t>在生产实践中形成的改造和影响自然以使其适应社会需要的物质力量</a:t>
            </a:r>
            <a:r>
              <a:rPr lang="zh-CN" altLang="en-US" sz="2000" b="1" dirty="0" smtClean="0">
                <a:solidFill>
                  <a:srgbClr val="3333FF"/>
                </a:solidFill>
                <a:latin typeface="楷体" pitchFamily="49" charset="-122"/>
                <a:ea typeface="楷体" pitchFamily="49" charset="-122"/>
              </a:rPr>
              <a:t>。生产力具有</a:t>
            </a:r>
            <a:r>
              <a:rPr lang="zh-CN" altLang="en-US" sz="2000" b="1" dirty="0">
                <a:solidFill>
                  <a:srgbClr val="3333FF"/>
                </a:solidFill>
                <a:latin typeface="楷体" pitchFamily="49" charset="-122"/>
                <a:ea typeface="楷体" pitchFamily="49" charset="-122"/>
              </a:rPr>
              <a:t>现实客观性和社会历史性。</a:t>
            </a:r>
            <a:endParaRPr lang="zh-CN" altLang="en-US" sz="2000" dirty="0">
              <a:latin typeface="楷体" pitchFamily="49" charset="-122"/>
              <a:ea typeface="楷体" pitchFamily="49" charset="-122"/>
            </a:endParaRPr>
          </a:p>
        </p:txBody>
      </p:sp>
      <p:sp>
        <p:nvSpPr>
          <p:cNvPr id="7" name="文本框 799753"/>
          <p:cNvSpPr txBox="1">
            <a:spLocks noChangeArrowheads="1"/>
          </p:cNvSpPr>
          <p:nvPr/>
        </p:nvSpPr>
        <p:spPr bwMode="auto">
          <a:xfrm>
            <a:off x="285720" y="3714752"/>
            <a:ext cx="3168650" cy="490538"/>
          </a:xfrm>
          <a:prstGeom prst="rect">
            <a:avLst/>
          </a:prstGeom>
          <a:solidFill>
            <a:srgbClr val="FFFF99"/>
          </a:solidFill>
          <a:ln w="19050">
            <a:solidFill>
              <a:srgbClr val="FF3300"/>
            </a:solidFill>
            <a:miter lim="800000"/>
            <a:headEnd/>
            <a:tailEnd/>
          </a:ln>
        </p:spPr>
        <p:txBody>
          <a:bodyPr>
            <a:spAutoFit/>
          </a:bodyPr>
          <a:lstStyle/>
          <a:p>
            <a:pPr algn="ctr" eaLnBrk="1" hangingPunct="1">
              <a:lnSpc>
                <a:spcPct val="125000"/>
              </a:lnSpc>
            </a:pPr>
            <a:r>
              <a:rPr lang="zh-CN" altLang="en-US" sz="2400" b="1" dirty="0">
                <a:solidFill>
                  <a:srgbClr val="000000"/>
                </a:solidFill>
                <a:latin typeface="楷体" pitchFamily="49" charset="-122"/>
                <a:ea typeface="楷体" pitchFamily="49" charset="-122"/>
              </a:rPr>
              <a:t>生产力系统的构成</a:t>
            </a:r>
          </a:p>
        </p:txBody>
      </p:sp>
      <p:grpSp>
        <p:nvGrpSpPr>
          <p:cNvPr id="8" name="组合 799792"/>
          <p:cNvGrpSpPr>
            <a:grpSpLocks/>
          </p:cNvGrpSpPr>
          <p:nvPr/>
        </p:nvGrpSpPr>
        <p:grpSpPr bwMode="auto">
          <a:xfrm>
            <a:off x="3857620" y="3571727"/>
            <a:ext cx="4824412" cy="3000544"/>
            <a:chOff x="204" y="670"/>
            <a:chExt cx="3039" cy="3495"/>
          </a:xfrm>
        </p:grpSpPr>
        <p:sp>
          <p:nvSpPr>
            <p:cNvPr id="11" name="矩形 799766"/>
            <p:cNvSpPr>
              <a:spLocks noChangeArrowheads="1"/>
            </p:cNvSpPr>
            <p:nvPr/>
          </p:nvSpPr>
          <p:spPr bwMode="auto">
            <a:xfrm>
              <a:off x="204" y="1933"/>
              <a:ext cx="576" cy="362"/>
            </a:xfrm>
            <a:prstGeom prst="rect">
              <a:avLst/>
            </a:prstGeom>
            <a:solidFill>
              <a:schemeClr val="accent1"/>
            </a:solidFill>
            <a:ln w="9525">
              <a:solidFill>
                <a:schemeClr val="tx1"/>
              </a:solidFill>
              <a:miter lim="800000"/>
              <a:headEnd/>
              <a:tailEnd/>
            </a:ln>
          </p:spPr>
          <p:txBody>
            <a:bodyPr wrap="none" anchor="ctr"/>
            <a:lstStyle/>
            <a:p>
              <a:pPr algn="ctr" eaLnBrk="1" hangingPunct="1"/>
              <a:r>
                <a:rPr lang="zh-CN" altLang="en-US" sz="2000">
                  <a:ea typeface="幼圆" pitchFamily="49" charset="-122"/>
                </a:rPr>
                <a:t>生产力</a:t>
              </a:r>
            </a:p>
          </p:txBody>
        </p:sp>
        <p:sp>
          <p:nvSpPr>
            <p:cNvPr id="12" name="直接连接符 799767"/>
            <p:cNvSpPr>
              <a:spLocks noChangeShapeType="1"/>
            </p:cNvSpPr>
            <p:nvPr/>
          </p:nvSpPr>
          <p:spPr bwMode="auto">
            <a:xfrm flipV="1">
              <a:off x="793" y="2115"/>
              <a:ext cx="91" cy="0"/>
            </a:xfrm>
            <a:prstGeom prst="line">
              <a:avLst/>
            </a:prstGeom>
            <a:noFill/>
            <a:ln w="57150">
              <a:solidFill>
                <a:srgbClr val="800000"/>
              </a:solidFill>
              <a:round/>
              <a:headEnd/>
              <a:tailEnd/>
            </a:ln>
          </p:spPr>
          <p:txBody>
            <a:bodyPr/>
            <a:lstStyle/>
            <a:p>
              <a:endParaRPr lang="zh-CN" altLang="en-US"/>
            </a:p>
          </p:txBody>
        </p:sp>
        <p:sp>
          <p:nvSpPr>
            <p:cNvPr id="13" name="直接连接符 799768"/>
            <p:cNvSpPr>
              <a:spLocks noChangeShapeType="1"/>
            </p:cNvSpPr>
            <p:nvPr/>
          </p:nvSpPr>
          <p:spPr bwMode="auto">
            <a:xfrm>
              <a:off x="878" y="1003"/>
              <a:ext cx="29" cy="2316"/>
            </a:xfrm>
            <a:prstGeom prst="line">
              <a:avLst/>
            </a:prstGeom>
            <a:noFill/>
            <a:ln w="57150">
              <a:solidFill>
                <a:srgbClr val="800000"/>
              </a:solidFill>
              <a:round/>
              <a:headEnd/>
              <a:tailEnd/>
            </a:ln>
          </p:spPr>
          <p:txBody>
            <a:bodyPr/>
            <a:lstStyle/>
            <a:p>
              <a:endParaRPr lang="zh-CN" altLang="en-US"/>
            </a:p>
          </p:txBody>
        </p:sp>
        <p:sp>
          <p:nvSpPr>
            <p:cNvPr id="14" name="矩形 799769"/>
            <p:cNvSpPr>
              <a:spLocks noChangeArrowheads="1"/>
            </p:cNvSpPr>
            <p:nvPr/>
          </p:nvSpPr>
          <p:spPr bwMode="auto">
            <a:xfrm>
              <a:off x="1338" y="670"/>
              <a:ext cx="953" cy="582"/>
            </a:xfrm>
            <a:prstGeom prst="rect">
              <a:avLst/>
            </a:prstGeom>
            <a:solidFill>
              <a:schemeClr val="accent1"/>
            </a:solidFill>
            <a:ln w="9525">
              <a:solidFill>
                <a:schemeClr val="tx1"/>
              </a:solidFill>
              <a:miter lim="800000"/>
              <a:headEnd/>
              <a:tailEnd/>
            </a:ln>
          </p:spPr>
          <p:txBody>
            <a:bodyPr wrap="none" anchor="ctr"/>
            <a:lstStyle/>
            <a:p>
              <a:pPr algn="ctr" eaLnBrk="1" hangingPunct="1"/>
              <a:r>
                <a:rPr lang="zh-CN" altLang="en-US" sz="1600" dirty="0">
                  <a:ea typeface="幼圆" pitchFamily="49" charset="-122"/>
                </a:rPr>
                <a:t>劳动资料</a:t>
              </a:r>
            </a:p>
            <a:p>
              <a:pPr algn="ctr" eaLnBrk="1" hangingPunct="1"/>
              <a:r>
                <a:rPr lang="zh-CN" altLang="en-US" sz="1600" dirty="0">
                  <a:ea typeface="幼圆" pitchFamily="49" charset="-122"/>
                </a:rPr>
                <a:t>（劳动手段）</a:t>
              </a:r>
            </a:p>
          </p:txBody>
        </p:sp>
        <p:sp>
          <p:nvSpPr>
            <p:cNvPr id="15" name="直接连接符 799770"/>
            <p:cNvSpPr>
              <a:spLocks noChangeShapeType="1"/>
            </p:cNvSpPr>
            <p:nvPr/>
          </p:nvSpPr>
          <p:spPr bwMode="auto">
            <a:xfrm>
              <a:off x="884" y="1026"/>
              <a:ext cx="454" cy="0"/>
            </a:xfrm>
            <a:prstGeom prst="line">
              <a:avLst/>
            </a:prstGeom>
            <a:noFill/>
            <a:ln w="57150">
              <a:solidFill>
                <a:srgbClr val="800000"/>
              </a:solidFill>
              <a:round/>
              <a:headEnd/>
              <a:tailEnd type="triangle" w="med" len="med"/>
            </a:ln>
          </p:spPr>
          <p:txBody>
            <a:bodyPr/>
            <a:lstStyle/>
            <a:p>
              <a:endParaRPr lang="zh-CN" altLang="en-US"/>
            </a:p>
          </p:txBody>
        </p:sp>
        <p:sp>
          <p:nvSpPr>
            <p:cNvPr id="16" name="椭圆 799771"/>
            <p:cNvSpPr>
              <a:spLocks noChangeArrowheads="1"/>
            </p:cNvSpPr>
            <p:nvPr/>
          </p:nvSpPr>
          <p:spPr bwMode="auto">
            <a:xfrm>
              <a:off x="2544" y="670"/>
              <a:ext cx="576" cy="454"/>
            </a:xfrm>
            <a:prstGeom prst="ellipse">
              <a:avLst/>
            </a:prstGeom>
            <a:solidFill>
              <a:schemeClr val="accent1"/>
            </a:solidFill>
            <a:ln w="9525">
              <a:solidFill>
                <a:schemeClr val="tx1"/>
              </a:solidFill>
              <a:round/>
              <a:headEnd/>
              <a:tailEnd/>
            </a:ln>
          </p:spPr>
          <p:txBody>
            <a:bodyPr wrap="none" anchor="ctr"/>
            <a:lstStyle/>
            <a:p>
              <a:pPr algn="ctr" eaLnBrk="1" hangingPunct="1"/>
              <a:r>
                <a:rPr lang="zh-CN" altLang="en-US">
                  <a:latin typeface="楷体" pitchFamily="49" charset="-122"/>
                  <a:ea typeface="楷体" pitchFamily="49" charset="-122"/>
                </a:rPr>
                <a:t>生产工具</a:t>
              </a:r>
            </a:p>
          </p:txBody>
        </p:sp>
        <p:sp>
          <p:nvSpPr>
            <p:cNvPr id="17" name="矩形 799772"/>
            <p:cNvSpPr>
              <a:spLocks noChangeArrowheads="1"/>
            </p:cNvSpPr>
            <p:nvPr/>
          </p:nvSpPr>
          <p:spPr bwMode="auto">
            <a:xfrm>
              <a:off x="1338" y="1661"/>
              <a:ext cx="953" cy="453"/>
            </a:xfrm>
            <a:prstGeom prst="rect">
              <a:avLst/>
            </a:prstGeom>
            <a:solidFill>
              <a:schemeClr val="accent1"/>
            </a:solidFill>
            <a:ln w="9525">
              <a:solidFill>
                <a:schemeClr val="tx1"/>
              </a:solidFill>
              <a:miter lim="800000"/>
              <a:headEnd/>
              <a:tailEnd/>
            </a:ln>
          </p:spPr>
          <p:txBody>
            <a:bodyPr wrap="none" anchor="ctr"/>
            <a:lstStyle/>
            <a:p>
              <a:pPr algn="ctr" eaLnBrk="1" hangingPunct="1"/>
              <a:r>
                <a:rPr lang="zh-CN" altLang="en-US">
                  <a:ea typeface="幼圆" pitchFamily="49" charset="-122"/>
                </a:rPr>
                <a:t>劳动对象</a:t>
              </a:r>
            </a:p>
          </p:txBody>
        </p:sp>
        <p:sp>
          <p:nvSpPr>
            <p:cNvPr id="18" name="直接连接符 799773"/>
            <p:cNvSpPr>
              <a:spLocks noChangeShapeType="1"/>
            </p:cNvSpPr>
            <p:nvPr/>
          </p:nvSpPr>
          <p:spPr bwMode="auto">
            <a:xfrm>
              <a:off x="884" y="1888"/>
              <a:ext cx="454" cy="0"/>
            </a:xfrm>
            <a:prstGeom prst="line">
              <a:avLst/>
            </a:prstGeom>
            <a:noFill/>
            <a:ln w="57150">
              <a:solidFill>
                <a:srgbClr val="800000"/>
              </a:solidFill>
              <a:round/>
              <a:headEnd/>
              <a:tailEnd type="triangle" w="med" len="med"/>
            </a:ln>
          </p:spPr>
          <p:txBody>
            <a:bodyPr/>
            <a:lstStyle/>
            <a:p>
              <a:endParaRPr lang="zh-CN" altLang="en-US"/>
            </a:p>
          </p:txBody>
        </p:sp>
        <p:sp>
          <p:nvSpPr>
            <p:cNvPr id="19" name="椭圆 799774"/>
            <p:cNvSpPr>
              <a:spLocks noChangeArrowheads="1"/>
            </p:cNvSpPr>
            <p:nvPr/>
          </p:nvSpPr>
          <p:spPr bwMode="auto">
            <a:xfrm>
              <a:off x="2562" y="1585"/>
              <a:ext cx="576" cy="530"/>
            </a:xfrm>
            <a:prstGeom prst="ellipse">
              <a:avLst/>
            </a:prstGeom>
            <a:solidFill>
              <a:schemeClr val="accent1"/>
            </a:solidFill>
            <a:ln w="9525">
              <a:solidFill>
                <a:schemeClr val="tx1"/>
              </a:solidFill>
              <a:round/>
              <a:headEnd/>
              <a:tailEnd/>
            </a:ln>
          </p:spPr>
          <p:txBody>
            <a:bodyPr wrap="none" anchor="ctr"/>
            <a:lstStyle/>
            <a:p>
              <a:pPr algn="ctr" eaLnBrk="1" hangingPunct="1"/>
              <a:r>
                <a:rPr lang="zh-CN" altLang="en-US" dirty="0">
                  <a:latin typeface="楷体" pitchFamily="49" charset="-122"/>
                  <a:ea typeface="楷体" pitchFamily="49" charset="-122"/>
                </a:rPr>
                <a:t>可能的 </a:t>
              </a:r>
            </a:p>
            <a:p>
              <a:pPr algn="ctr" eaLnBrk="1" hangingPunct="1"/>
              <a:r>
                <a:rPr lang="zh-CN" altLang="en-US" dirty="0">
                  <a:latin typeface="楷体" pitchFamily="49" charset="-122"/>
                  <a:ea typeface="楷体" pitchFamily="49" charset="-122"/>
                </a:rPr>
                <a:t>现实的</a:t>
              </a:r>
            </a:p>
          </p:txBody>
        </p:sp>
        <p:sp>
          <p:nvSpPr>
            <p:cNvPr id="20" name="矩形 799775"/>
            <p:cNvSpPr>
              <a:spLocks noChangeArrowheads="1"/>
            </p:cNvSpPr>
            <p:nvPr/>
          </p:nvSpPr>
          <p:spPr bwMode="auto">
            <a:xfrm>
              <a:off x="1338" y="2432"/>
              <a:ext cx="953" cy="453"/>
            </a:xfrm>
            <a:prstGeom prst="rect">
              <a:avLst/>
            </a:prstGeom>
            <a:solidFill>
              <a:schemeClr val="accent1"/>
            </a:solidFill>
            <a:ln w="38100">
              <a:solidFill>
                <a:srgbClr val="FF0000"/>
              </a:solidFill>
              <a:miter lim="800000"/>
              <a:headEnd/>
              <a:tailEnd/>
            </a:ln>
          </p:spPr>
          <p:txBody>
            <a:bodyPr wrap="none" anchor="ctr"/>
            <a:lstStyle/>
            <a:p>
              <a:pPr algn="ctr" eaLnBrk="1" hangingPunct="1"/>
              <a:r>
                <a:rPr lang="zh-CN" altLang="en-US">
                  <a:ea typeface="幼圆" pitchFamily="49" charset="-122"/>
                </a:rPr>
                <a:t>劳动者</a:t>
              </a:r>
            </a:p>
          </p:txBody>
        </p:sp>
        <p:sp>
          <p:nvSpPr>
            <p:cNvPr id="21" name="直接连接符 799776"/>
            <p:cNvSpPr>
              <a:spLocks noChangeShapeType="1"/>
            </p:cNvSpPr>
            <p:nvPr/>
          </p:nvSpPr>
          <p:spPr bwMode="auto">
            <a:xfrm>
              <a:off x="884" y="2659"/>
              <a:ext cx="454" cy="0"/>
            </a:xfrm>
            <a:prstGeom prst="line">
              <a:avLst/>
            </a:prstGeom>
            <a:noFill/>
            <a:ln w="57150">
              <a:solidFill>
                <a:srgbClr val="800000"/>
              </a:solidFill>
              <a:round/>
              <a:headEnd/>
              <a:tailEnd type="triangle" w="med" len="med"/>
            </a:ln>
          </p:spPr>
          <p:txBody>
            <a:bodyPr/>
            <a:lstStyle/>
            <a:p>
              <a:endParaRPr lang="zh-CN" altLang="en-US"/>
            </a:p>
          </p:txBody>
        </p:sp>
        <p:sp>
          <p:nvSpPr>
            <p:cNvPr id="22" name="椭圆 799777"/>
            <p:cNvSpPr>
              <a:spLocks noChangeArrowheads="1"/>
            </p:cNvSpPr>
            <p:nvPr/>
          </p:nvSpPr>
          <p:spPr bwMode="auto">
            <a:xfrm>
              <a:off x="2562" y="2387"/>
              <a:ext cx="681" cy="454"/>
            </a:xfrm>
            <a:prstGeom prst="ellipse">
              <a:avLst/>
            </a:prstGeom>
            <a:solidFill>
              <a:schemeClr val="accent1"/>
            </a:solidFill>
            <a:ln w="9525">
              <a:solidFill>
                <a:schemeClr val="tx1"/>
              </a:solidFill>
              <a:round/>
              <a:headEnd/>
              <a:tailEnd/>
            </a:ln>
          </p:spPr>
          <p:txBody>
            <a:bodyPr wrap="none" anchor="ctr"/>
            <a:lstStyle/>
            <a:p>
              <a:pPr algn="ctr" eaLnBrk="1" hangingPunct="1"/>
              <a:r>
                <a:rPr lang="zh-CN" altLang="en-US">
                  <a:latin typeface="楷体" pitchFamily="49" charset="-122"/>
                  <a:ea typeface="楷体" pitchFamily="49" charset="-122"/>
                </a:rPr>
                <a:t>体力劳动 </a:t>
              </a:r>
            </a:p>
            <a:p>
              <a:pPr algn="ctr" eaLnBrk="1" hangingPunct="1"/>
              <a:r>
                <a:rPr lang="zh-CN" altLang="en-US">
                  <a:latin typeface="楷体" pitchFamily="49" charset="-122"/>
                  <a:ea typeface="楷体" pitchFamily="49" charset="-122"/>
                </a:rPr>
                <a:t>脑力劳动</a:t>
              </a:r>
            </a:p>
          </p:txBody>
        </p:sp>
        <p:sp>
          <p:nvSpPr>
            <p:cNvPr id="23" name="矩形 799778"/>
            <p:cNvSpPr>
              <a:spLocks noChangeArrowheads="1"/>
            </p:cNvSpPr>
            <p:nvPr/>
          </p:nvSpPr>
          <p:spPr bwMode="auto">
            <a:xfrm>
              <a:off x="1338" y="3113"/>
              <a:ext cx="953" cy="453"/>
            </a:xfrm>
            <a:prstGeom prst="rect">
              <a:avLst/>
            </a:prstGeom>
            <a:solidFill>
              <a:schemeClr val="accent1"/>
            </a:solidFill>
            <a:ln w="9525">
              <a:solidFill>
                <a:schemeClr val="tx1"/>
              </a:solidFill>
              <a:miter lim="800000"/>
              <a:headEnd/>
              <a:tailEnd/>
            </a:ln>
          </p:spPr>
          <p:txBody>
            <a:bodyPr wrap="none" anchor="ctr"/>
            <a:lstStyle/>
            <a:p>
              <a:pPr algn="ctr" eaLnBrk="1" hangingPunct="1"/>
              <a:r>
                <a:rPr lang="zh-CN" altLang="en-US">
                  <a:ea typeface="幼圆" pitchFamily="49" charset="-122"/>
                </a:rPr>
                <a:t>科学技术</a:t>
              </a:r>
            </a:p>
          </p:txBody>
        </p:sp>
        <p:sp>
          <p:nvSpPr>
            <p:cNvPr id="24" name="椭圆 799779"/>
            <p:cNvSpPr>
              <a:spLocks noChangeArrowheads="1"/>
            </p:cNvSpPr>
            <p:nvPr/>
          </p:nvSpPr>
          <p:spPr bwMode="auto">
            <a:xfrm>
              <a:off x="2562" y="3067"/>
              <a:ext cx="681" cy="454"/>
            </a:xfrm>
            <a:prstGeom prst="ellipse">
              <a:avLst/>
            </a:prstGeom>
            <a:solidFill>
              <a:schemeClr val="accent1"/>
            </a:solidFill>
            <a:ln w="9525">
              <a:solidFill>
                <a:schemeClr val="tx1"/>
              </a:solidFill>
              <a:round/>
              <a:headEnd/>
              <a:tailEnd/>
            </a:ln>
          </p:spPr>
          <p:txBody>
            <a:bodyPr wrap="none" anchor="ctr"/>
            <a:lstStyle/>
            <a:p>
              <a:pPr algn="ctr" eaLnBrk="1" hangingPunct="1"/>
              <a:r>
                <a:rPr lang="zh-CN" altLang="en-US" dirty="0">
                  <a:latin typeface="楷体" pitchFamily="49" charset="-122"/>
                  <a:ea typeface="楷体" pitchFamily="49" charset="-122"/>
                </a:rPr>
                <a:t>第一生产力</a:t>
              </a:r>
            </a:p>
          </p:txBody>
        </p:sp>
        <p:sp>
          <p:nvSpPr>
            <p:cNvPr id="25" name="直接连接符 799780"/>
            <p:cNvSpPr>
              <a:spLocks noChangeShapeType="1"/>
            </p:cNvSpPr>
            <p:nvPr/>
          </p:nvSpPr>
          <p:spPr bwMode="auto">
            <a:xfrm>
              <a:off x="930" y="3339"/>
              <a:ext cx="408" cy="0"/>
            </a:xfrm>
            <a:prstGeom prst="line">
              <a:avLst/>
            </a:prstGeom>
            <a:noFill/>
            <a:ln w="57150">
              <a:solidFill>
                <a:srgbClr val="800000"/>
              </a:solidFill>
              <a:round/>
              <a:headEnd/>
              <a:tailEnd type="triangle" w="med" len="med"/>
            </a:ln>
          </p:spPr>
          <p:txBody>
            <a:bodyPr/>
            <a:lstStyle/>
            <a:p>
              <a:endParaRPr lang="zh-CN" altLang="en-US"/>
            </a:p>
          </p:txBody>
        </p:sp>
        <p:sp>
          <p:nvSpPr>
            <p:cNvPr id="26" name="矩形 799784"/>
            <p:cNvSpPr>
              <a:spLocks noChangeArrowheads="1"/>
            </p:cNvSpPr>
            <p:nvPr/>
          </p:nvSpPr>
          <p:spPr bwMode="auto">
            <a:xfrm>
              <a:off x="2290" y="709"/>
              <a:ext cx="468" cy="553"/>
            </a:xfrm>
            <a:prstGeom prst="rect">
              <a:avLst/>
            </a:prstGeom>
            <a:noFill/>
            <a:ln w="9525">
              <a:noFill/>
              <a:miter lim="800000"/>
              <a:headEnd/>
              <a:tailEnd/>
            </a:ln>
          </p:spPr>
          <p:txBody>
            <a:bodyPr wrap="none">
              <a:spAutoFit/>
            </a:bodyPr>
            <a:lstStyle/>
            <a:p>
              <a:pPr eaLnBrk="1" hangingPunct="1"/>
              <a:r>
                <a:rPr lang="zh-CN" altLang="en-US" sz="4400">
                  <a:solidFill>
                    <a:schemeClr val="accent2"/>
                  </a:solidFill>
                  <a:ea typeface="幼圆" pitchFamily="49" charset="-122"/>
                </a:rPr>
                <a:t>：</a:t>
              </a:r>
            </a:p>
          </p:txBody>
        </p:sp>
        <p:sp>
          <p:nvSpPr>
            <p:cNvPr id="27" name="矩形 799785"/>
            <p:cNvSpPr>
              <a:spLocks noChangeArrowheads="1"/>
            </p:cNvSpPr>
            <p:nvPr/>
          </p:nvSpPr>
          <p:spPr bwMode="auto">
            <a:xfrm>
              <a:off x="2290" y="1570"/>
              <a:ext cx="468" cy="553"/>
            </a:xfrm>
            <a:prstGeom prst="rect">
              <a:avLst/>
            </a:prstGeom>
            <a:noFill/>
            <a:ln w="9525">
              <a:noFill/>
              <a:miter lim="800000"/>
              <a:headEnd/>
              <a:tailEnd/>
            </a:ln>
          </p:spPr>
          <p:txBody>
            <a:bodyPr wrap="none">
              <a:spAutoFit/>
            </a:bodyPr>
            <a:lstStyle/>
            <a:p>
              <a:pPr eaLnBrk="1" hangingPunct="1"/>
              <a:r>
                <a:rPr lang="zh-CN" altLang="en-US" sz="4400">
                  <a:solidFill>
                    <a:schemeClr val="accent2"/>
                  </a:solidFill>
                  <a:ea typeface="幼圆" pitchFamily="49" charset="-122"/>
                </a:rPr>
                <a:t>：</a:t>
              </a:r>
            </a:p>
          </p:txBody>
        </p:sp>
        <p:sp>
          <p:nvSpPr>
            <p:cNvPr id="28" name="矩形 799786"/>
            <p:cNvSpPr>
              <a:spLocks noChangeArrowheads="1"/>
            </p:cNvSpPr>
            <p:nvPr/>
          </p:nvSpPr>
          <p:spPr bwMode="auto">
            <a:xfrm>
              <a:off x="2290" y="2296"/>
              <a:ext cx="468" cy="553"/>
            </a:xfrm>
            <a:prstGeom prst="rect">
              <a:avLst/>
            </a:prstGeom>
            <a:noFill/>
            <a:ln w="9525">
              <a:noFill/>
              <a:miter lim="800000"/>
              <a:headEnd/>
              <a:tailEnd/>
            </a:ln>
          </p:spPr>
          <p:txBody>
            <a:bodyPr wrap="none">
              <a:spAutoFit/>
            </a:bodyPr>
            <a:lstStyle/>
            <a:p>
              <a:pPr eaLnBrk="1" hangingPunct="1"/>
              <a:r>
                <a:rPr lang="zh-CN" altLang="en-US" sz="4400">
                  <a:solidFill>
                    <a:schemeClr val="accent2"/>
                  </a:solidFill>
                  <a:ea typeface="幼圆" pitchFamily="49" charset="-122"/>
                </a:rPr>
                <a:t>：</a:t>
              </a:r>
            </a:p>
          </p:txBody>
        </p:sp>
        <p:sp>
          <p:nvSpPr>
            <p:cNvPr id="29" name="矩形 799787"/>
            <p:cNvSpPr>
              <a:spLocks noChangeArrowheads="1"/>
            </p:cNvSpPr>
            <p:nvPr/>
          </p:nvSpPr>
          <p:spPr bwMode="auto">
            <a:xfrm>
              <a:off x="2290" y="3021"/>
              <a:ext cx="468" cy="553"/>
            </a:xfrm>
            <a:prstGeom prst="rect">
              <a:avLst/>
            </a:prstGeom>
            <a:noFill/>
            <a:ln w="9525">
              <a:noFill/>
              <a:miter lim="800000"/>
              <a:headEnd/>
              <a:tailEnd/>
            </a:ln>
          </p:spPr>
          <p:txBody>
            <a:bodyPr wrap="none">
              <a:spAutoFit/>
            </a:bodyPr>
            <a:lstStyle/>
            <a:p>
              <a:pPr eaLnBrk="1" hangingPunct="1"/>
              <a:r>
                <a:rPr lang="zh-CN" altLang="en-US" sz="4400">
                  <a:solidFill>
                    <a:schemeClr val="accent2"/>
                  </a:solidFill>
                  <a:ea typeface="幼圆" pitchFamily="49" charset="-122"/>
                </a:rPr>
                <a:t>：</a:t>
              </a:r>
            </a:p>
          </p:txBody>
        </p:sp>
        <p:sp>
          <p:nvSpPr>
            <p:cNvPr id="30" name="矩形 799788"/>
            <p:cNvSpPr>
              <a:spLocks noChangeArrowheads="1"/>
            </p:cNvSpPr>
            <p:nvPr/>
          </p:nvSpPr>
          <p:spPr bwMode="auto">
            <a:xfrm>
              <a:off x="2290" y="3612"/>
              <a:ext cx="468" cy="553"/>
            </a:xfrm>
            <a:prstGeom prst="rect">
              <a:avLst/>
            </a:prstGeom>
            <a:noFill/>
            <a:ln w="9525">
              <a:noFill/>
              <a:miter lim="800000"/>
              <a:headEnd/>
              <a:tailEnd/>
            </a:ln>
          </p:spPr>
          <p:txBody>
            <a:bodyPr wrap="none">
              <a:spAutoFit/>
            </a:bodyPr>
            <a:lstStyle/>
            <a:p>
              <a:pPr eaLnBrk="1" hangingPunct="1"/>
              <a:r>
                <a:rPr lang="zh-CN" altLang="en-US" sz="4400">
                  <a:solidFill>
                    <a:schemeClr val="accent2"/>
                  </a:solidFill>
                  <a:ea typeface="幼圆" pitchFamily="49" charset="-122"/>
                </a:rPr>
                <a:t>：</a:t>
              </a:r>
            </a:p>
          </p:txBody>
        </p:sp>
        <p:sp>
          <p:nvSpPr>
            <p:cNvPr id="31" name="直接连接符 799791"/>
            <p:cNvSpPr>
              <a:spLocks noChangeShapeType="1"/>
            </p:cNvSpPr>
            <p:nvPr/>
          </p:nvSpPr>
          <p:spPr bwMode="auto">
            <a:xfrm>
              <a:off x="1066" y="2976"/>
              <a:ext cx="2177" cy="0"/>
            </a:xfrm>
            <a:prstGeom prst="line">
              <a:avLst/>
            </a:prstGeom>
            <a:noFill/>
            <a:ln w="79375" cmpd="tri">
              <a:solidFill>
                <a:srgbClr val="0000FF"/>
              </a:solidFill>
              <a:round/>
              <a:headEnd/>
              <a:tailEnd/>
            </a:ln>
          </p:spPr>
          <p:txBody>
            <a:bodyPr/>
            <a:lstStyle/>
            <a:p>
              <a:endParaRPr lang="zh-CN" altLang="en-US"/>
            </a:p>
          </p:txBody>
        </p:sp>
      </p:grpSp>
      <p:sp>
        <p:nvSpPr>
          <p:cNvPr id="32" name="Rectangle 20">
            <a:extLst>
              <a:ext uri="{FF2B5EF4-FFF2-40B4-BE49-F238E27FC236}">
                <a16:creationId xmlns="" xmlns:a16="http://schemas.microsoft.com/office/drawing/2014/main" id="{7D74F329-270B-4003-BE57-1E71B72EE493}"/>
              </a:ext>
            </a:extLst>
          </p:cNvPr>
          <p:cNvSpPr>
            <a:spLocks noChangeArrowheads="1"/>
          </p:cNvSpPr>
          <p:nvPr/>
        </p:nvSpPr>
        <p:spPr bwMode="auto">
          <a:xfrm>
            <a:off x="285720" y="4500570"/>
            <a:ext cx="3500462" cy="1631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kumimoji="1" lang="zh-CN" altLang="en-US" sz="2000" b="1" dirty="0">
                <a:solidFill>
                  <a:srgbClr val="000000"/>
                </a:solidFill>
                <a:latin typeface="楷体_GB2312" pitchFamily="49" charset="-122"/>
                <a:ea typeface="楷体_GB2312" pitchFamily="49" charset="-122"/>
              </a:rPr>
              <a:t>在现代生产活动中，科学技术是先进生产力的</a:t>
            </a:r>
            <a:r>
              <a:rPr kumimoji="1" lang="zh-CN" altLang="en-US" sz="2000" b="1" u="sng" dirty="0">
                <a:solidFill>
                  <a:srgbClr val="000000"/>
                </a:solidFill>
                <a:latin typeface="楷体_GB2312" pitchFamily="49" charset="-122"/>
                <a:ea typeface="楷体_GB2312" pitchFamily="49" charset="-122"/>
              </a:rPr>
              <a:t>集中体现和主要标志，</a:t>
            </a:r>
            <a:r>
              <a:rPr kumimoji="1" lang="zh-CN" altLang="en-US" sz="2000" b="1" dirty="0">
                <a:solidFill>
                  <a:srgbClr val="000000"/>
                </a:solidFill>
                <a:latin typeface="楷体_GB2312" pitchFamily="49" charset="-122"/>
                <a:ea typeface="楷体_GB2312" pitchFamily="49" charset="-122"/>
              </a:rPr>
              <a:t>科学技术成为生产力中首要的起</a:t>
            </a:r>
            <a:r>
              <a:rPr kumimoji="1" lang="zh-CN" altLang="en-US" sz="2000" b="1" u="sng" dirty="0">
                <a:solidFill>
                  <a:srgbClr val="000000"/>
                </a:solidFill>
                <a:latin typeface="楷体_GB2312" pitchFamily="49" charset="-122"/>
                <a:ea typeface="楷体_GB2312" pitchFamily="49" charset="-122"/>
              </a:rPr>
              <a:t>决定作用</a:t>
            </a:r>
            <a:r>
              <a:rPr kumimoji="1" lang="zh-CN" altLang="en-US" sz="2000" b="1" dirty="0">
                <a:solidFill>
                  <a:srgbClr val="000000"/>
                </a:solidFill>
                <a:latin typeface="楷体_GB2312" pitchFamily="49" charset="-122"/>
                <a:ea typeface="楷体_GB2312" pitchFamily="49" charset="-122"/>
              </a:rPr>
              <a:t>的要素。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矩形 752657"/>
          <p:cNvSpPr>
            <a:spLocks noChangeArrowheads="1"/>
          </p:cNvSpPr>
          <p:nvPr/>
        </p:nvSpPr>
        <p:spPr bwMode="auto">
          <a:xfrm>
            <a:off x="4787900" y="5229225"/>
            <a:ext cx="3960813" cy="336550"/>
          </a:xfrm>
          <a:prstGeom prst="rect">
            <a:avLst/>
          </a:prstGeom>
          <a:noFill/>
          <a:ln w="9525">
            <a:noFill/>
            <a:miter lim="800000"/>
            <a:headEnd/>
            <a:tailEnd/>
          </a:ln>
        </p:spPr>
        <p:txBody>
          <a:bodyPr>
            <a:spAutoFit/>
          </a:bodyPr>
          <a:lstStyle/>
          <a:p>
            <a:pPr eaLnBrk="1" hangingPunct="1"/>
            <a:r>
              <a:rPr lang="zh-CN" altLang="en-US" sz="1600">
                <a:solidFill>
                  <a:schemeClr val="bg1"/>
                </a:solidFill>
                <a:ea typeface="幼圆" pitchFamily="49" charset="-122"/>
              </a:rPr>
              <a:t>（人们在再生产的过程中结成的相互关系）</a:t>
            </a:r>
          </a:p>
        </p:txBody>
      </p:sp>
      <p:sp>
        <p:nvSpPr>
          <p:cNvPr id="38918" name="矩形 752663"/>
          <p:cNvSpPr>
            <a:spLocks noChangeArrowheads="1"/>
          </p:cNvSpPr>
          <p:nvPr/>
        </p:nvSpPr>
        <p:spPr bwMode="auto">
          <a:xfrm>
            <a:off x="428596" y="1428736"/>
            <a:ext cx="2500330" cy="1873250"/>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zh-CN" altLang="en-US" sz="2000" b="1" dirty="0">
                <a:solidFill>
                  <a:srgbClr val="FF0000"/>
                </a:solidFill>
                <a:latin typeface="幼圆" pitchFamily="49" charset="-122"/>
                <a:ea typeface="幼圆" pitchFamily="49" charset="-122"/>
              </a:rPr>
              <a:t>生产关系包括：</a:t>
            </a:r>
          </a:p>
          <a:p>
            <a:pPr eaLnBrk="1" hangingPunct="1">
              <a:lnSpc>
                <a:spcPct val="125000"/>
              </a:lnSpc>
              <a:spcBef>
                <a:spcPct val="20000"/>
              </a:spcBef>
            </a:pPr>
            <a:r>
              <a:rPr lang="zh-CN" altLang="en-US" sz="2000" b="1" dirty="0" smtClean="0">
                <a:solidFill>
                  <a:srgbClr val="3333FF"/>
                </a:solidFill>
                <a:latin typeface="楷体" pitchFamily="49" charset="-122"/>
                <a:ea typeface="楷体" pitchFamily="49" charset="-122"/>
              </a:rPr>
              <a:t>生产资料所有制</a:t>
            </a:r>
            <a:r>
              <a:rPr lang="zh-CN" altLang="en-US" sz="2000" b="1" dirty="0">
                <a:solidFill>
                  <a:srgbClr val="3333FF"/>
                </a:solidFill>
                <a:latin typeface="楷体" pitchFamily="49" charset="-122"/>
                <a:ea typeface="楷体" pitchFamily="49" charset="-122"/>
              </a:rPr>
              <a:t>关系</a:t>
            </a:r>
          </a:p>
          <a:p>
            <a:pPr eaLnBrk="1" hangingPunct="1">
              <a:lnSpc>
                <a:spcPct val="125000"/>
              </a:lnSpc>
              <a:spcBef>
                <a:spcPct val="20000"/>
              </a:spcBef>
            </a:pPr>
            <a:r>
              <a:rPr lang="zh-CN" altLang="en-US" sz="2000" b="1" dirty="0" smtClean="0">
                <a:solidFill>
                  <a:srgbClr val="3333FF"/>
                </a:solidFill>
                <a:latin typeface="楷体" pitchFamily="49" charset="-122"/>
                <a:ea typeface="楷体" pitchFamily="49" charset="-122"/>
              </a:rPr>
              <a:t>生产</a:t>
            </a:r>
            <a:r>
              <a:rPr lang="zh-CN" altLang="en-US" sz="2000" b="1" dirty="0">
                <a:solidFill>
                  <a:srgbClr val="3333FF"/>
                </a:solidFill>
                <a:latin typeface="楷体" pitchFamily="49" charset="-122"/>
                <a:ea typeface="楷体" pitchFamily="49" charset="-122"/>
              </a:rPr>
              <a:t>中人与人的关系</a:t>
            </a:r>
          </a:p>
          <a:p>
            <a:pPr eaLnBrk="1" hangingPunct="1">
              <a:lnSpc>
                <a:spcPct val="125000"/>
              </a:lnSpc>
              <a:spcBef>
                <a:spcPct val="20000"/>
              </a:spcBef>
            </a:pPr>
            <a:r>
              <a:rPr lang="zh-CN" altLang="en-US" sz="2000" b="1" dirty="0" smtClean="0">
                <a:solidFill>
                  <a:srgbClr val="3333FF"/>
                </a:solidFill>
                <a:latin typeface="楷体" pitchFamily="49" charset="-122"/>
                <a:ea typeface="楷体" pitchFamily="49" charset="-122"/>
              </a:rPr>
              <a:t>产品</a:t>
            </a:r>
            <a:r>
              <a:rPr lang="zh-CN" altLang="en-US" sz="2000" b="1" dirty="0">
                <a:solidFill>
                  <a:srgbClr val="3333FF"/>
                </a:solidFill>
                <a:latin typeface="楷体" pitchFamily="49" charset="-122"/>
                <a:ea typeface="楷体" pitchFamily="49" charset="-122"/>
              </a:rPr>
              <a:t>分配关系</a:t>
            </a:r>
          </a:p>
        </p:txBody>
      </p:sp>
      <p:sp>
        <p:nvSpPr>
          <p:cNvPr id="38919" name="矩形 752669" descr="白色大理石"/>
          <p:cNvSpPr>
            <a:spLocks noChangeArrowheads="1" noChangeShapeType="1" noTextEdit="1"/>
          </p:cNvSpPr>
          <p:nvPr/>
        </p:nvSpPr>
        <p:spPr bwMode="auto">
          <a:xfrm>
            <a:off x="428596" y="3786190"/>
            <a:ext cx="2500330" cy="142876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kern="10" dirty="0">
                <a:ln w="9525">
                  <a:round/>
                  <a:headEnd/>
                  <a:tailEnd/>
                </a:ln>
                <a:blipFill dpi="0" rotWithShape="0">
                  <a:blip r:embed="rId2"/>
                  <a:srcRect/>
                  <a:tile tx="0" ty="0" sx="100000" sy="100000" flip="none" algn="tl"/>
                </a:blipFill>
                <a:latin typeface="宋体"/>
                <a:ea typeface="宋体"/>
              </a:rPr>
              <a:t>生产资料的</a:t>
            </a:r>
            <a:r>
              <a:rPr lang="zh-CN" altLang="en-US" sz="3600" kern="10" dirty="0" smtClean="0">
                <a:ln w="9525">
                  <a:round/>
                  <a:headEnd/>
                  <a:tailEnd/>
                </a:ln>
                <a:blipFill dpi="0" rotWithShape="0">
                  <a:blip r:embed="rId2"/>
                  <a:srcRect/>
                  <a:tile tx="0" ty="0" sx="100000" sy="100000" flip="none" algn="tl"/>
                </a:blipFill>
                <a:latin typeface="宋体"/>
                <a:ea typeface="宋体"/>
              </a:rPr>
              <a:t>所有制</a:t>
            </a:r>
            <a:endParaRPr lang="en-US" altLang="zh-CN" sz="3600" kern="10" dirty="0" smtClean="0">
              <a:ln w="9525">
                <a:round/>
                <a:headEnd/>
                <a:tailEnd/>
              </a:ln>
              <a:blipFill dpi="0" rotWithShape="0">
                <a:blip r:embed="rId2"/>
                <a:srcRect/>
                <a:tile tx="0" ty="0" sx="100000" sy="100000" flip="none" algn="tl"/>
              </a:blipFill>
              <a:latin typeface="宋体"/>
              <a:ea typeface="宋体"/>
            </a:endParaRPr>
          </a:p>
          <a:p>
            <a:pPr algn="ctr"/>
            <a:r>
              <a:rPr lang="zh-CN" altLang="en-US" sz="3600" kern="10" dirty="0" smtClean="0">
                <a:ln w="9525">
                  <a:round/>
                  <a:headEnd/>
                  <a:tailEnd/>
                </a:ln>
                <a:blipFill dpi="0" rotWithShape="0">
                  <a:blip r:embed="rId2"/>
                  <a:srcRect/>
                  <a:tile tx="0" ty="0" sx="100000" sy="100000" flip="none" algn="tl"/>
                </a:blipFill>
                <a:latin typeface="宋体"/>
                <a:ea typeface="宋体"/>
              </a:rPr>
              <a:t>关系</a:t>
            </a:r>
            <a:r>
              <a:rPr lang="zh-CN" altLang="en-US" sz="3600" kern="10" dirty="0">
                <a:ln w="9525">
                  <a:round/>
                  <a:headEnd/>
                  <a:tailEnd/>
                </a:ln>
                <a:blipFill dpi="0" rotWithShape="0">
                  <a:blip r:embed="rId2"/>
                  <a:srcRect/>
                  <a:tile tx="0" ty="0" sx="100000" sy="100000" flip="none" algn="tl"/>
                </a:blipFill>
                <a:latin typeface="宋体"/>
                <a:ea typeface="宋体"/>
              </a:rPr>
              <a:t>是最基本的</a:t>
            </a:r>
          </a:p>
        </p:txBody>
      </p:sp>
      <p:sp>
        <p:nvSpPr>
          <p:cNvPr id="38920" name="文本框 752671"/>
          <p:cNvSpPr txBox="1">
            <a:spLocks noChangeArrowheads="1"/>
          </p:cNvSpPr>
          <p:nvPr/>
        </p:nvSpPr>
        <p:spPr bwMode="auto">
          <a:xfrm>
            <a:off x="428596" y="357166"/>
            <a:ext cx="8215370" cy="938719"/>
          </a:xfrm>
          <a:prstGeom prst="rect">
            <a:avLst/>
          </a:prstGeom>
          <a:solidFill>
            <a:srgbClr val="FFFF99"/>
          </a:solidFill>
          <a:ln w="38100">
            <a:solidFill>
              <a:srgbClr val="FF3300"/>
            </a:solidFill>
            <a:miter lim="800000"/>
            <a:headEnd/>
            <a:tailEnd/>
          </a:ln>
        </p:spPr>
        <p:txBody>
          <a:bodyPr wrap="square">
            <a:spAutoFit/>
          </a:bodyPr>
          <a:lstStyle/>
          <a:p>
            <a:pPr eaLnBrk="1" hangingPunct="1">
              <a:lnSpc>
                <a:spcPct val="125000"/>
              </a:lnSpc>
            </a:pPr>
            <a:r>
              <a:rPr lang="en-US" altLang="zh-CN" sz="2400" b="1" dirty="0">
                <a:solidFill>
                  <a:srgbClr val="3333FF"/>
                </a:solidFill>
                <a:latin typeface="华文行楷" pitchFamily="2" charset="-122"/>
                <a:ea typeface="华文行楷" pitchFamily="2" charset="-122"/>
              </a:rPr>
              <a:t>    </a:t>
            </a:r>
            <a:r>
              <a:rPr lang="zh-CN" altLang="en-US" sz="2400" b="1" dirty="0" smtClean="0">
                <a:solidFill>
                  <a:srgbClr val="3333FF"/>
                </a:solidFill>
                <a:latin typeface="华文行楷" pitchFamily="2" charset="-122"/>
                <a:ea typeface="华文行楷" pitchFamily="2" charset="-122"/>
              </a:rPr>
              <a:t>生产关系：</a:t>
            </a:r>
            <a:r>
              <a:rPr lang="zh-CN" altLang="en-US" sz="2000" b="1" dirty="0" smtClean="0">
                <a:solidFill>
                  <a:srgbClr val="3333FF"/>
                </a:solidFill>
                <a:latin typeface="楷体" pitchFamily="49" charset="-122"/>
                <a:ea typeface="楷体" pitchFamily="49" charset="-122"/>
              </a:rPr>
              <a:t>人们</a:t>
            </a:r>
            <a:r>
              <a:rPr lang="zh-CN" altLang="en-US" sz="2000" b="1" dirty="0">
                <a:solidFill>
                  <a:srgbClr val="3333FF"/>
                </a:solidFill>
                <a:latin typeface="楷体" pitchFamily="49" charset="-122"/>
                <a:ea typeface="楷体" pitchFamily="49" charset="-122"/>
              </a:rPr>
              <a:t>在物质生产过程中形成的不以人的意志为转移的经济关系。</a:t>
            </a:r>
            <a:endParaRPr lang="zh-CN" altLang="en-US" sz="2000" dirty="0">
              <a:latin typeface="楷体" pitchFamily="49" charset="-122"/>
              <a:ea typeface="楷体" pitchFamily="49" charset="-122"/>
            </a:endParaRPr>
          </a:p>
        </p:txBody>
      </p:sp>
      <p:sp>
        <p:nvSpPr>
          <p:cNvPr id="10" name="文本框 800777"/>
          <p:cNvSpPr txBox="1">
            <a:spLocks noChangeArrowheads="1"/>
          </p:cNvSpPr>
          <p:nvPr/>
        </p:nvSpPr>
        <p:spPr bwMode="auto">
          <a:xfrm>
            <a:off x="3214678" y="1428736"/>
            <a:ext cx="5429288" cy="784830"/>
          </a:xfrm>
          <a:prstGeom prst="rect">
            <a:avLst/>
          </a:prstGeom>
          <a:solidFill>
            <a:srgbClr val="FFFF99"/>
          </a:solidFill>
          <a:ln w="19050">
            <a:solidFill>
              <a:srgbClr val="FF3300"/>
            </a:solidFill>
            <a:miter lim="800000"/>
            <a:headEnd/>
            <a:tailEnd/>
          </a:ln>
        </p:spPr>
        <p:txBody>
          <a:bodyPr wrap="square">
            <a:spAutoFit/>
          </a:bodyPr>
          <a:lstStyle/>
          <a:p>
            <a:pPr eaLnBrk="1" hangingPunct="1">
              <a:lnSpc>
                <a:spcPct val="125000"/>
              </a:lnSpc>
            </a:pPr>
            <a:r>
              <a:rPr lang="zh-CN" altLang="en-US" b="1" dirty="0">
                <a:solidFill>
                  <a:srgbClr val="3333FF"/>
                </a:solidFill>
                <a:latin typeface="Arial" pitchFamily="34" charset="0"/>
                <a:ea typeface="幼圆" pitchFamily="49" charset="-122"/>
              </a:rPr>
              <a:t>历史上在社会中占统治地位的生产关系，依据生产资料所有制关系的性质，区分为两种类型：</a:t>
            </a:r>
          </a:p>
        </p:txBody>
      </p:sp>
      <p:grpSp>
        <p:nvGrpSpPr>
          <p:cNvPr id="11" name="组合 800800"/>
          <p:cNvGrpSpPr>
            <a:grpSpLocks/>
          </p:cNvGrpSpPr>
          <p:nvPr/>
        </p:nvGrpSpPr>
        <p:grpSpPr bwMode="auto">
          <a:xfrm>
            <a:off x="3214678" y="2357430"/>
            <a:ext cx="5416550" cy="3786528"/>
            <a:chOff x="331" y="1071"/>
            <a:chExt cx="3412" cy="2545"/>
          </a:xfrm>
        </p:grpSpPr>
        <p:sp>
          <p:nvSpPr>
            <p:cNvPr id="12" name="矩形 800783"/>
            <p:cNvSpPr>
              <a:spLocks noChangeArrowheads="1"/>
            </p:cNvSpPr>
            <p:nvPr/>
          </p:nvSpPr>
          <p:spPr bwMode="auto">
            <a:xfrm>
              <a:off x="340" y="1298"/>
              <a:ext cx="1341" cy="576"/>
            </a:xfrm>
            <a:prstGeom prst="rect">
              <a:avLst/>
            </a:prstGeom>
            <a:solidFill>
              <a:schemeClr val="accent1"/>
            </a:solidFill>
            <a:ln w="9525">
              <a:solidFill>
                <a:schemeClr val="tx1"/>
              </a:solidFill>
              <a:miter lim="800000"/>
              <a:headEnd/>
              <a:tailEnd/>
            </a:ln>
          </p:spPr>
          <p:txBody>
            <a:bodyPr wrap="none" anchor="ctr"/>
            <a:lstStyle/>
            <a:p>
              <a:pPr algn="ctr" eaLnBrk="1" hangingPunct="1">
                <a:lnSpc>
                  <a:spcPct val="125000"/>
                </a:lnSpc>
              </a:pPr>
              <a:r>
                <a:rPr lang="zh-CN" altLang="en-US" sz="2000" b="1" dirty="0">
                  <a:solidFill>
                    <a:srgbClr val="990000"/>
                  </a:solidFill>
                  <a:ea typeface="幼圆" pitchFamily="49" charset="-122"/>
                </a:rPr>
                <a:t>生产资料公有制</a:t>
              </a:r>
            </a:p>
            <a:p>
              <a:pPr algn="ctr" eaLnBrk="1" hangingPunct="1">
                <a:lnSpc>
                  <a:spcPct val="125000"/>
                </a:lnSpc>
              </a:pPr>
              <a:r>
                <a:rPr lang="zh-CN" altLang="en-US" sz="2000" b="1" dirty="0">
                  <a:solidFill>
                    <a:srgbClr val="990000"/>
                  </a:solidFill>
                  <a:ea typeface="幼圆" pitchFamily="49" charset="-122"/>
                </a:rPr>
                <a:t>为基础的生产关系</a:t>
              </a:r>
            </a:p>
          </p:txBody>
        </p:sp>
        <p:sp>
          <p:nvSpPr>
            <p:cNvPr id="13" name="矩形 800784"/>
            <p:cNvSpPr>
              <a:spLocks noChangeArrowheads="1"/>
            </p:cNvSpPr>
            <p:nvPr/>
          </p:nvSpPr>
          <p:spPr bwMode="auto">
            <a:xfrm>
              <a:off x="331" y="2690"/>
              <a:ext cx="1315" cy="576"/>
            </a:xfrm>
            <a:prstGeom prst="rect">
              <a:avLst/>
            </a:prstGeom>
            <a:solidFill>
              <a:schemeClr val="accent1"/>
            </a:solidFill>
            <a:ln w="9525">
              <a:solidFill>
                <a:schemeClr val="tx1"/>
              </a:solidFill>
              <a:miter lim="800000"/>
              <a:headEnd/>
              <a:tailEnd/>
            </a:ln>
          </p:spPr>
          <p:txBody>
            <a:bodyPr wrap="none" anchor="ctr"/>
            <a:lstStyle/>
            <a:p>
              <a:pPr algn="ctr" eaLnBrk="1" hangingPunct="1"/>
              <a:r>
                <a:rPr lang="zh-CN" altLang="en-US" sz="2000" b="1" dirty="0">
                  <a:solidFill>
                    <a:srgbClr val="990000"/>
                  </a:solidFill>
                  <a:ea typeface="幼圆" pitchFamily="49" charset="-122"/>
                </a:rPr>
                <a:t>生产资料私有制</a:t>
              </a:r>
            </a:p>
            <a:p>
              <a:pPr algn="ctr" eaLnBrk="1" hangingPunct="1"/>
              <a:r>
                <a:rPr lang="zh-CN" altLang="en-US" sz="2000" b="1" dirty="0">
                  <a:solidFill>
                    <a:srgbClr val="990000"/>
                  </a:solidFill>
                  <a:ea typeface="幼圆" pitchFamily="49" charset="-122"/>
                </a:rPr>
                <a:t>为基础的生产关系</a:t>
              </a:r>
            </a:p>
          </p:txBody>
        </p:sp>
        <p:sp>
          <p:nvSpPr>
            <p:cNvPr id="14" name="矩形 800785"/>
            <p:cNvSpPr>
              <a:spLocks noChangeArrowheads="1"/>
            </p:cNvSpPr>
            <p:nvPr/>
          </p:nvSpPr>
          <p:spPr bwMode="auto">
            <a:xfrm>
              <a:off x="1338" y="1253"/>
              <a:ext cx="499" cy="634"/>
            </a:xfrm>
            <a:prstGeom prst="rect">
              <a:avLst/>
            </a:prstGeom>
            <a:noFill/>
            <a:ln w="9525">
              <a:noFill/>
              <a:miter lim="800000"/>
              <a:headEnd/>
              <a:tailEnd/>
            </a:ln>
          </p:spPr>
          <p:txBody>
            <a:bodyPr>
              <a:spAutoFit/>
            </a:bodyPr>
            <a:lstStyle/>
            <a:p>
              <a:pPr eaLnBrk="1" hangingPunct="1"/>
              <a:r>
                <a:rPr lang="zh-CN" altLang="en-US" sz="6000">
                  <a:solidFill>
                    <a:srgbClr val="FF0000"/>
                  </a:solidFill>
                  <a:ea typeface="幼圆" pitchFamily="49" charset="-122"/>
                </a:rPr>
                <a:t>｛</a:t>
              </a:r>
            </a:p>
          </p:txBody>
        </p:sp>
        <p:sp>
          <p:nvSpPr>
            <p:cNvPr id="15" name="矩形 800787"/>
            <p:cNvSpPr>
              <a:spLocks noChangeArrowheads="1"/>
            </p:cNvSpPr>
            <p:nvPr/>
          </p:nvSpPr>
          <p:spPr bwMode="auto">
            <a:xfrm>
              <a:off x="1291" y="2642"/>
              <a:ext cx="499" cy="634"/>
            </a:xfrm>
            <a:prstGeom prst="rect">
              <a:avLst/>
            </a:prstGeom>
            <a:noFill/>
            <a:ln w="9525">
              <a:noFill/>
              <a:miter lim="800000"/>
              <a:headEnd/>
              <a:tailEnd/>
            </a:ln>
          </p:spPr>
          <p:txBody>
            <a:bodyPr>
              <a:spAutoFit/>
            </a:bodyPr>
            <a:lstStyle/>
            <a:p>
              <a:pPr eaLnBrk="1" hangingPunct="1"/>
              <a:r>
                <a:rPr lang="zh-CN" altLang="en-US" sz="6000" dirty="0">
                  <a:solidFill>
                    <a:srgbClr val="FF0000"/>
                  </a:solidFill>
                  <a:ea typeface="幼圆" pitchFamily="49" charset="-122"/>
                </a:rPr>
                <a:t>｛</a:t>
              </a:r>
            </a:p>
          </p:txBody>
        </p:sp>
        <p:sp>
          <p:nvSpPr>
            <p:cNvPr id="16" name="矩形 800791"/>
            <p:cNvSpPr>
              <a:spLocks noChangeArrowheads="1"/>
            </p:cNvSpPr>
            <p:nvPr/>
          </p:nvSpPr>
          <p:spPr bwMode="auto">
            <a:xfrm>
              <a:off x="1819" y="2205"/>
              <a:ext cx="1924" cy="1411"/>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zh-CN" altLang="en-US" sz="2000" b="1" dirty="0" smtClean="0">
                  <a:solidFill>
                    <a:srgbClr val="3333FF"/>
                  </a:solidFill>
                  <a:latin typeface="楷体" pitchFamily="49" charset="-122"/>
                  <a:ea typeface="楷体" pitchFamily="49" charset="-122"/>
                </a:rPr>
                <a:t>生产资料</a:t>
              </a:r>
              <a:r>
                <a:rPr lang="zh-CN" altLang="en-US" sz="2000" b="1" dirty="0">
                  <a:solidFill>
                    <a:srgbClr val="3333FF"/>
                  </a:solidFill>
                  <a:latin typeface="楷体" pitchFamily="49" charset="-122"/>
                  <a:ea typeface="楷体" pitchFamily="49" charset="-122"/>
                </a:rPr>
                <a:t>归少数非劳动者占有，劳动者占有很少或根本没有生产资料并在生产中处于被支配地位，人与人关系</a:t>
              </a:r>
              <a:r>
                <a:rPr lang="zh-CN" altLang="en-US" sz="2000" b="1" dirty="0">
                  <a:solidFill>
                    <a:srgbClr val="FF0000"/>
                  </a:solidFill>
                  <a:latin typeface="楷体" pitchFamily="49" charset="-122"/>
                  <a:ea typeface="楷体" pitchFamily="49" charset="-122"/>
                </a:rPr>
                <a:t>包含剥削</a:t>
              </a:r>
              <a:r>
                <a:rPr lang="zh-CN" altLang="en-US" sz="2000" b="1" dirty="0" smtClean="0">
                  <a:solidFill>
                    <a:srgbClr val="FF0000"/>
                  </a:solidFill>
                  <a:latin typeface="楷体" pitchFamily="49" charset="-122"/>
                  <a:ea typeface="楷体" pitchFamily="49" charset="-122"/>
                </a:rPr>
                <a:t>关系</a:t>
              </a:r>
              <a:r>
                <a:rPr lang="zh-CN" altLang="en-US" sz="2000" b="1" dirty="0" smtClean="0">
                  <a:solidFill>
                    <a:srgbClr val="3333FF"/>
                  </a:solidFill>
                  <a:latin typeface="楷体" pitchFamily="49" charset="-122"/>
                  <a:ea typeface="楷体" pitchFamily="49" charset="-122"/>
                </a:rPr>
                <a:t>。</a:t>
              </a:r>
              <a:endParaRPr lang="zh-CN" altLang="en-US" sz="2000" b="1" dirty="0">
                <a:solidFill>
                  <a:srgbClr val="3333FF"/>
                </a:solidFill>
                <a:latin typeface="楷体" pitchFamily="49" charset="-122"/>
                <a:ea typeface="楷体" pitchFamily="49" charset="-122"/>
              </a:endParaRPr>
            </a:p>
          </p:txBody>
        </p:sp>
        <p:sp>
          <p:nvSpPr>
            <p:cNvPr id="17" name="矩形 800794"/>
            <p:cNvSpPr>
              <a:spLocks noChangeArrowheads="1"/>
            </p:cNvSpPr>
            <p:nvPr/>
          </p:nvSpPr>
          <p:spPr bwMode="auto">
            <a:xfrm>
              <a:off x="1837" y="1071"/>
              <a:ext cx="1906" cy="1044"/>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zh-CN" altLang="en-US" sz="2000" b="1" dirty="0" smtClean="0">
                  <a:solidFill>
                    <a:srgbClr val="3333FF"/>
                  </a:solidFill>
                  <a:latin typeface="楷体" pitchFamily="49" charset="-122"/>
                  <a:ea typeface="楷体" pitchFamily="49" charset="-122"/>
                </a:rPr>
                <a:t>生产资料</a:t>
              </a:r>
              <a:r>
                <a:rPr lang="zh-CN" altLang="en-US" sz="2000" b="1" dirty="0">
                  <a:solidFill>
                    <a:srgbClr val="3333FF"/>
                  </a:solidFill>
                  <a:latin typeface="楷体" pitchFamily="49" charset="-122"/>
                  <a:ea typeface="楷体" pitchFamily="49" charset="-122"/>
                </a:rPr>
                <a:t>为劳动者共同占有，人们在生产过程中处于平等地位，产品分配上</a:t>
              </a:r>
              <a:r>
                <a:rPr lang="zh-CN" altLang="en-US" sz="2000" b="1" dirty="0">
                  <a:solidFill>
                    <a:srgbClr val="FF0000"/>
                  </a:solidFill>
                  <a:latin typeface="楷体" pitchFamily="49" charset="-122"/>
                  <a:ea typeface="楷体" pitchFamily="49" charset="-122"/>
                </a:rPr>
                <a:t>不存在剥削</a:t>
              </a:r>
              <a:r>
                <a:rPr lang="zh-CN" altLang="en-US" sz="2000" b="1" dirty="0">
                  <a:solidFill>
                    <a:srgbClr val="3333FF"/>
                  </a:solidFill>
                  <a:latin typeface="楷体" pitchFamily="49" charset="-122"/>
                  <a:ea typeface="楷体" pitchFamily="49" charset="-122"/>
                </a:rPr>
                <a:t>。</a:t>
              </a:r>
            </a:p>
          </p:txBody>
        </p:sp>
      </p:grpSp>
      <p:sp>
        <p:nvSpPr>
          <p:cNvPr id="18" name="直接连接符 800803"/>
          <p:cNvSpPr>
            <a:spLocks noChangeShapeType="1"/>
          </p:cNvSpPr>
          <p:nvPr/>
        </p:nvSpPr>
        <p:spPr bwMode="auto">
          <a:xfrm>
            <a:off x="4286248" y="3500438"/>
            <a:ext cx="0" cy="1296987"/>
          </a:xfrm>
          <a:prstGeom prst="line">
            <a:avLst/>
          </a:prstGeom>
          <a:noFill/>
          <a:ln w="57150">
            <a:solidFill>
              <a:srgbClr val="800080"/>
            </a:solidFill>
            <a:round/>
            <a:headEnd/>
            <a:tailEnd type="triangle" w="med" len="med"/>
          </a:ln>
        </p:spPr>
        <p:txBody>
          <a:bodyPr/>
          <a:lstStyle/>
          <a:p>
            <a:endParaRPr lang="zh-CN" altLang="en-US"/>
          </a:p>
        </p:txBody>
      </p:sp>
      <p:sp>
        <p:nvSpPr>
          <p:cNvPr id="19" name="矩形 800804"/>
          <p:cNvSpPr/>
          <p:nvPr/>
        </p:nvSpPr>
        <p:spPr>
          <a:xfrm>
            <a:off x="3786182" y="3786190"/>
            <a:ext cx="412750" cy="644525"/>
          </a:xfrm>
          <a:prstGeom prst="rect">
            <a:avLst/>
          </a:prstGeom>
          <a:solidFill>
            <a:schemeClr val="accent3">
              <a:lumMod val="95000"/>
            </a:schemeClr>
          </a:solidFill>
          <a:ln w="9525">
            <a:noFill/>
          </a:ln>
        </p:spPr>
        <p:txBody>
          <a:bodyPr>
            <a:spAutoFit/>
          </a:bodyPr>
          <a:lstStyle/>
          <a:p>
            <a:pPr algn="ctr" eaLnBrk="1" hangingPunct="1">
              <a:buFont typeface="Arial" panose="020B0604020202020204" pitchFamily="34" charset="0"/>
              <a:buNone/>
              <a:defRPr/>
            </a:pPr>
            <a:r>
              <a:rPr lang="zh-CN" altLang="en-US" noProof="1">
                <a:solidFill>
                  <a:srgbClr val="990000"/>
                </a:solidFill>
                <a:latin typeface="楷体" panose="02010609060101010101" charset="-122"/>
                <a:ea typeface="楷体" panose="02010609060101010101" charset="-122"/>
              </a:rPr>
              <a:t>取</a:t>
            </a:r>
          </a:p>
          <a:p>
            <a:pPr algn="ctr" eaLnBrk="1" hangingPunct="1">
              <a:buFont typeface="Arial" panose="020B0604020202020204" pitchFamily="34" charset="0"/>
              <a:buNone/>
              <a:defRPr/>
            </a:pPr>
            <a:r>
              <a:rPr lang="zh-CN" altLang="en-US" noProof="1">
                <a:solidFill>
                  <a:srgbClr val="990000"/>
                </a:solidFill>
                <a:latin typeface="楷体" panose="02010609060101010101" charset="-122"/>
                <a:ea typeface="楷体" panose="02010609060101010101" charset="-122"/>
              </a:rPr>
              <a:t>代</a:t>
            </a:r>
          </a:p>
        </p:txBody>
      </p:sp>
      <p:sp>
        <p:nvSpPr>
          <p:cNvPr id="20" name="矩形 800805"/>
          <p:cNvSpPr>
            <a:spLocks noChangeArrowheads="1"/>
          </p:cNvSpPr>
          <p:nvPr/>
        </p:nvSpPr>
        <p:spPr bwMode="auto">
          <a:xfrm>
            <a:off x="4429124" y="3643314"/>
            <a:ext cx="673100" cy="1008063"/>
          </a:xfrm>
          <a:prstGeom prst="rect">
            <a:avLst/>
          </a:prstGeom>
          <a:noFill/>
          <a:ln w="9525">
            <a:noFill/>
            <a:miter lim="800000"/>
            <a:headEnd/>
            <a:tailEnd/>
          </a:ln>
        </p:spPr>
        <p:txBody>
          <a:bodyPr vert="eaVert">
            <a:spAutoFit/>
          </a:bodyPr>
          <a:lstStyle/>
          <a:p>
            <a:pPr algn="ctr" eaLnBrk="1" hangingPunct="1"/>
            <a:r>
              <a:rPr lang="zh-CN" altLang="en-US" sz="1600" dirty="0">
                <a:solidFill>
                  <a:schemeClr val="tx2"/>
                </a:solidFill>
                <a:ea typeface="幼圆" pitchFamily="49" charset="-122"/>
              </a:rPr>
              <a:t>随着生产力的发展</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759815"/>
          <p:cNvSpPr>
            <a:spLocks noChangeArrowheads="1"/>
          </p:cNvSpPr>
          <p:nvPr/>
        </p:nvSpPr>
        <p:spPr bwMode="auto">
          <a:xfrm>
            <a:off x="500034" y="3143248"/>
            <a:ext cx="4248150" cy="503238"/>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sz="2000">
                <a:solidFill>
                  <a:srgbClr val="990000"/>
                </a:solidFill>
                <a:latin typeface="楷体" pitchFamily="49" charset="-122"/>
                <a:ea typeface="楷体" pitchFamily="49" charset="-122"/>
              </a:rPr>
              <a:t> </a:t>
            </a:r>
            <a:r>
              <a:rPr lang="zh-CN" altLang="en-US" sz="2000" b="1">
                <a:solidFill>
                  <a:srgbClr val="990000"/>
                </a:solidFill>
                <a:latin typeface="楷体" pitchFamily="49" charset="-122"/>
                <a:ea typeface="楷体" pitchFamily="49" charset="-122"/>
              </a:rPr>
              <a:t>生产力状况决定生产关系的性质</a:t>
            </a:r>
          </a:p>
        </p:txBody>
      </p:sp>
      <p:sp>
        <p:nvSpPr>
          <p:cNvPr id="41987" name="矩形 759820"/>
          <p:cNvSpPr>
            <a:spLocks noChangeArrowheads="1"/>
          </p:cNvSpPr>
          <p:nvPr/>
        </p:nvSpPr>
        <p:spPr bwMode="auto">
          <a:xfrm>
            <a:off x="500034" y="3714752"/>
            <a:ext cx="4414838" cy="504825"/>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sz="2000">
                <a:solidFill>
                  <a:srgbClr val="990000"/>
                </a:solidFill>
                <a:latin typeface="楷体" pitchFamily="49" charset="-122"/>
                <a:ea typeface="楷体" pitchFamily="49" charset="-122"/>
              </a:rPr>
              <a:t> </a:t>
            </a:r>
            <a:r>
              <a:rPr lang="zh-CN" altLang="en-US" sz="2000" b="1">
                <a:solidFill>
                  <a:srgbClr val="990000"/>
                </a:solidFill>
                <a:latin typeface="楷体" pitchFamily="49" charset="-122"/>
                <a:ea typeface="楷体" pitchFamily="49" charset="-122"/>
              </a:rPr>
              <a:t>生产力的发展决定生产关系的变化</a:t>
            </a:r>
          </a:p>
        </p:txBody>
      </p:sp>
      <p:grpSp>
        <p:nvGrpSpPr>
          <p:cNvPr id="41988" name="组合 759826"/>
          <p:cNvGrpSpPr>
            <a:grpSpLocks/>
          </p:cNvGrpSpPr>
          <p:nvPr/>
        </p:nvGrpSpPr>
        <p:grpSpPr bwMode="auto">
          <a:xfrm>
            <a:off x="500034" y="2428868"/>
            <a:ext cx="3600450" cy="609600"/>
            <a:chOff x="1338" y="1109"/>
            <a:chExt cx="3696" cy="384"/>
          </a:xfrm>
        </p:grpSpPr>
        <p:sp>
          <p:nvSpPr>
            <p:cNvPr id="41995" name="圆角矩形 759827"/>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41996" name="文本框 759828"/>
            <p:cNvSpPr txBox="1">
              <a:spLocks noChangeArrowheads="1"/>
            </p:cNvSpPr>
            <p:nvPr/>
          </p:nvSpPr>
          <p:spPr bwMode="auto">
            <a:xfrm>
              <a:off x="1441" y="1122"/>
              <a:ext cx="3549" cy="290"/>
            </a:xfrm>
            <a:prstGeom prst="rect">
              <a:avLst/>
            </a:prstGeom>
            <a:noFill/>
            <a:ln w="9525">
              <a:noFill/>
              <a:miter lim="800000"/>
              <a:headEnd/>
              <a:tailEnd/>
            </a:ln>
          </p:spPr>
          <p:txBody>
            <a:bodyPr>
              <a:spAutoFit/>
            </a:bodyPr>
            <a:lstStyle/>
            <a:p>
              <a:pPr eaLnBrk="1" hangingPunct="1"/>
              <a:r>
                <a:rPr lang="en-US" altLang="zh-CN" sz="2400" b="1">
                  <a:solidFill>
                    <a:schemeClr val="bg1"/>
                  </a:solidFill>
                  <a:latin typeface="楷体" pitchFamily="49" charset="-122"/>
                  <a:ea typeface="楷体" pitchFamily="49" charset="-122"/>
                </a:rPr>
                <a:t>1 </a:t>
              </a:r>
              <a:r>
                <a:rPr lang="zh-CN" altLang="en-US" sz="2400" b="1">
                  <a:solidFill>
                    <a:schemeClr val="bg1"/>
                  </a:solidFill>
                  <a:latin typeface="楷体" pitchFamily="49" charset="-122"/>
                  <a:ea typeface="楷体" pitchFamily="49" charset="-122"/>
                </a:rPr>
                <a:t>生产力决定生产关系</a:t>
              </a:r>
            </a:p>
          </p:txBody>
        </p:sp>
      </p:grpSp>
      <p:sp>
        <p:nvSpPr>
          <p:cNvPr id="13" name="矩形 720904"/>
          <p:cNvSpPr>
            <a:spLocks noChangeArrowheads="1"/>
          </p:cNvSpPr>
          <p:nvPr/>
        </p:nvSpPr>
        <p:spPr bwMode="auto">
          <a:xfrm>
            <a:off x="428596" y="214290"/>
            <a:ext cx="6335712" cy="561975"/>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400" dirty="0" smtClean="0">
                <a:solidFill>
                  <a:srgbClr val="0000FF"/>
                </a:solidFill>
                <a:latin typeface="黑体" pitchFamily="49" charset="-122"/>
                <a:ea typeface="幼圆" pitchFamily="49" charset="-122"/>
              </a:rPr>
              <a:t>生产关系</a:t>
            </a:r>
            <a:r>
              <a:rPr lang="zh-CN" altLang="en-US" sz="2400" dirty="0">
                <a:solidFill>
                  <a:srgbClr val="0000FF"/>
                </a:solidFill>
                <a:latin typeface="黑体" pitchFamily="49" charset="-122"/>
                <a:ea typeface="幼圆" pitchFamily="49" charset="-122"/>
              </a:rPr>
              <a:t>一定要适合生产力状况的规律</a:t>
            </a:r>
            <a:endParaRPr lang="zh-CN" altLang="en-US" sz="2400" dirty="0">
              <a:ea typeface="幼圆" pitchFamily="49" charset="-122"/>
            </a:endParaRPr>
          </a:p>
        </p:txBody>
      </p:sp>
      <p:sp>
        <p:nvSpPr>
          <p:cNvPr id="14" name="矩形 720911"/>
          <p:cNvSpPr>
            <a:spLocks noChangeArrowheads="1"/>
          </p:cNvSpPr>
          <p:nvPr/>
        </p:nvSpPr>
        <p:spPr bwMode="auto">
          <a:xfrm>
            <a:off x="428596" y="928670"/>
            <a:ext cx="8429684" cy="1312862"/>
          </a:xfrm>
          <a:prstGeom prst="rect">
            <a:avLst/>
          </a:prstGeom>
          <a:solidFill>
            <a:srgbClr val="B7E7D2"/>
          </a:solidFill>
          <a:ln w="9525">
            <a:noFill/>
            <a:miter lim="800000"/>
            <a:headEnd/>
            <a:tailEnd/>
          </a:ln>
          <a:effectLst>
            <a:outerShdw dist="53882" dir="2700000" algn="ctr" rotWithShape="0">
              <a:schemeClr val="bg2"/>
            </a:outerShdw>
          </a:effectLst>
        </p:spPr>
        <p:txBody>
          <a:bodyPr/>
          <a:lstStyle/>
          <a:p>
            <a:pPr eaLnBrk="1" hangingPunct="1">
              <a:lnSpc>
                <a:spcPct val="125000"/>
              </a:lnSpc>
              <a:spcBef>
                <a:spcPct val="20000"/>
              </a:spcBef>
            </a:pPr>
            <a:r>
              <a:rPr lang="en-US" altLang="zh-CN" sz="1600" dirty="0">
                <a:solidFill>
                  <a:srgbClr val="3333FF"/>
                </a:solidFill>
                <a:latin typeface="幼圆" pitchFamily="49" charset="-122"/>
                <a:ea typeface="幼圆" pitchFamily="49" charset="-122"/>
              </a:rPr>
              <a:t> </a:t>
            </a:r>
            <a:r>
              <a:rPr lang="zh-CN" altLang="en-US" b="1" dirty="0">
                <a:solidFill>
                  <a:srgbClr val="3333FF"/>
                </a:solidFill>
                <a:latin typeface="+mn-ea"/>
                <a:ea typeface="+mn-ea"/>
              </a:rPr>
              <a:t>在社会生产中，生产力是生产的物质内容，生产关系是生产的社会形式，二者的有机结合和统一，构成社会的生产方式。二者的相互关系是：生产力决定生产关系，生产关系又反作用于生产力。</a:t>
            </a:r>
          </a:p>
        </p:txBody>
      </p:sp>
      <p:grpSp>
        <p:nvGrpSpPr>
          <p:cNvPr id="12" name="组合 869399"/>
          <p:cNvGrpSpPr>
            <a:grpSpLocks/>
          </p:cNvGrpSpPr>
          <p:nvPr/>
        </p:nvGrpSpPr>
        <p:grpSpPr bwMode="auto">
          <a:xfrm>
            <a:off x="500034" y="4429132"/>
            <a:ext cx="5616575" cy="609600"/>
            <a:chOff x="1338" y="1109"/>
            <a:chExt cx="3696" cy="384"/>
          </a:xfrm>
        </p:grpSpPr>
        <p:sp>
          <p:nvSpPr>
            <p:cNvPr id="15" name="圆角矩形 86940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6" name="文本框 869401"/>
            <p:cNvSpPr txBox="1">
              <a:spLocks noChangeArrowheads="1"/>
            </p:cNvSpPr>
            <p:nvPr/>
          </p:nvSpPr>
          <p:spPr bwMode="auto">
            <a:xfrm>
              <a:off x="1440" y="1122"/>
              <a:ext cx="3550" cy="290"/>
            </a:xfrm>
            <a:prstGeom prst="rect">
              <a:avLst/>
            </a:prstGeom>
            <a:noFill/>
            <a:ln w="9525">
              <a:noFill/>
              <a:miter lim="800000"/>
              <a:headEnd/>
              <a:tailEnd/>
            </a:ln>
          </p:spPr>
          <p:txBody>
            <a:bodyPr>
              <a:spAutoFit/>
            </a:bodyPr>
            <a:lstStyle/>
            <a:p>
              <a:pPr eaLnBrk="1" hangingPunct="1"/>
              <a:r>
                <a:rPr lang="en-US" altLang="zh-CN" sz="2400" b="1" dirty="0">
                  <a:solidFill>
                    <a:schemeClr val="bg1"/>
                  </a:solidFill>
                  <a:latin typeface="楷体" pitchFamily="49" charset="-122"/>
                  <a:ea typeface="楷体" pitchFamily="49" charset="-122"/>
                </a:rPr>
                <a:t>2 </a:t>
              </a:r>
              <a:r>
                <a:rPr lang="zh-CN" altLang="en-US" sz="2400" b="1" dirty="0">
                  <a:solidFill>
                    <a:schemeClr val="bg1"/>
                  </a:solidFill>
                  <a:latin typeface="楷体" pitchFamily="49" charset="-122"/>
                  <a:ea typeface="楷体" pitchFamily="49" charset="-122"/>
                </a:rPr>
                <a:t>生产关系对生产力具有能动的反作用</a:t>
              </a:r>
            </a:p>
          </p:txBody>
        </p:sp>
      </p:grpSp>
      <p:sp>
        <p:nvSpPr>
          <p:cNvPr id="17" name="矩形 869381">
            <a:extLst>
              <a:ext uri="{FF2B5EF4-FFF2-40B4-BE49-F238E27FC236}">
                <a16:creationId xmlns="" xmlns:a16="http://schemas.microsoft.com/office/drawing/2014/main" id="{34CBDD7E-4182-4016-9E3F-4292CD56D5EA}"/>
              </a:ext>
            </a:extLst>
          </p:cNvPr>
          <p:cNvSpPr>
            <a:spLocks noChangeArrowheads="1"/>
          </p:cNvSpPr>
          <p:nvPr/>
        </p:nvSpPr>
        <p:spPr bwMode="auto">
          <a:xfrm>
            <a:off x="428596" y="5214950"/>
            <a:ext cx="8185932" cy="857256"/>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20000"/>
              </a:spcBef>
            </a:pPr>
            <a:r>
              <a:rPr lang="zh-CN" altLang="en-US" sz="2000" b="1" dirty="0">
                <a:solidFill>
                  <a:srgbClr val="000000"/>
                </a:solidFill>
                <a:ea typeface="幼圆" pitchFamily="49" charset="-122"/>
              </a:rPr>
              <a:t>当生产关系适合生产力发展的客观要求</a:t>
            </a:r>
            <a:r>
              <a:rPr lang="zh-CN" altLang="en-US" sz="2000" b="1" dirty="0" smtClean="0">
                <a:solidFill>
                  <a:srgbClr val="000000"/>
                </a:solidFill>
                <a:ea typeface="幼圆" pitchFamily="49" charset="-122"/>
              </a:rPr>
              <a:t>时</a:t>
            </a:r>
            <a:r>
              <a:rPr lang="zh-CN" altLang="en-US" sz="2000" b="1" dirty="0">
                <a:solidFill>
                  <a:srgbClr val="000000"/>
                </a:solidFill>
                <a:ea typeface="幼圆" pitchFamily="49" charset="-122"/>
              </a:rPr>
              <a:t>，</a:t>
            </a:r>
            <a:r>
              <a:rPr lang="zh-CN" altLang="en-US" sz="2000" b="1" dirty="0" smtClean="0">
                <a:solidFill>
                  <a:srgbClr val="000000"/>
                </a:solidFill>
                <a:ea typeface="幼圆" pitchFamily="49" charset="-122"/>
              </a:rPr>
              <a:t>对</a:t>
            </a:r>
            <a:r>
              <a:rPr lang="zh-CN" altLang="en-US" sz="2000" b="1" dirty="0">
                <a:solidFill>
                  <a:srgbClr val="000000"/>
                </a:solidFill>
                <a:ea typeface="幼圆" pitchFamily="49" charset="-122"/>
              </a:rPr>
              <a:t>生产力的发展起推动作用。</a:t>
            </a:r>
            <a:endParaRPr lang="en-US" altLang="zh-CN" sz="2000" b="1" dirty="0">
              <a:solidFill>
                <a:srgbClr val="000000"/>
              </a:solidFill>
              <a:ea typeface="幼圆" pitchFamily="49" charset="-122"/>
            </a:endParaRPr>
          </a:p>
          <a:p>
            <a:pPr eaLnBrk="1" hangingPunct="1">
              <a:lnSpc>
                <a:spcPct val="125000"/>
              </a:lnSpc>
              <a:spcBef>
                <a:spcPct val="20000"/>
              </a:spcBef>
            </a:pPr>
            <a:r>
              <a:rPr lang="zh-CN" altLang="en-US" sz="2000" b="1" dirty="0">
                <a:solidFill>
                  <a:srgbClr val="000000"/>
                </a:solidFill>
                <a:ea typeface="幼圆" pitchFamily="49" charset="-122"/>
              </a:rPr>
              <a:t>当生产关系不适合生产力发展的客观要求时</a:t>
            </a:r>
            <a:r>
              <a:rPr lang="zh-CN" altLang="en-US" sz="2000" b="1" dirty="0" smtClean="0">
                <a:solidFill>
                  <a:srgbClr val="000000"/>
                </a:solidFill>
                <a:ea typeface="幼圆" pitchFamily="49" charset="-122"/>
              </a:rPr>
              <a:t>，就</a:t>
            </a:r>
            <a:r>
              <a:rPr lang="zh-CN" altLang="en-US" sz="2000" b="1" dirty="0">
                <a:solidFill>
                  <a:srgbClr val="000000"/>
                </a:solidFill>
                <a:ea typeface="幼圆" pitchFamily="49" charset="-122"/>
              </a:rPr>
              <a:t>会阻碍生产力的发展。</a:t>
            </a:r>
          </a:p>
          <a:p>
            <a:pPr eaLnBrk="1" hangingPunct="1">
              <a:lnSpc>
                <a:spcPct val="125000"/>
              </a:lnSpc>
              <a:spcBef>
                <a:spcPct val="20000"/>
              </a:spcBef>
            </a:pPr>
            <a:endParaRPr lang="zh-CN" altLang="en-US" sz="2000" b="1" dirty="0">
              <a:solidFill>
                <a:srgbClr val="990000"/>
              </a:solidFill>
              <a:latin typeface="楷体" panose="02010609060101010101" pitchFamily="49" charset="-122"/>
              <a:ea typeface="楷体" panose="02010609060101010101" pitchFamily="49" charset="-122"/>
            </a:endParaRPr>
          </a:p>
        </p:txBody>
      </p:sp>
      <p:sp>
        <p:nvSpPr>
          <p:cNvPr id="18" name="文本框 869390"/>
          <p:cNvSpPr txBox="1">
            <a:spLocks noChangeArrowheads="1"/>
          </p:cNvSpPr>
          <p:nvPr/>
        </p:nvSpPr>
        <p:spPr bwMode="auto">
          <a:xfrm>
            <a:off x="2428860" y="6215082"/>
            <a:ext cx="3886200" cy="553998"/>
          </a:xfrm>
          <a:prstGeom prst="rect">
            <a:avLst/>
          </a:prstGeom>
          <a:solidFill>
            <a:srgbClr val="FFFF99"/>
          </a:solidFill>
          <a:ln w="38100">
            <a:solidFill>
              <a:srgbClr val="FF3300"/>
            </a:solidFill>
            <a:miter lim="800000"/>
            <a:headEnd/>
            <a:tailEnd/>
          </a:ln>
        </p:spPr>
        <p:txBody>
          <a:bodyPr wrap="square">
            <a:spAutoFit/>
          </a:bodyPr>
          <a:lstStyle/>
          <a:p>
            <a:pPr eaLnBrk="1" hangingPunct="1">
              <a:lnSpc>
                <a:spcPct val="125000"/>
              </a:lnSpc>
            </a:pPr>
            <a:r>
              <a:rPr lang="en-US" altLang="zh-CN" sz="2400" b="1" dirty="0">
                <a:solidFill>
                  <a:srgbClr val="3333FF"/>
                </a:solidFill>
                <a:latin typeface="华文行楷" pitchFamily="2" charset="-122"/>
                <a:ea typeface="华文行楷" pitchFamily="2" charset="-122"/>
              </a:rPr>
              <a:t>   </a:t>
            </a:r>
            <a:r>
              <a:rPr lang="zh-CN" altLang="en-US" sz="2000" b="1" dirty="0">
                <a:solidFill>
                  <a:srgbClr val="3333FF"/>
                </a:solidFill>
                <a:latin typeface="华文行楷" pitchFamily="2" charset="-122"/>
                <a:ea typeface="黑体" pitchFamily="49" charset="-122"/>
              </a:rPr>
              <a:t>实际过程和情形是十分复杂的</a:t>
            </a:r>
            <a:endParaRPr lang="zh-CN" altLang="en-US" sz="2000" b="1" dirty="0">
              <a:latin typeface="Arial" pitchFamily="34" charset="0"/>
              <a:ea typeface="黑体" pitchFamily="49" charset="-122"/>
            </a:endParaRPr>
          </a:p>
        </p:txBody>
      </p:sp>
      <p:sp>
        <p:nvSpPr>
          <p:cNvPr id="19" name="矩形 18"/>
          <p:cNvSpPr/>
          <p:nvPr/>
        </p:nvSpPr>
        <p:spPr>
          <a:xfrm>
            <a:off x="5286380" y="2500306"/>
            <a:ext cx="3571900" cy="1714512"/>
          </a:xfrm>
          <a:prstGeom prst="rect">
            <a:avLst/>
          </a:prstGeom>
          <a:solidFill>
            <a:srgbClr val="D9F2AC"/>
          </a:solidFill>
          <a:ln w="9525" cap="flat" cmpd="sng">
            <a:solidFill>
              <a:srgbClr val="FF9900"/>
            </a:solidFill>
            <a:prstDash val="solid"/>
            <a:miter/>
            <a:headEnd type="none" w="med" len="med"/>
            <a:tailEnd type="none" w="med" len="med"/>
          </a:ln>
        </p:spPr>
        <p:txBody>
          <a:bodyPr/>
          <a:lstStyle>
            <a:lvl1pPr>
              <a:spcBef>
                <a:spcPct val="20000"/>
              </a:spcBef>
              <a:buChar char="•"/>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25000"/>
              </a:lnSpc>
              <a:buFontTx/>
              <a:buNone/>
              <a:defRPr/>
            </a:pPr>
            <a:r>
              <a:rPr lang="zh-CN" altLang="zh-CN" sz="1800" noProof="1" smtClean="0">
                <a:solidFill>
                  <a:srgbClr val="FF0000"/>
                </a:solidFill>
                <a:effectLst>
                  <a:outerShdw blurRad="38100" dist="38100" dir="2700000" algn="tl">
                    <a:srgbClr val="000000"/>
                  </a:outerShdw>
                </a:effectLst>
                <a:latin typeface="幼圆" panose="02010509060101010101" pitchFamily="49" charset="-122"/>
                <a:ea typeface="幼圆" panose="02010509060101010101" pitchFamily="49" charset="-122"/>
                <a:sym typeface="+mn-ea"/>
              </a:rPr>
              <a:t>  </a:t>
            </a:r>
            <a:r>
              <a:rPr lang="zh-CN" altLang="en-US" sz="1800" b="1" noProof="1" smtClean="0">
                <a:solidFill>
                  <a:srgbClr val="FF0000"/>
                </a:solidFill>
                <a:latin typeface="黑体" panose="02010609060101010101" pitchFamily="49" charset="-122"/>
                <a:ea typeface="黑体" panose="02010609060101010101" pitchFamily="49" charset="-122"/>
                <a:sym typeface="+mn-ea"/>
              </a:rPr>
              <a:t>生产力和和生产关系的这种矛盾运动循环往复、不断推动社会生产发展，进而推动整个社会逐步走向高级阶段。</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762887"/>
          <p:cNvSpPr>
            <a:spLocks noChangeArrowheads="1"/>
          </p:cNvSpPr>
          <p:nvPr/>
        </p:nvSpPr>
        <p:spPr bwMode="auto">
          <a:xfrm>
            <a:off x="323850" y="1628775"/>
            <a:ext cx="8391554" cy="1871663"/>
          </a:xfrm>
          <a:prstGeom prst="rect">
            <a:avLst/>
          </a:prstGeom>
          <a:solidFill>
            <a:srgbClr val="D9F2AC"/>
          </a:solidFill>
          <a:ln w="9525">
            <a:solidFill>
              <a:srgbClr val="FF9900"/>
            </a:solidFill>
            <a:miter lim="800000"/>
            <a:headEnd/>
            <a:tailEnd/>
          </a:ln>
        </p:spPr>
        <p:txBody>
          <a:bodyPr/>
          <a:lstStyle/>
          <a:p>
            <a:pPr eaLnBrk="1" hangingPunct="1">
              <a:lnSpc>
                <a:spcPct val="125000"/>
              </a:lnSpc>
              <a:buFontTx/>
              <a:buChar char="•"/>
            </a:pPr>
            <a:r>
              <a:rPr lang="en-US" altLang="zh-CN" sz="2000" dirty="0">
                <a:solidFill>
                  <a:srgbClr val="990000"/>
                </a:solidFill>
                <a:latin typeface="楷体_GB2312" pitchFamily="49" charset="-122"/>
              </a:rPr>
              <a:t>  </a:t>
            </a:r>
            <a:r>
              <a:rPr lang="zh-CN" altLang="en-US" sz="2400" b="1" dirty="0">
                <a:solidFill>
                  <a:srgbClr val="000000"/>
                </a:solidFill>
                <a:latin typeface="楷体" pitchFamily="49" charset="-122"/>
                <a:ea typeface="楷体" pitchFamily="49" charset="-122"/>
              </a:rPr>
              <a:t>在人类思想史上彻底否定了以“道德说教”作为评价历史功过是非的思想体系，</a:t>
            </a:r>
            <a:r>
              <a:rPr lang="zh-CN" altLang="en-US" sz="2400" b="1" dirty="0">
                <a:solidFill>
                  <a:srgbClr val="990000"/>
                </a:solidFill>
                <a:latin typeface="楷体" pitchFamily="49" charset="-122"/>
                <a:ea typeface="楷体" pitchFamily="49" charset="-122"/>
              </a:rPr>
              <a:t>第一次科学地确立了生产力发展是“社会进步的最高标准”，并且把生产力和生产关系矛盾运动的规律作为判断时代变革的客观依据。</a:t>
            </a:r>
          </a:p>
        </p:txBody>
      </p:sp>
      <p:sp>
        <p:nvSpPr>
          <p:cNvPr id="46085" name="矩形 762893"/>
          <p:cNvSpPr>
            <a:spLocks noChangeArrowheads="1"/>
          </p:cNvSpPr>
          <p:nvPr/>
        </p:nvSpPr>
        <p:spPr bwMode="auto">
          <a:xfrm>
            <a:off x="357158" y="3714752"/>
            <a:ext cx="8391554" cy="1143008"/>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sz="2000" dirty="0">
                <a:solidFill>
                  <a:srgbClr val="990000"/>
                </a:solidFill>
                <a:latin typeface="楷体_GB2312" pitchFamily="49" charset="-122"/>
              </a:rPr>
              <a:t> </a:t>
            </a:r>
            <a:r>
              <a:rPr lang="en-US" altLang="zh-CN" sz="2000" dirty="0">
                <a:solidFill>
                  <a:srgbClr val="990000"/>
                </a:solidFill>
                <a:latin typeface="楷体" pitchFamily="49" charset="-122"/>
                <a:ea typeface="楷体" pitchFamily="49" charset="-122"/>
              </a:rPr>
              <a:t> </a:t>
            </a:r>
            <a:r>
              <a:rPr lang="zh-CN" altLang="en-US" sz="2400" b="1" dirty="0">
                <a:solidFill>
                  <a:srgbClr val="000000"/>
                </a:solidFill>
                <a:latin typeface="楷体" pitchFamily="49" charset="-122"/>
                <a:ea typeface="楷体" pitchFamily="49" charset="-122"/>
              </a:rPr>
              <a:t>生产力与生产关系矛盾运动规律是</a:t>
            </a:r>
            <a:r>
              <a:rPr lang="zh-CN" altLang="en-US" sz="2400" b="1" dirty="0">
                <a:solidFill>
                  <a:srgbClr val="990000"/>
                </a:solidFill>
                <a:latin typeface="楷体" pitchFamily="49" charset="-122"/>
                <a:ea typeface="楷体" pitchFamily="49" charset="-122"/>
              </a:rPr>
              <a:t>马克思主义政党制定路线、方针和政策的重要依据。</a:t>
            </a:r>
          </a:p>
        </p:txBody>
      </p:sp>
      <p:grpSp>
        <p:nvGrpSpPr>
          <p:cNvPr id="46086" name="组合 762897"/>
          <p:cNvGrpSpPr>
            <a:grpSpLocks/>
          </p:cNvGrpSpPr>
          <p:nvPr/>
        </p:nvGrpSpPr>
        <p:grpSpPr bwMode="auto">
          <a:xfrm>
            <a:off x="304801" y="685800"/>
            <a:ext cx="4695828" cy="609600"/>
            <a:chOff x="1338" y="1109"/>
            <a:chExt cx="3696" cy="384"/>
          </a:xfrm>
        </p:grpSpPr>
        <p:sp>
          <p:nvSpPr>
            <p:cNvPr id="46088" name="圆角矩形 762898"/>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46089" name="文本框 762899"/>
            <p:cNvSpPr txBox="1">
              <a:spLocks noChangeArrowheads="1"/>
            </p:cNvSpPr>
            <p:nvPr/>
          </p:nvSpPr>
          <p:spPr bwMode="auto">
            <a:xfrm>
              <a:off x="1440" y="1122"/>
              <a:ext cx="3551" cy="290"/>
            </a:xfrm>
            <a:prstGeom prst="rect">
              <a:avLst/>
            </a:prstGeom>
            <a:noFill/>
            <a:ln w="9525">
              <a:noFill/>
              <a:miter lim="800000"/>
              <a:headEnd/>
              <a:tailEnd/>
            </a:ln>
          </p:spPr>
          <p:txBody>
            <a:bodyPr>
              <a:spAutoFit/>
            </a:bodyPr>
            <a:lstStyle/>
            <a:p>
              <a:pPr eaLnBrk="1" hangingPunct="1"/>
              <a:r>
                <a:rPr lang="zh-CN" altLang="en-US" sz="2400" b="1" dirty="0" smtClean="0">
                  <a:solidFill>
                    <a:schemeClr val="bg1"/>
                  </a:solidFill>
                  <a:latin typeface="楷体" pitchFamily="49" charset="-122"/>
                  <a:ea typeface="楷体" pitchFamily="49" charset="-122"/>
                </a:rPr>
                <a:t>理论</a:t>
              </a:r>
              <a:r>
                <a:rPr lang="zh-CN" altLang="en-US" sz="2400" b="1" dirty="0">
                  <a:solidFill>
                    <a:schemeClr val="bg1"/>
                  </a:solidFill>
                  <a:latin typeface="楷体" pitchFamily="49" charset="-122"/>
                  <a:ea typeface="楷体" pitchFamily="49" charset="-122"/>
                </a:rPr>
                <a:t>意义和现实意义</a:t>
              </a:r>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文本框 768002"/>
          <p:cNvSpPr txBox="1">
            <a:spLocks noChangeArrowheads="1"/>
          </p:cNvSpPr>
          <p:nvPr/>
        </p:nvSpPr>
        <p:spPr bwMode="auto">
          <a:xfrm>
            <a:off x="857224" y="2643182"/>
            <a:ext cx="7858180" cy="553998"/>
          </a:xfrm>
          <a:prstGeom prst="rect">
            <a:avLst/>
          </a:prstGeom>
          <a:solidFill>
            <a:srgbClr val="FFFF99"/>
          </a:solidFill>
          <a:ln w="38100">
            <a:solidFill>
              <a:srgbClr val="FF3300"/>
            </a:solidFill>
            <a:miter lim="800000"/>
            <a:headEnd/>
            <a:tailEnd/>
          </a:ln>
        </p:spPr>
        <p:txBody>
          <a:bodyPr wrap="square">
            <a:spAutoFit/>
          </a:bodyPr>
          <a:lstStyle/>
          <a:p>
            <a:pPr eaLnBrk="1" hangingPunct="1">
              <a:lnSpc>
                <a:spcPct val="125000"/>
              </a:lnSpc>
            </a:pPr>
            <a:r>
              <a:rPr lang="zh-CN" altLang="en-US" sz="2400" b="1" dirty="0" smtClean="0">
                <a:solidFill>
                  <a:srgbClr val="3333FF"/>
                </a:solidFill>
                <a:latin typeface="楷体" pitchFamily="49" charset="-122"/>
                <a:ea typeface="楷体" pitchFamily="49" charset="-122"/>
              </a:rPr>
              <a:t>由</a:t>
            </a:r>
            <a:r>
              <a:rPr lang="zh-CN" altLang="en-US" sz="2400" b="1" dirty="0">
                <a:solidFill>
                  <a:srgbClr val="3333FF"/>
                </a:solidFill>
                <a:latin typeface="楷体" pitchFamily="49" charset="-122"/>
                <a:ea typeface="楷体" pitchFamily="49" charset="-122"/>
              </a:rPr>
              <a:t>社会一定发展阶段的生产力所决定的生产关系的总和。</a:t>
            </a:r>
          </a:p>
        </p:txBody>
      </p:sp>
      <p:sp>
        <p:nvSpPr>
          <p:cNvPr id="48131" name="矩形 768003"/>
          <p:cNvSpPr>
            <a:spLocks noChangeArrowheads="1" noChangeShapeType="1" noTextEdit="1"/>
          </p:cNvSpPr>
          <p:nvPr/>
        </p:nvSpPr>
        <p:spPr bwMode="auto">
          <a:xfrm rot="5400000">
            <a:off x="-325467" y="2397113"/>
            <a:ext cx="1654175" cy="288925"/>
          </a:xfrm>
          <a:prstGeom prst="rect">
            <a:avLst/>
          </a:prstGeom>
        </p:spPr>
        <p:txBody>
          <a:bodyPr vert="eaVert" wrap="none" fromWordArt="1">
            <a:prstTxWarp prst="textPlain">
              <a:avLst>
                <a:gd name="adj" fmla="val 50000"/>
              </a:avLst>
            </a:prstTxWarp>
          </a:bodyPr>
          <a:lstStyle/>
          <a:p>
            <a:pPr algn="ctr" fontAlgn="auto"/>
            <a:r>
              <a:rPr lang="zh-CN" altLang="en-US" sz="3600" kern="10" dirty="0">
                <a:ln w="9525">
                  <a:solidFill>
                    <a:srgbClr val="800000"/>
                  </a:solidFill>
                  <a:round/>
                  <a:headEnd/>
                  <a:tailEnd/>
                </a:ln>
                <a:solidFill>
                  <a:srgbClr val="800000"/>
                </a:solidFill>
                <a:effectLst>
                  <a:outerShdw dist="35921" dir="2700000" algn="ctr" rotWithShape="0">
                    <a:srgbClr val="B2B2B2">
                      <a:alpha val="79999"/>
                    </a:srgbClr>
                  </a:outerShdw>
                </a:effectLst>
                <a:latin typeface="宋体"/>
                <a:ea typeface="宋体"/>
              </a:rPr>
              <a:t>经济基础</a:t>
            </a:r>
          </a:p>
        </p:txBody>
      </p:sp>
      <p:sp>
        <p:nvSpPr>
          <p:cNvPr id="48132" name="矩形 768006"/>
          <p:cNvSpPr>
            <a:spLocks noChangeArrowheads="1"/>
          </p:cNvSpPr>
          <p:nvPr/>
        </p:nvSpPr>
        <p:spPr bwMode="auto">
          <a:xfrm>
            <a:off x="857224" y="2071678"/>
            <a:ext cx="4319587" cy="469900"/>
          </a:xfrm>
          <a:prstGeom prst="rect">
            <a:avLst/>
          </a:prstGeom>
          <a:solidFill>
            <a:srgbClr val="CCFFFF"/>
          </a:solidFill>
          <a:ln w="12700">
            <a:solidFill>
              <a:srgbClr val="FF3300"/>
            </a:solidFill>
            <a:miter lim="800000"/>
            <a:headEnd/>
            <a:tailEnd/>
          </a:ln>
        </p:spPr>
        <p:txBody>
          <a:bodyPr>
            <a:spAutoFit/>
          </a:bodyPr>
          <a:lstStyle/>
          <a:p>
            <a:pPr eaLnBrk="1" hangingPunct="1"/>
            <a:r>
              <a:rPr lang="en-US" altLang="zh-CN" sz="2400" dirty="0" smtClean="0">
                <a:solidFill>
                  <a:srgbClr val="0000FF"/>
                </a:solidFill>
                <a:latin typeface="黑体" pitchFamily="49" charset="-122"/>
                <a:ea typeface="黑体" pitchFamily="49" charset="-122"/>
              </a:rPr>
              <a:t>1.</a:t>
            </a:r>
            <a:r>
              <a:rPr lang="zh-CN" altLang="en-US" sz="2400" dirty="0" smtClean="0">
                <a:solidFill>
                  <a:srgbClr val="0000FF"/>
                </a:solidFill>
                <a:latin typeface="黑体" pitchFamily="49" charset="-122"/>
                <a:ea typeface="黑体" pitchFamily="49" charset="-122"/>
              </a:rPr>
              <a:t>经济基础</a:t>
            </a:r>
            <a:r>
              <a:rPr lang="zh-CN" altLang="en-US" sz="2400" dirty="0">
                <a:solidFill>
                  <a:srgbClr val="0000FF"/>
                </a:solidFill>
                <a:latin typeface="黑体" pitchFamily="49" charset="-122"/>
                <a:ea typeface="黑体" pitchFamily="49" charset="-122"/>
              </a:rPr>
              <a:t>与上层建筑</a:t>
            </a:r>
            <a:endParaRPr lang="zh-CN" altLang="en-US" dirty="0"/>
          </a:p>
        </p:txBody>
      </p:sp>
      <p:sp>
        <p:nvSpPr>
          <p:cNvPr id="48133" name="矩形 768007"/>
          <p:cNvSpPr>
            <a:spLocks noChangeArrowheads="1"/>
          </p:cNvSpPr>
          <p:nvPr/>
        </p:nvSpPr>
        <p:spPr bwMode="auto">
          <a:xfrm>
            <a:off x="857224" y="3357562"/>
            <a:ext cx="7858180" cy="928694"/>
          </a:xfrm>
          <a:prstGeom prst="rect">
            <a:avLst/>
          </a:prstGeom>
          <a:solidFill>
            <a:srgbClr val="D9F2AC"/>
          </a:solidFill>
          <a:ln w="9525">
            <a:solidFill>
              <a:srgbClr val="FF9900"/>
            </a:solidFill>
            <a:miter lim="800000"/>
            <a:headEnd/>
            <a:tailEnd/>
          </a:ln>
        </p:spPr>
        <p:txBody>
          <a:bodyPr/>
          <a:lstStyle/>
          <a:p>
            <a:pPr eaLnBrk="1" hangingPunct="1">
              <a:lnSpc>
                <a:spcPct val="125000"/>
              </a:lnSpc>
              <a:buFontTx/>
              <a:buChar char="•"/>
            </a:pPr>
            <a:r>
              <a:rPr lang="en-US" altLang="zh-CN" sz="2000" dirty="0">
                <a:solidFill>
                  <a:srgbClr val="990000"/>
                </a:solidFill>
                <a:latin typeface="楷体" pitchFamily="49" charset="-122"/>
                <a:ea typeface="楷体" pitchFamily="49" charset="-122"/>
              </a:rPr>
              <a:t> </a:t>
            </a:r>
            <a:r>
              <a:rPr lang="zh-CN" altLang="en-US" sz="2000" b="1" dirty="0">
                <a:solidFill>
                  <a:srgbClr val="3333FF"/>
                </a:solidFill>
                <a:latin typeface="楷体" pitchFamily="49" charset="-122"/>
                <a:ea typeface="楷体" pitchFamily="49" charset="-122"/>
              </a:rPr>
              <a:t>决定一个社会性质的是其占支配地位的生产关系</a:t>
            </a:r>
            <a:r>
              <a:rPr lang="zh-CN" altLang="en-US" sz="2000" b="1" dirty="0">
                <a:solidFill>
                  <a:srgbClr val="FF0000"/>
                </a:solidFill>
                <a:latin typeface="楷体" pitchFamily="49" charset="-122"/>
                <a:ea typeface="楷体" pitchFamily="49" charset="-122"/>
              </a:rPr>
              <a:t>（基本经济制度）</a:t>
            </a:r>
            <a:r>
              <a:rPr lang="zh-CN" altLang="en-US" sz="2000" b="1" dirty="0">
                <a:solidFill>
                  <a:srgbClr val="3333FF"/>
                </a:solidFill>
                <a:latin typeface="楷体_GB2312" pitchFamily="49" charset="-122"/>
              </a:rPr>
              <a:t>。</a:t>
            </a:r>
          </a:p>
          <a:p>
            <a:pPr eaLnBrk="1" hangingPunct="1">
              <a:lnSpc>
                <a:spcPct val="125000"/>
              </a:lnSpc>
              <a:buFontTx/>
              <a:buChar char="•"/>
            </a:pPr>
            <a:r>
              <a:rPr lang="zh-CN" altLang="en-US" sz="2000" b="1" dirty="0">
                <a:solidFill>
                  <a:srgbClr val="990000"/>
                </a:solidFill>
                <a:latin typeface="楷体_GB2312" pitchFamily="49" charset="-122"/>
              </a:rPr>
              <a:t> </a:t>
            </a:r>
            <a:r>
              <a:rPr lang="zh-CN" altLang="en-US" sz="2000" b="1" dirty="0">
                <a:solidFill>
                  <a:srgbClr val="3333FF"/>
                </a:solidFill>
                <a:latin typeface="楷体" pitchFamily="49" charset="-122"/>
                <a:ea typeface="楷体" pitchFamily="49" charset="-122"/>
              </a:rPr>
              <a:t>经济基础与</a:t>
            </a:r>
            <a:r>
              <a:rPr lang="zh-CN" altLang="en-US" sz="2000" b="1" dirty="0">
                <a:solidFill>
                  <a:srgbClr val="FF0000"/>
                </a:solidFill>
                <a:latin typeface="楷体" pitchFamily="49" charset="-122"/>
                <a:ea typeface="楷体" pitchFamily="49" charset="-122"/>
              </a:rPr>
              <a:t>经济体制</a:t>
            </a:r>
            <a:r>
              <a:rPr lang="zh-CN" altLang="en-US" sz="2000" b="1" dirty="0">
                <a:solidFill>
                  <a:srgbClr val="3333FF"/>
                </a:solidFill>
                <a:latin typeface="楷体" pitchFamily="49" charset="-122"/>
                <a:ea typeface="楷体" pitchFamily="49" charset="-122"/>
              </a:rPr>
              <a:t>具有内在联系。</a:t>
            </a:r>
          </a:p>
        </p:txBody>
      </p:sp>
      <p:sp>
        <p:nvSpPr>
          <p:cNvPr id="8" name="矩形 705548"/>
          <p:cNvSpPr>
            <a:spLocks noChangeArrowheads="1"/>
          </p:cNvSpPr>
          <p:nvPr/>
        </p:nvSpPr>
        <p:spPr bwMode="auto">
          <a:xfrm>
            <a:off x="857224" y="1142984"/>
            <a:ext cx="7858180" cy="844567"/>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en-US" altLang="zh-CN" sz="1600" dirty="0">
                <a:solidFill>
                  <a:srgbClr val="3333FF"/>
                </a:solidFill>
                <a:latin typeface="幼圆" pitchFamily="49" charset="-122"/>
                <a:ea typeface="幼圆" pitchFamily="49" charset="-122"/>
              </a:rPr>
              <a:t>  </a:t>
            </a:r>
            <a:r>
              <a:rPr lang="zh-CN" altLang="en-US" sz="2000" b="1" dirty="0">
                <a:solidFill>
                  <a:srgbClr val="3333FF"/>
                </a:solidFill>
                <a:latin typeface="幼圆" pitchFamily="49" charset="-122"/>
                <a:ea typeface="幼圆" pitchFamily="49" charset="-122"/>
              </a:rPr>
              <a:t>经济基础与上层建筑矛盾运动的规律，是人类社会发展的另一个基本规律。深刻地理解和掌握这一规律同样具有重要的意义。</a:t>
            </a:r>
          </a:p>
        </p:txBody>
      </p:sp>
      <p:sp>
        <p:nvSpPr>
          <p:cNvPr id="9" name="矩形 719879"/>
          <p:cNvSpPr>
            <a:spLocks noChangeArrowheads="1"/>
          </p:cNvSpPr>
          <p:nvPr/>
        </p:nvSpPr>
        <p:spPr bwMode="auto">
          <a:xfrm>
            <a:off x="428596" y="357166"/>
            <a:ext cx="6602431" cy="553998"/>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400" dirty="0" smtClean="0">
                <a:solidFill>
                  <a:srgbClr val="0000FF"/>
                </a:solidFill>
                <a:latin typeface="黑体" pitchFamily="49" charset="-122"/>
                <a:ea typeface="幼圆" pitchFamily="49" charset="-122"/>
              </a:rPr>
              <a:t>（二）经济基础与上层建筑的矛盾运动及其规律</a:t>
            </a:r>
            <a:endParaRPr lang="zh-CN" altLang="en-US" sz="2400" dirty="0">
              <a:ea typeface="幼圆" pitchFamily="49" charset="-122"/>
            </a:endParaRPr>
          </a:p>
        </p:txBody>
      </p:sp>
      <p:sp>
        <p:nvSpPr>
          <p:cNvPr id="10" name="矩形 769029"/>
          <p:cNvSpPr>
            <a:spLocks noChangeArrowheads="1" noChangeShapeType="1" noTextEdit="1"/>
          </p:cNvSpPr>
          <p:nvPr/>
        </p:nvSpPr>
        <p:spPr bwMode="auto">
          <a:xfrm rot="5400000">
            <a:off x="-412780" y="5270508"/>
            <a:ext cx="1828800" cy="288925"/>
          </a:xfrm>
          <a:prstGeom prst="rect">
            <a:avLst/>
          </a:prstGeom>
        </p:spPr>
        <p:txBody>
          <a:bodyPr vert="eaVert" wrap="none" fromWordArt="1">
            <a:prstTxWarp prst="textPlain">
              <a:avLst>
                <a:gd name="adj" fmla="val 50000"/>
              </a:avLst>
            </a:prstTxWarp>
          </a:bodyPr>
          <a:lstStyle/>
          <a:p>
            <a:pPr algn="ctr" fontAlgn="auto"/>
            <a:r>
              <a:rPr lang="zh-CN" altLang="en-US" sz="3600" kern="10" dirty="0">
                <a:ln w="9525">
                  <a:solidFill>
                    <a:srgbClr val="800000"/>
                  </a:solidFill>
                  <a:round/>
                  <a:headEnd/>
                  <a:tailEnd/>
                </a:ln>
                <a:solidFill>
                  <a:srgbClr val="800000"/>
                </a:solidFill>
                <a:effectLst>
                  <a:outerShdw dist="35921" dir="2700000" algn="ctr" rotWithShape="0">
                    <a:srgbClr val="B2B2B2">
                      <a:alpha val="79999"/>
                    </a:srgbClr>
                  </a:outerShdw>
                </a:effectLst>
                <a:latin typeface="宋体"/>
                <a:ea typeface="宋体"/>
              </a:rPr>
              <a:t>上层建筑</a:t>
            </a:r>
          </a:p>
        </p:txBody>
      </p:sp>
      <p:sp>
        <p:nvSpPr>
          <p:cNvPr id="11" name="文本框 769028"/>
          <p:cNvSpPr txBox="1">
            <a:spLocks noChangeArrowheads="1"/>
          </p:cNvSpPr>
          <p:nvPr/>
        </p:nvSpPr>
        <p:spPr bwMode="auto">
          <a:xfrm>
            <a:off x="857224" y="4429132"/>
            <a:ext cx="7858180" cy="1015663"/>
          </a:xfrm>
          <a:prstGeom prst="rect">
            <a:avLst/>
          </a:prstGeom>
          <a:solidFill>
            <a:srgbClr val="FFFF99"/>
          </a:solidFill>
          <a:ln w="38100">
            <a:solidFill>
              <a:srgbClr val="FF3300"/>
            </a:solidFill>
            <a:miter lim="800000"/>
            <a:headEnd/>
            <a:tailEnd/>
          </a:ln>
        </p:spPr>
        <p:txBody>
          <a:bodyPr wrap="square">
            <a:spAutoFit/>
          </a:bodyPr>
          <a:lstStyle/>
          <a:p>
            <a:pPr eaLnBrk="1" hangingPunct="1">
              <a:lnSpc>
                <a:spcPct val="125000"/>
              </a:lnSpc>
            </a:pPr>
            <a:r>
              <a:rPr lang="zh-CN" altLang="en-US" sz="2400" b="1" dirty="0" smtClean="0">
                <a:solidFill>
                  <a:srgbClr val="3333FF"/>
                </a:solidFill>
                <a:latin typeface="楷体" pitchFamily="49" charset="-122"/>
                <a:ea typeface="楷体" pitchFamily="49" charset="-122"/>
              </a:rPr>
              <a:t>建立</a:t>
            </a:r>
            <a:r>
              <a:rPr lang="zh-CN" altLang="en-US" sz="2400" b="1" dirty="0">
                <a:solidFill>
                  <a:srgbClr val="3333FF"/>
                </a:solidFill>
                <a:latin typeface="楷体" pitchFamily="49" charset="-122"/>
                <a:ea typeface="楷体" pitchFamily="49" charset="-122"/>
              </a:rPr>
              <a:t>在一定经济基础之上的意识形态以及与之</a:t>
            </a:r>
            <a:r>
              <a:rPr lang="zh-CN" altLang="en-US" sz="2400" b="1" dirty="0" smtClean="0">
                <a:solidFill>
                  <a:srgbClr val="3333FF"/>
                </a:solidFill>
                <a:latin typeface="楷体" pitchFamily="49" charset="-122"/>
                <a:ea typeface="楷体" pitchFamily="49" charset="-122"/>
              </a:rPr>
              <a:t>相适应的</a:t>
            </a:r>
            <a:r>
              <a:rPr lang="zh-CN" altLang="en-US" sz="2400" b="1" dirty="0">
                <a:solidFill>
                  <a:srgbClr val="3333FF"/>
                </a:solidFill>
                <a:latin typeface="楷体" pitchFamily="49" charset="-122"/>
                <a:ea typeface="楷体" pitchFamily="49" charset="-122"/>
              </a:rPr>
              <a:t>制度、组织和设施。</a:t>
            </a:r>
          </a:p>
        </p:txBody>
      </p:sp>
      <p:sp>
        <p:nvSpPr>
          <p:cNvPr id="12" name="文本框 769037"/>
          <p:cNvSpPr txBox="1">
            <a:spLocks noChangeArrowheads="1"/>
          </p:cNvSpPr>
          <p:nvPr/>
        </p:nvSpPr>
        <p:spPr bwMode="auto">
          <a:xfrm>
            <a:off x="857224" y="5572140"/>
            <a:ext cx="7858180" cy="938719"/>
          </a:xfrm>
          <a:prstGeom prst="rect">
            <a:avLst/>
          </a:prstGeom>
          <a:solidFill>
            <a:srgbClr val="CCFFCC"/>
          </a:solidFill>
          <a:ln w="38100">
            <a:solidFill>
              <a:srgbClr val="FF3300"/>
            </a:solidFill>
            <a:miter lim="800000"/>
            <a:headEnd/>
            <a:tailEnd/>
          </a:ln>
        </p:spPr>
        <p:txBody>
          <a:bodyPr wrap="square">
            <a:spAutoFit/>
          </a:bodyPr>
          <a:lstStyle/>
          <a:p>
            <a:pPr eaLnBrk="1" hangingPunct="1">
              <a:lnSpc>
                <a:spcPct val="125000"/>
              </a:lnSpc>
            </a:pPr>
            <a:r>
              <a:rPr lang="en-US" altLang="zh-CN" sz="2400" b="1" dirty="0">
                <a:solidFill>
                  <a:srgbClr val="3333FF"/>
                </a:solidFill>
                <a:latin typeface="华文行楷" pitchFamily="2" charset="-122"/>
                <a:ea typeface="华文行楷" pitchFamily="2" charset="-122"/>
              </a:rPr>
              <a:t>     </a:t>
            </a:r>
            <a:r>
              <a:rPr lang="zh-CN" altLang="en-US" sz="2000" b="1" dirty="0">
                <a:solidFill>
                  <a:srgbClr val="3333FF"/>
                </a:solidFill>
                <a:latin typeface="楷体" pitchFamily="49" charset="-122"/>
                <a:ea typeface="楷体" pitchFamily="49" charset="-122"/>
              </a:rPr>
              <a:t>自原始社会解体以来，上层建筑由</a:t>
            </a:r>
            <a:r>
              <a:rPr lang="zh-CN" altLang="en-US" sz="2000" b="1" dirty="0">
                <a:solidFill>
                  <a:srgbClr val="FF0000"/>
                </a:solidFill>
                <a:latin typeface="楷体" pitchFamily="49" charset="-122"/>
                <a:ea typeface="楷体" pitchFamily="49" charset="-122"/>
              </a:rPr>
              <a:t>意识形态以及政治法律制度</a:t>
            </a:r>
            <a:r>
              <a:rPr lang="zh-CN" altLang="en-US" sz="2000" b="1" dirty="0">
                <a:solidFill>
                  <a:srgbClr val="3333FF"/>
                </a:solidFill>
                <a:latin typeface="楷体" pitchFamily="49" charset="-122"/>
                <a:ea typeface="楷体" pitchFamily="49" charset="-122"/>
              </a:rPr>
              <a:t>及</a:t>
            </a:r>
            <a:r>
              <a:rPr lang="zh-CN" altLang="en-US" sz="2000" b="1" dirty="0">
                <a:solidFill>
                  <a:srgbClr val="FF0000"/>
                </a:solidFill>
                <a:latin typeface="楷体" pitchFamily="49" charset="-122"/>
                <a:ea typeface="楷体" pitchFamily="49" charset="-122"/>
              </a:rPr>
              <a:t>设施和政治</a:t>
            </a:r>
            <a:r>
              <a:rPr lang="zh-CN" altLang="en-US" sz="2000" b="1" dirty="0" smtClean="0">
                <a:solidFill>
                  <a:srgbClr val="FF0000"/>
                </a:solidFill>
                <a:latin typeface="楷体" pitchFamily="49" charset="-122"/>
                <a:ea typeface="楷体" pitchFamily="49" charset="-122"/>
              </a:rPr>
              <a:t>组织</a:t>
            </a:r>
            <a:r>
              <a:rPr lang="zh-CN" altLang="en-US" sz="2000" b="1" dirty="0" smtClean="0">
                <a:solidFill>
                  <a:srgbClr val="3333FF"/>
                </a:solidFill>
                <a:latin typeface="楷体" pitchFamily="49" charset="-122"/>
                <a:ea typeface="楷体" pitchFamily="49" charset="-122"/>
              </a:rPr>
              <a:t>两</a:t>
            </a:r>
            <a:r>
              <a:rPr lang="zh-CN" altLang="en-US" sz="2000" b="1" dirty="0">
                <a:solidFill>
                  <a:srgbClr val="3333FF"/>
                </a:solidFill>
                <a:latin typeface="楷体" pitchFamily="49" charset="-122"/>
                <a:ea typeface="楷体" pitchFamily="49" charset="-122"/>
              </a:rPr>
              <a:t>部分构成。</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矩形 801796"/>
          <p:cNvSpPr>
            <a:spLocks noChangeArrowheads="1"/>
          </p:cNvSpPr>
          <p:nvPr/>
        </p:nvSpPr>
        <p:spPr bwMode="auto">
          <a:xfrm>
            <a:off x="500034" y="857232"/>
            <a:ext cx="8318529" cy="2087563"/>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dirty="0">
                <a:solidFill>
                  <a:srgbClr val="FF0000"/>
                </a:solidFill>
                <a:latin typeface="幼圆" pitchFamily="49" charset="-122"/>
                <a:ea typeface="幼圆" pitchFamily="49" charset="-122"/>
              </a:rPr>
              <a:t> </a:t>
            </a:r>
            <a:r>
              <a:rPr lang="zh-CN" altLang="en-US" sz="2000" b="1" dirty="0">
                <a:solidFill>
                  <a:srgbClr val="FF0000"/>
                </a:solidFill>
                <a:latin typeface="幼圆" pitchFamily="49" charset="-122"/>
                <a:ea typeface="幼圆" pitchFamily="49" charset="-122"/>
              </a:rPr>
              <a:t>观念上层建筑（意识形态）：</a:t>
            </a:r>
          </a:p>
          <a:p>
            <a:pPr eaLnBrk="1" hangingPunct="1">
              <a:lnSpc>
                <a:spcPct val="125000"/>
              </a:lnSpc>
              <a:spcBef>
                <a:spcPct val="20000"/>
              </a:spcBef>
            </a:pPr>
            <a:r>
              <a:rPr lang="zh-CN" altLang="en-US" b="1" dirty="0">
                <a:solidFill>
                  <a:srgbClr val="990000"/>
                </a:solidFill>
                <a:latin typeface="幼圆" pitchFamily="49" charset="-122"/>
                <a:ea typeface="幼圆" pitchFamily="49" charset="-122"/>
              </a:rPr>
              <a:t>  </a:t>
            </a:r>
            <a:r>
              <a:rPr lang="zh-CN" altLang="en-US" b="1" dirty="0">
                <a:solidFill>
                  <a:srgbClr val="000000"/>
                </a:solidFill>
                <a:latin typeface="幼圆" pitchFamily="49" charset="-122"/>
                <a:ea typeface="幼圆" pitchFamily="49" charset="-122"/>
              </a:rPr>
              <a:t>政治法律思想、道德、艺术、宗教、哲学等。</a:t>
            </a:r>
          </a:p>
          <a:p>
            <a:pPr eaLnBrk="1" hangingPunct="1">
              <a:lnSpc>
                <a:spcPct val="125000"/>
              </a:lnSpc>
              <a:spcBef>
                <a:spcPct val="20000"/>
              </a:spcBef>
              <a:buFontTx/>
              <a:buChar char="•"/>
            </a:pPr>
            <a:r>
              <a:rPr lang="zh-CN" altLang="en-US" b="1" dirty="0">
                <a:solidFill>
                  <a:srgbClr val="FF0000"/>
                </a:solidFill>
                <a:latin typeface="幼圆" pitchFamily="49" charset="-122"/>
                <a:ea typeface="幼圆" pitchFamily="49" charset="-122"/>
              </a:rPr>
              <a:t> </a:t>
            </a:r>
            <a:r>
              <a:rPr lang="zh-CN" altLang="en-US" sz="2000" b="1" dirty="0">
                <a:solidFill>
                  <a:srgbClr val="FF0000"/>
                </a:solidFill>
                <a:latin typeface="幼圆" pitchFamily="49" charset="-122"/>
                <a:ea typeface="幼圆" pitchFamily="49" charset="-122"/>
              </a:rPr>
              <a:t>政治上层建筑（政治法律制度及设施和政治组织）：</a:t>
            </a:r>
          </a:p>
          <a:p>
            <a:pPr eaLnBrk="1" hangingPunct="1">
              <a:lnSpc>
                <a:spcPct val="125000"/>
              </a:lnSpc>
              <a:spcBef>
                <a:spcPct val="20000"/>
              </a:spcBef>
            </a:pPr>
            <a:r>
              <a:rPr lang="zh-CN" altLang="en-US" b="1" dirty="0">
                <a:solidFill>
                  <a:srgbClr val="990000"/>
                </a:solidFill>
                <a:latin typeface="幼圆" pitchFamily="49" charset="-122"/>
                <a:ea typeface="幼圆" pitchFamily="49" charset="-122"/>
              </a:rPr>
              <a:t> </a:t>
            </a:r>
            <a:r>
              <a:rPr lang="zh-CN" altLang="en-US" b="1" dirty="0">
                <a:solidFill>
                  <a:srgbClr val="000000"/>
                </a:solidFill>
                <a:latin typeface="幼圆" pitchFamily="49" charset="-122"/>
                <a:ea typeface="幼圆" pitchFamily="49" charset="-122"/>
              </a:rPr>
              <a:t>国家政治制度、立法司法制度和行政制度、政治组织形态和设施（国家政权机构、政党、军队、警察、法庭、监狱等）。</a:t>
            </a:r>
          </a:p>
        </p:txBody>
      </p:sp>
      <p:sp>
        <p:nvSpPr>
          <p:cNvPr id="50179" name="矩形 801798"/>
          <p:cNvSpPr>
            <a:spLocks noChangeArrowheads="1" noChangeShapeType="1" noTextEdit="1"/>
          </p:cNvSpPr>
          <p:nvPr/>
        </p:nvSpPr>
        <p:spPr bwMode="auto">
          <a:xfrm rot="5400000">
            <a:off x="-41303" y="3898899"/>
            <a:ext cx="1584325" cy="358775"/>
          </a:xfrm>
          <a:prstGeom prst="rect">
            <a:avLst/>
          </a:prstGeom>
        </p:spPr>
        <p:txBody>
          <a:bodyPr vert="eaVert" wrap="none" fromWordArt="1">
            <a:prstTxWarp prst="textPlain">
              <a:avLst>
                <a:gd name="adj" fmla="val 50000"/>
              </a:avLst>
            </a:prstTxWarp>
            <a:scene3d>
              <a:camera prst="legacyPerspectiveFront">
                <a:rot lat="20639990" lon="20699973" rev="0"/>
              </a:camera>
              <a:lightRig rig="legacyNormal3" dir="l"/>
            </a:scene3d>
            <a:sp3d extrusionH="201600" prstMaterial="legacyPlastic">
              <a:extrusionClr>
                <a:srgbClr val="FF9966"/>
              </a:extrusionClr>
            </a:sp3d>
          </a:bodyPr>
          <a:lstStyle/>
          <a:p>
            <a:pPr algn="ctr" fontAlgn="auto"/>
            <a:r>
              <a:rPr lang="zh-CN" altLang="en-US" sz="3600" kern="10" dirty="0">
                <a:ln w="9525">
                  <a:round/>
                  <a:headEnd/>
                  <a:tailEnd/>
                </a:ln>
                <a:solidFill>
                  <a:srgbClr val="CC0000"/>
                </a:solidFill>
                <a:latin typeface="宋体"/>
                <a:ea typeface="宋体"/>
              </a:rPr>
              <a:t>两者关系</a:t>
            </a:r>
          </a:p>
        </p:txBody>
      </p:sp>
      <p:sp>
        <p:nvSpPr>
          <p:cNvPr id="50180" name="文本框 801800"/>
          <p:cNvSpPr txBox="1">
            <a:spLocks noChangeArrowheads="1"/>
          </p:cNvSpPr>
          <p:nvPr/>
        </p:nvSpPr>
        <p:spPr bwMode="auto">
          <a:xfrm>
            <a:off x="500034" y="214290"/>
            <a:ext cx="3168650" cy="504825"/>
          </a:xfrm>
          <a:prstGeom prst="rect">
            <a:avLst/>
          </a:prstGeom>
          <a:solidFill>
            <a:srgbClr val="FFFF99"/>
          </a:solidFill>
          <a:ln w="19050">
            <a:solidFill>
              <a:srgbClr val="FF3300"/>
            </a:solidFill>
            <a:miter lim="800000"/>
            <a:headEnd/>
            <a:tailEnd/>
          </a:ln>
        </p:spPr>
        <p:txBody>
          <a:bodyPr>
            <a:spAutoFit/>
          </a:bodyPr>
          <a:lstStyle/>
          <a:p>
            <a:pPr algn="ctr" eaLnBrk="1" hangingPunct="1">
              <a:lnSpc>
                <a:spcPct val="125000"/>
              </a:lnSpc>
            </a:pPr>
            <a:r>
              <a:rPr lang="zh-CN" altLang="en-US" sz="2400" b="1">
                <a:solidFill>
                  <a:srgbClr val="000000"/>
                </a:solidFill>
                <a:latin typeface="Arial" pitchFamily="34" charset="0"/>
                <a:ea typeface="楷体_GB2312" pitchFamily="49" charset="-122"/>
              </a:rPr>
              <a:t>上层建筑的构成</a:t>
            </a:r>
          </a:p>
        </p:txBody>
      </p:sp>
      <p:sp>
        <p:nvSpPr>
          <p:cNvPr id="50182" name="矩形 801806"/>
          <p:cNvSpPr>
            <a:spLocks noChangeArrowheads="1"/>
          </p:cNvSpPr>
          <p:nvPr/>
        </p:nvSpPr>
        <p:spPr bwMode="auto">
          <a:xfrm>
            <a:off x="1214414" y="3214685"/>
            <a:ext cx="7572428" cy="1643075"/>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b="1" dirty="0">
                <a:solidFill>
                  <a:srgbClr val="000000"/>
                </a:solidFill>
                <a:latin typeface="幼圆" pitchFamily="49" charset="-122"/>
                <a:ea typeface="幼圆" pitchFamily="49" charset="-122"/>
              </a:rPr>
              <a:t>  </a:t>
            </a:r>
            <a:r>
              <a:rPr lang="zh-CN" altLang="en-US" b="1" dirty="0">
                <a:solidFill>
                  <a:srgbClr val="000000"/>
                </a:solidFill>
                <a:latin typeface="幼圆" pitchFamily="49" charset="-122"/>
                <a:ea typeface="幼圆" pitchFamily="49" charset="-122"/>
              </a:rPr>
              <a:t>政治上层建筑是在一定意识形态指导下建立起来的，是统治阶级意志的表现。</a:t>
            </a:r>
          </a:p>
          <a:p>
            <a:pPr eaLnBrk="1" hangingPunct="1">
              <a:lnSpc>
                <a:spcPct val="125000"/>
              </a:lnSpc>
              <a:spcBef>
                <a:spcPct val="20000"/>
              </a:spcBef>
              <a:buFontTx/>
              <a:buChar char="•"/>
            </a:pPr>
            <a:r>
              <a:rPr lang="zh-CN" altLang="en-US" b="1" dirty="0">
                <a:solidFill>
                  <a:srgbClr val="000000"/>
                </a:solidFill>
                <a:latin typeface="幼圆" pitchFamily="49" charset="-122"/>
                <a:ea typeface="幼圆" pitchFamily="49" charset="-122"/>
              </a:rPr>
              <a:t>  政治上层建筑一旦形成，就成为一种现实的力量，影响并制约着人们的思想理论观点。</a:t>
            </a:r>
          </a:p>
        </p:txBody>
      </p:sp>
      <p:sp>
        <p:nvSpPr>
          <p:cNvPr id="7" name="矩形 770052"/>
          <p:cNvSpPr>
            <a:spLocks noChangeArrowheads="1"/>
          </p:cNvSpPr>
          <p:nvPr/>
        </p:nvSpPr>
        <p:spPr bwMode="auto">
          <a:xfrm>
            <a:off x="500034" y="5143512"/>
            <a:ext cx="8286808" cy="1143008"/>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zh-CN" altLang="en-US" sz="2400" b="1" dirty="0" smtClean="0">
                <a:solidFill>
                  <a:srgbClr val="3333FF"/>
                </a:solidFill>
                <a:latin typeface="幼圆" pitchFamily="49" charset="-122"/>
                <a:ea typeface="幼圆" pitchFamily="49" charset="-122"/>
              </a:rPr>
              <a:t>在</a:t>
            </a:r>
            <a:r>
              <a:rPr lang="zh-CN" altLang="en-US" sz="2400" b="1" dirty="0">
                <a:solidFill>
                  <a:srgbClr val="3333FF"/>
                </a:solidFill>
                <a:latin typeface="幼圆" pitchFamily="49" charset="-122"/>
                <a:ea typeface="幼圆" pitchFamily="49" charset="-122"/>
              </a:rPr>
              <a:t>整个上层建筑中，政治上层建筑居主导地位，国家政权是核心。</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770051"/>
          <p:cNvSpPr>
            <a:spLocks noChangeArrowheads="1"/>
          </p:cNvSpPr>
          <p:nvPr/>
        </p:nvSpPr>
        <p:spPr bwMode="auto">
          <a:xfrm>
            <a:off x="214282" y="142852"/>
            <a:ext cx="3600450" cy="576262"/>
          </a:xfrm>
          <a:prstGeom prst="rect">
            <a:avLst/>
          </a:prstGeom>
          <a:solidFill>
            <a:srgbClr val="F0FDA1"/>
          </a:solidFill>
          <a:ln w="9525">
            <a:solidFill>
              <a:schemeClr val="hlink"/>
            </a:solidFill>
            <a:miter lim="800000"/>
            <a:headEnd/>
            <a:tailEnd/>
          </a:ln>
        </p:spPr>
        <p:txBody>
          <a:bodyPr anchor="ctr"/>
          <a:lstStyle/>
          <a:p>
            <a:pPr algn="ctr" eaLnBrk="1" hangingPunct="1"/>
            <a:r>
              <a:rPr lang="zh-CN" altLang="en-US" sz="2400" b="1" dirty="0">
                <a:solidFill>
                  <a:srgbClr val="000000"/>
                </a:solidFill>
                <a:latin typeface="楷体" pitchFamily="49" charset="-122"/>
                <a:ea typeface="楷体" pitchFamily="49" charset="-122"/>
              </a:rPr>
              <a:t>马克思主义的国家理论</a:t>
            </a:r>
          </a:p>
        </p:txBody>
      </p:sp>
      <p:sp>
        <p:nvSpPr>
          <p:cNvPr id="51204" name="矩形 770054"/>
          <p:cNvSpPr>
            <a:spLocks noChangeArrowheads="1"/>
          </p:cNvSpPr>
          <p:nvPr/>
        </p:nvSpPr>
        <p:spPr bwMode="auto">
          <a:xfrm>
            <a:off x="214282" y="857232"/>
            <a:ext cx="7572428" cy="1714512"/>
          </a:xfrm>
          <a:prstGeom prst="rect">
            <a:avLst/>
          </a:prstGeom>
          <a:solidFill>
            <a:srgbClr val="D9F2AC"/>
          </a:solidFill>
          <a:ln w="9525">
            <a:solidFill>
              <a:srgbClr val="FF9900"/>
            </a:solidFill>
            <a:miter lim="800000"/>
            <a:headEnd/>
            <a:tailEnd/>
          </a:ln>
        </p:spPr>
        <p:txBody>
          <a:bodyPr/>
          <a:lstStyle/>
          <a:p>
            <a:pPr marL="342900" indent="-342900" eaLnBrk="1" hangingPunct="1">
              <a:lnSpc>
                <a:spcPct val="125000"/>
              </a:lnSpc>
              <a:spcBef>
                <a:spcPct val="20000"/>
              </a:spcBef>
              <a:buFontTx/>
              <a:buChar char="•"/>
            </a:pPr>
            <a:r>
              <a:rPr lang="zh-CN" altLang="en-US" b="1" dirty="0">
                <a:solidFill>
                  <a:srgbClr val="0000FF"/>
                </a:solidFill>
                <a:latin typeface="幼圆" pitchFamily="49" charset="-122"/>
                <a:ea typeface="幼圆" pitchFamily="49" charset="-122"/>
              </a:rPr>
              <a:t>国家同原始氏族组织不同</a:t>
            </a:r>
          </a:p>
          <a:p>
            <a:pPr marL="342900" indent="-342900" eaLnBrk="1" hangingPunct="1">
              <a:lnSpc>
                <a:spcPct val="125000"/>
              </a:lnSpc>
              <a:spcBef>
                <a:spcPct val="20000"/>
              </a:spcBef>
              <a:buFontTx/>
              <a:buChar char="•"/>
            </a:pPr>
            <a:r>
              <a:rPr lang="zh-CN" altLang="en-US" b="1" dirty="0">
                <a:solidFill>
                  <a:srgbClr val="0000FF"/>
                </a:solidFill>
                <a:latin typeface="幼圆" pitchFamily="49" charset="-122"/>
                <a:ea typeface="幼圆" pitchFamily="49" charset="-122"/>
              </a:rPr>
              <a:t>国家是阶级矛盾不可调和的产物</a:t>
            </a:r>
          </a:p>
          <a:p>
            <a:pPr marL="342900" indent="-342900" eaLnBrk="1" hangingPunct="1">
              <a:lnSpc>
                <a:spcPct val="125000"/>
              </a:lnSpc>
              <a:spcBef>
                <a:spcPct val="20000"/>
              </a:spcBef>
              <a:buFontTx/>
              <a:buChar char="•"/>
            </a:pPr>
            <a:r>
              <a:rPr lang="zh-CN" altLang="en-US" b="1" dirty="0">
                <a:solidFill>
                  <a:srgbClr val="0000FF"/>
                </a:solidFill>
                <a:latin typeface="幼圆" pitchFamily="49" charset="-122"/>
                <a:ea typeface="幼圆" pitchFamily="49" charset="-122"/>
              </a:rPr>
              <a:t>国家的实质是一个阶级统治另一个阶级的工具</a:t>
            </a:r>
          </a:p>
          <a:p>
            <a:pPr marL="342900" indent="-342900" eaLnBrk="1" hangingPunct="1">
              <a:lnSpc>
                <a:spcPct val="125000"/>
              </a:lnSpc>
              <a:spcBef>
                <a:spcPct val="20000"/>
              </a:spcBef>
              <a:buFontTx/>
              <a:buChar char="•"/>
            </a:pPr>
            <a:r>
              <a:rPr lang="zh-CN" altLang="en-US" b="1" dirty="0">
                <a:solidFill>
                  <a:srgbClr val="0000FF"/>
                </a:solidFill>
                <a:latin typeface="幼圆" pitchFamily="49" charset="-122"/>
                <a:ea typeface="幼圆" pitchFamily="49" charset="-122"/>
              </a:rPr>
              <a:t>国家是一种具有政治统治和社会管理职能的有组织的力量</a:t>
            </a:r>
          </a:p>
        </p:txBody>
      </p:sp>
      <p:sp>
        <p:nvSpPr>
          <p:cNvPr id="9" name="矩形 779270"/>
          <p:cNvSpPr>
            <a:spLocks noChangeArrowheads="1"/>
          </p:cNvSpPr>
          <p:nvPr/>
        </p:nvSpPr>
        <p:spPr bwMode="auto">
          <a:xfrm>
            <a:off x="214282" y="2714620"/>
            <a:ext cx="3240087" cy="576263"/>
          </a:xfrm>
          <a:prstGeom prst="rect">
            <a:avLst/>
          </a:prstGeom>
          <a:solidFill>
            <a:srgbClr val="F0FDA1"/>
          </a:solidFill>
          <a:ln w="9525">
            <a:solidFill>
              <a:schemeClr val="hlink"/>
            </a:solidFill>
            <a:miter lim="800000"/>
            <a:headEnd/>
            <a:tailEnd/>
          </a:ln>
        </p:spPr>
        <p:txBody>
          <a:bodyPr anchor="ctr"/>
          <a:lstStyle/>
          <a:p>
            <a:pPr algn="ctr" eaLnBrk="1" hangingPunct="1">
              <a:lnSpc>
                <a:spcPct val="125000"/>
              </a:lnSpc>
            </a:pPr>
            <a:r>
              <a:rPr lang="zh-CN" altLang="en-US" sz="2400" b="1" dirty="0">
                <a:solidFill>
                  <a:srgbClr val="0000CC"/>
                </a:solidFill>
                <a:ea typeface="幼圆" pitchFamily="49" charset="-122"/>
              </a:rPr>
              <a:t>国家的对内职能</a:t>
            </a:r>
          </a:p>
        </p:txBody>
      </p:sp>
      <p:sp>
        <p:nvSpPr>
          <p:cNvPr id="10" name="矩形 779271"/>
          <p:cNvSpPr>
            <a:spLocks noChangeArrowheads="1"/>
          </p:cNvSpPr>
          <p:nvPr/>
        </p:nvSpPr>
        <p:spPr bwMode="auto">
          <a:xfrm>
            <a:off x="714348" y="3357562"/>
            <a:ext cx="3671887" cy="2015936"/>
          </a:xfrm>
          <a:prstGeom prst="rect">
            <a:avLst/>
          </a:prstGeom>
          <a:solidFill>
            <a:srgbClr val="CCFFFF"/>
          </a:solidFill>
          <a:ln w="28575">
            <a:solidFill>
              <a:srgbClr val="00FFFF"/>
            </a:solidFill>
            <a:miter lim="800000"/>
            <a:headEnd/>
            <a:tailEnd/>
          </a:ln>
          <a:effectLst>
            <a:outerShdw dist="35921" dir="2700000" algn="ctr" rotWithShape="0">
              <a:schemeClr val="bg2"/>
            </a:outerShdw>
          </a:effectLst>
        </p:spPr>
        <p:txBody>
          <a:bodyPr wrap="square" anchor="ctr">
            <a:spAutoFit/>
          </a:bodyPr>
          <a:lstStyle/>
          <a:p>
            <a:pPr>
              <a:lnSpc>
                <a:spcPct val="125000"/>
              </a:lnSpc>
              <a:spcBef>
                <a:spcPct val="50000"/>
              </a:spcBef>
            </a:pPr>
            <a:r>
              <a:rPr lang="en-US" altLang="zh-CN" sz="2000" dirty="0"/>
              <a:t>     </a:t>
            </a:r>
            <a:r>
              <a:rPr lang="zh-CN" altLang="en-US" sz="2000" b="1" dirty="0" smtClean="0">
                <a:latin typeface="楷体" pitchFamily="49" charset="-122"/>
                <a:ea typeface="楷体" pitchFamily="49" charset="-122"/>
              </a:rPr>
              <a:t>统治阶级</a:t>
            </a:r>
            <a:r>
              <a:rPr lang="zh-CN" altLang="en-US" sz="2000" b="1" dirty="0">
                <a:latin typeface="楷体" pitchFamily="49" charset="-122"/>
                <a:ea typeface="楷体" pitchFamily="49" charset="-122"/>
              </a:rPr>
              <a:t>对被统治阶级和敌对势力实行专政，同时在本阶级内部实行特定的民主，以特定的专政和民主相结合来实现和维护自己的统治。</a:t>
            </a:r>
          </a:p>
        </p:txBody>
      </p:sp>
      <p:sp>
        <p:nvSpPr>
          <p:cNvPr id="11" name="矩形 779272"/>
          <p:cNvSpPr>
            <a:spLocks noChangeArrowheads="1" noChangeShapeType="1" noTextEdit="1"/>
          </p:cNvSpPr>
          <p:nvPr/>
        </p:nvSpPr>
        <p:spPr bwMode="auto">
          <a:xfrm rot="5400000">
            <a:off x="-520731" y="4164012"/>
            <a:ext cx="1828800" cy="358775"/>
          </a:xfrm>
          <a:prstGeom prst="rect">
            <a:avLst/>
          </a:prstGeom>
        </p:spPr>
        <p:txBody>
          <a:bodyPr vert="eaVert" wrap="none" fromWordArt="1">
            <a:prstTxWarp prst="textPlain">
              <a:avLst>
                <a:gd name="adj" fmla="val 50000"/>
              </a:avLst>
            </a:prstTxWarp>
            <a:scene3d>
              <a:camera prst="legacyPerspectiveFront">
                <a:rot lat="20639990" lon="20699973" rev="0"/>
              </a:camera>
              <a:lightRig rig="legacyNormal3" dir="l"/>
            </a:scene3d>
            <a:sp3d extrusionH="201600" prstMaterial="legacyPlastic">
              <a:extrusionClr>
                <a:srgbClr val="FF9966"/>
              </a:extrusionClr>
            </a:sp3d>
          </a:bodyPr>
          <a:lstStyle/>
          <a:p>
            <a:pPr algn="ctr" fontAlgn="auto"/>
            <a:r>
              <a:rPr lang="zh-CN" altLang="en-US" sz="3600" kern="10" dirty="0">
                <a:ln w="9525">
                  <a:round/>
                  <a:headEnd/>
                  <a:tailEnd/>
                </a:ln>
                <a:solidFill>
                  <a:srgbClr val="CC0000"/>
                </a:solidFill>
                <a:latin typeface="宋体"/>
                <a:ea typeface="宋体"/>
              </a:rPr>
              <a:t>政治统治</a:t>
            </a:r>
          </a:p>
        </p:txBody>
      </p:sp>
      <p:sp>
        <p:nvSpPr>
          <p:cNvPr id="12" name="矩形 779274"/>
          <p:cNvSpPr>
            <a:spLocks noChangeArrowheads="1" noChangeShapeType="1" noTextEdit="1"/>
          </p:cNvSpPr>
          <p:nvPr/>
        </p:nvSpPr>
        <p:spPr bwMode="auto">
          <a:xfrm rot="5400000">
            <a:off x="7266011" y="4092575"/>
            <a:ext cx="1828800" cy="358775"/>
          </a:xfrm>
          <a:prstGeom prst="rect">
            <a:avLst/>
          </a:prstGeom>
        </p:spPr>
        <p:txBody>
          <a:bodyPr vert="eaVert" wrap="none" fromWordArt="1">
            <a:prstTxWarp prst="textPlain">
              <a:avLst>
                <a:gd name="adj" fmla="val 50000"/>
              </a:avLst>
            </a:prstTxWarp>
            <a:scene3d>
              <a:camera prst="legacyPerspectiveFront">
                <a:rot lat="20639990" lon="20699973" rev="0"/>
              </a:camera>
              <a:lightRig rig="legacyNormal3" dir="l"/>
            </a:scene3d>
            <a:sp3d extrusionH="201600" prstMaterial="legacyPlastic">
              <a:extrusionClr>
                <a:srgbClr val="FF9966"/>
              </a:extrusionClr>
            </a:sp3d>
          </a:bodyPr>
          <a:lstStyle/>
          <a:p>
            <a:pPr algn="ctr" fontAlgn="auto"/>
            <a:r>
              <a:rPr lang="zh-CN" altLang="en-US" sz="3600" kern="10" dirty="0">
                <a:ln w="9525">
                  <a:round/>
                  <a:headEnd/>
                  <a:tailEnd/>
                </a:ln>
                <a:solidFill>
                  <a:srgbClr val="CC0000"/>
                </a:solidFill>
                <a:latin typeface="宋体"/>
                <a:ea typeface="宋体"/>
              </a:rPr>
              <a:t>社会管理</a:t>
            </a:r>
          </a:p>
        </p:txBody>
      </p:sp>
      <p:sp>
        <p:nvSpPr>
          <p:cNvPr id="13" name="矩形 779273"/>
          <p:cNvSpPr>
            <a:spLocks noChangeArrowheads="1"/>
          </p:cNvSpPr>
          <p:nvPr/>
        </p:nvSpPr>
        <p:spPr bwMode="auto">
          <a:xfrm>
            <a:off x="4572000" y="3357562"/>
            <a:ext cx="3311525" cy="2000264"/>
          </a:xfrm>
          <a:prstGeom prst="rect">
            <a:avLst/>
          </a:prstGeom>
          <a:solidFill>
            <a:srgbClr val="CCFFFF"/>
          </a:solidFill>
          <a:ln w="28575">
            <a:solidFill>
              <a:srgbClr val="00CCFF"/>
            </a:solidFill>
            <a:miter lim="800000"/>
            <a:headEnd/>
            <a:tailEnd/>
          </a:ln>
          <a:effectLst>
            <a:outerShdw dist="35921" dir="2700000" algn="ctr" rotWithShape="0">
              <a:schemeClr val="bg2"/>
            </a:outerShdw>
          </a:effectLst>
        </p:spPr>
        <p:txBody>
          <a:bodyPr wrap="square" anchor="ctr">
            <a:spAutoFit/>
          </a:bodyPr>
          <a:lstStyle/>
          <a:p>
            <a:pPr>
              <a:lnSpc>
                <a:spcPct val="120000"/>
              </a:lnSpc>
              <a:spcBef>
                <a:spcPct val="50000"/>
              </a:spcBef>
            </a:pPr>
            <a:r>
              <a:rPr lang="en-US" altLang="zh-CN" dirty="0">
                <a:solidFill>
                  <a:srgbClr val="FFFF00"/>
                </a:solidFill>
              </a:rPr>
              <a:t>    </a:t>
            </a:r>
            <a:r>
              <a:rPr lang="en-US" altLang="zh-CN" dirty="0">
                <a:solidFill>
                  <a:srgbClr val="FFFF00"/>
                </a:solidFill>
                <a:latin typeface="楷体" pitchFamily="49" charset="-122"/>
                <a:ea typeface="楷体" pitchFamily="49" charset="-122"/>
              </a:rPr>
              <a:t> </a:t>
            </a:r>
            <a:r>
              <a:rPr lang="zh-CN" altLang="en-US" sz="2000" b="1" dirty="0">
                <a:latin typeface="楷体" pitchFamily="49" charset="-122"/>
                <a:ea typeface="楷体" pitchFamily="49" charset="-122"/>
              </a:rPr>
              <a:t>国家执行社会公共事务的组织、管理和调节，维护统治阶级的社会秩序，干预、调节社会经济生活或直接组织经济建设等等。</a:t>
            </a:r>
          </a:p>
        </p:txBody>
      </p:sp>
      <p:sp>
        <p:nvSpPr>
          <p:cNvPr id="14" name="矩形 780292"/>
          <p:cNvSpPr>
            <a:spLocks noChangeArrowheads="1"/>
          </p:cNvSpPr>
          <p:nvPr/>
        </p:nvSpPr>
        <p:spPr bwMode="auto">
          <a:xfrm>
            <a:off x="214282" y="5715016"/>
            <a:ext cx="3240087" cy="576263"/>
          </a:xfrm>
          <a:prstGeom prst="rect">
            <a:avLst/>
          </a:prstGeom>
          <a:solidFill>
            <a:srgbClr val="F0FDA1"/>
          </a:solidFill>
          <a:ln w="9525">
            <a:solidFill>
              <a:schemeClr val="hlink"/>
            </a:solidFill>
            <a:miter lim="800000"/>
            <a:headEnd/>
            <a:tailEnd/>
          </a:ln>
        </p:spPr>
        <p:txBody>
          <a:bodyPr anchor="ctr"/>
          <a:lstStyle/>
          <a:p>
            <a:pPr algn="ctr" eaLnBrk="1" hangingPunct="1">
              <a:lnSpc>
                <a:spcPct val="125000"/>
              </a:lnSpc>
            </a:pPr>
            <a:r>
              <a:rPr lang="zh-CN" altLang="en-US" sz="2400" b="1" dirty="0">
                <a:solidFill>
                  <a:srgbClr val="0000CC"/>
                </a:solidFill>
                <a:ea typeface="幼圆" pitchFamily="49" charset="-122"/>
              </a:rPr>
              <a:t>国家的对外职能</a:t>
            </a:r>
          </a:p>
        </p:txBody>
      </p:sp>
      <p:sp>
        <p:nvSpPr>
          <p:cNvPr id="15" name="矩形 780293"/>
          <p:cNvSpPr>
            <a:spLocks noChangeArrowheads="1"/>
          </p:cNvSpPr>
          <p:nvPr/>
        </p:nvSpPr>
        <p:spPr bwMode="auto">
          <a:xfrm>
            <a:off x="3571868" y="5429264"/>
            <a:ext cx="5357850" cy="1292662"/>
          </a:xfrm>
          <a:prstGeom prst="rect">
            <a:avLst/>
          </a:prstGeom>
          <a:solidFill>
            <a:srgbClr val="FFFF99"/>
          </a:solidFill>
          <a:ln w="9525">
            <a:noFill/>
            <a:miter lim="800000"/>
            <a:headEnd/>
            <a:tailEnd/>
          </a:ln>
          <a:effectLst>
            <a:outerShdw dist="35921" dir="2700000" algn="ctr" rotWithShape="0">
              <a:schemeClr val="bg2"/>
            </a:outerShdw>
          </a:effectLst>
        </p:spPr>
        <p:txBody>
          <a:bodyPr wrap="square" anchor="ctr">
            <a:spAutoFit/>
          </a:bodyPr>
          <a:lstStyle/>
          <a:p>
            <a:pPr>
              <a:lnSpc>
                <a:spcPct val="130000"/>
              </a:lnSpc>
              <a:spcBef>
                <a:spcPct val="50000"/>
              </a:spcBef>
            </a:pPr>
            <a:r>
              <a:rPr lang="en-US" altLang="zh-CN" sz="2000" dirty="0"/>
              <a:t>    </a:t>
            </a:r>
            <a:r>
              <a:rPr lang="zh-CN" altLang="en-US" sz="2000" b="1" dirty="0">
                <a:solidFill>
                  <a:srgbClr val="3333FF"/>
                </a:solidFill>
                <a:latin typeface="楷体" pitchFamily="49" charset="-122"/>
                <a:ea typeface="楷体" pitchFamily="49" charset="-122"/>
              </a:rPr>
              <a:t>维护国家的主权和领土完整，防止和抵御外来侵略</a:t>
            </a:r>
            <a:r>
              <a:rPr lang="zh-CN" altLang="en-US" sz="2000" b="1" dirty="0" smtClean="0">
                <a:solidFill>
                  <a:srgbClr val="3333FF"/>
                </a:solidFill>
                <a:latin typeface="楷体" pitchFamily="49" charset="-122"/>
                <a:ea typeface="楷体" pitchFamily="49" charset="-122"/>
              </a:rPr>
              <a:t>；根据自己的利益调整国与国之间的关系，参与国际经济政治生活。</a:t>
            </a:r>
            <a:endParaRPr lang="zh-CN" altLang="en-US" sz="2000" b="1" dirty="0">
              <a:solidFill>
                <a:srgbClr val="3333FF"/>
              </a:solidFill>
              <a:latin typeface="楷体" pitchFamily="49" charset="-122"/>
              <a:ea typeface="楷体" pitchFamily="49"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357158" y="214290"/>
            <a:ext cx="4838704" cy="428628"/>
          </a:xfrm>
        </p:spPr>
        <p:txBody>
          <a:bodyPr/>
          <a:lstStyle/>
          <a:p>
            <a:pPr algn="l" eaLnBrk="1" hangingPunct="1"/>
            <a:r>
              <a:rPr lang="en-US" altLang="zh-CN" sz="2800" b="1" dirty="0" smtClean="0">
                <a:solidFill>
                  <a:srgbClr val="000000"/>
                </a:solidFill>
                <a:effectLst/>
                <a:latin typeface="楷体_GB2312" pitchFamily="49" charset="-122"/>
                <a:ea typeface="楷体_GB2312" pitchFamily="49" charset="-122"/>
              </a:rPr>
              <a:t>   </a:t>
            </a:r>
            <a:r>
              <a:rPr lang="zh-CN" sz="2800" b="1" dirty="0" smtClean="0">
                <a:solidFill>
                  <a:srgbClr val="000000"/>
                </a:solidFill>
                <a:effectLst/>
                <a:latin typeface="楷体_GB2312" pitchFamily="49" charset="-122"/>
                <a:ea typeface="楷体_GB2312" pitchFamily="49" charset="-122"/>
              </a:rPr>
              <a:t>国家</a:t>
            </a:r>
            <a:r>
              <a:rPr lang="zh-CN" altLang="en-US" sz="2800" b="1" dirty="0" smtClean="0">
                <a:solidFill>
                  <a:srgbClr val="000000"/>
                </a:solidFill>
                <a:effectLst/>
                <a:latin typeface="楷体_GB2312" pitchFamily="49" charset="-122"/>
                <a:ea typeface="楷体_GB2312" pitchFamily="49" charset="-122"/>
              </a:rPr>
              <a:t>的内容与形式</a:t>
            </a:r>
            <a:endParaRPr lang="zh-CN" sz="2800" b="1" dirty="0" smtClean="0">
              <a:solidFill>
                <a:srgbClr val="000000"/>
              </a:solidFill>
              <a:effectLst/>
              <a:latin typeface="楷体_GB2312" pitchFamily="49" charset="-122"/>
              <a:ea typeface="楷体_GB2312" pitchFamily="49" charset="-122"/>
            </a:endParaRPr>
          </a:p>
        </p:txBody>
      </p:sp>
      <p:sp>
        <p:nvSpPr>
          <p:cNvPr id="56323" name="Rectangle 3"/>
          <p:cNvSpPr>
            <a:spLocks noGrp="1" noChangeArrowheads="1"/>
          </p:cNvSpPr>
          <p:nvPr>
            <p:ph type="body" idx="1"/>
          </p:nvPr>
        </p:nvSpPr>
        <p:spPr>
          <a:xfrm>
            <a:off x="285720" y="762000"/>
            <a:ext cx="8705880" cy="3024190"/>
          </a:xfrm>
          <a:solidFill>
            <a:schemeClr val="accent1"/>
          </a:solidFill>
        </p:spPr>
        <p:txBody>
          <a:bodyPr/>
          <a:lstStyle/>
          <a:p>
            <a:pPr eaLnBrk="1" hangingPunct="1">
              <a:buFontTx/>
              <a:buNone/>
            </a:pPr>
            <a:r>
              <a:rPr lang="zh-CN" sz="2400" b="1" i="1" dirty="0" smtClean="0">
                <a:solidFill>
                  <a:srgbClr val="FF0000"/>
                </a:solidFill>
                <a:latin typeface="楷体" pitchFamily="49" charset="-122"/>
                <a:ea typeface="楷体" pitchFamily="49" charset="-122"/>
              </a:rPr>
              <a:t>国体：</a:t>
            </a:r>
            <a:r>
              <a:rPr lang="zh-CN" sz="2400" b="1" dirty="0" smtClean="0">
                <a:solidFill>
                  <a:srgbClr val="000000"/>
                </a:solidFill>
                <a:latin typeface="楷体" pitchFamily="49" charset="-122"/>
                <a:ea typeface="楷体" pitchFamily="49" charset="-122"/>
              </a:rPr>
              <a:t>国家的根本性质，即社会各阶级在国家中的地位，它表明国家政权掌握在哪个阶级手里，哪个阶级是统治阶级，哪个阶级是被统治阶级。</a:t>
            </a:r>
            <a:endParaRPr lang="en-US" altLang="zh-CN" sz="2400" b="1" dirty="0" smtClean="0">
              <a:solidFill>
                <a:srgbClr val="000000"/>
              </a:solidFill>
              <a:latin typeface="楷体" pitchFamily="49" charset="-122"/>
              <a:ea typeface="楷体" pitchFamily="49" charset="-122"/>
            </a:endParaRPr>
          </a:p>
          <a:p>
            <a:pPr eaLnBrk="1" hangingPunct="1">
              <a:buFontTx/>
              <a:buNone/>
            </a:pPr>
            <a:r>
              <a:rPr lang="zh-CN" sz="2400" b="1" i="1" dirty="0" smtClean="0">
                <a:solidFill>
                  <a:srgbClr val="FF0000"/>
                </a:solidFill>
                <a:latin typeface="楷体" pitchFamily="49" charset="-122"/>
                <a:ea typeface="楷体" pitchFamily="49" charset="-122"/>
              </a:rPr>
              <a:t>政体：</a:t>
            </a:r>
            <a:r>
              <a:rPr lang="zh-CN" sz="2400" b="1" dirty="0" smtClean="0">
                <a:solidFill>
                  <a:srgbClr val="000000"/>
                </a:solidFill>
                <a:latin typeface="楷体" pitchFamily="49" charset="-122"/>
                <a:ea typeface="楷体" pitchFamily="49" charset="-122"/>
              </a:rPr>
              <a:t>国家政权的组织形式问题，即统治阶级实现其阶级统治的具体组织形式，也就是政权构成形式。 </a:t>
            </a:r>
          </a:p>
          <a:p>
            <a:pPr eaLnBrk="1" hangingPunct="1">
              <a:buFontTx/>
              <a:buNone/>
            </a:pPr>
            <a:r>
              <a:rPr lang="zh-CN" altLang="zh-CN" sz="2400" b="1" dirty="0" smtClean="0">
                <a:solidFill>
                  <a:srgbClr val="000000"/>
                </a:solidFill>
                <a:latin typeface="楷体" pitchFamily="49" charset="-122"/>
                <a:ea typeface="楷体" pitchFamily="49" charset="-122"/>
              </a:rPr>
              <a:t>  </a:t>
            </a:r>
            <a:r>
              <a:rPr lang="zh-CN" sz="2400" b="1" dirty="0" smtClean="0">
                <a:solidFill>
                  <a:srgbClr val="000000"/>
                </a:solidFill>
                <a:latin typeface="楷体" pitchFamily="49" charset="-122"/>
                <a:ea typeface="楷体" pitchFamily="49" charset="-122"/>
              </a:rPr>
              <a:t>国体和政体是</a:t>
            </a:r>
            <a:r>
              <a:rPr lang="zh-CN" sz="2400" b="1" u="sng" dirty="0" smtClean="0">
                <a:solidFill>
                  <a:srgbClr val="FF0000"/>
                </a:solidFill>
                <a:latin typeface="楷体" pitchFamily="49" charset="-122"/>
                <a:ea typeface="楷体" pitchFamily="49" charset="-122"/>
              </a:rPr>
              <a:t>内容和形式</a:t>
            </a:r>
            <a:r>
              <a:rPr lang="zh-CN" sz="2400" b="1" dirty="0" smtClean="0">
                <a:solidFill>
                  <a:srgbClr val="000000"/>
                </a:solidFill>
                <a:latin typeface="楷体" pitchFamily="49" charset="-122"/>
                <a:ea typeface="楷体" pitchFamily="49" charset="-122"/>
              </a:rPr>
              <a:t>的关系。国体决定政体，政体服从、服务于国体，并对保证国体起重要作用。</a:t>
            </a:r>
            <a:endParaRPr lang="zh-CN" sz="2400" dirty="0" smtClean="0">
              <a:latin typeface="楷体" pitchFamily="49" charset="-122"/>
              <a:ea typeface="楷体" pitchFamily="49" charset="-122"/>
            </a:endParaRPr>
          </a:p>
        </p:txBody>
      </p:sp>
      <p:sp>
        <p:nvSpPr>
          <p:cNvPr id="27654" name="Text Box 6"/>
          <p:cNvSpPr txBox="1">
            <a:spLocks noChangeArrowheads="1"/>
          </p:cNvSpPr>
          <p:nvPr/>
        </p:nvSpPr>
        <p:spPr bwMode="auto">
          <a:xfrm>
            <a:off x="2038350" y="4322763"/>
            <a:ext cx="1162050" cy="544512"/>
          </a:xfrm>
          <a:prstGeom prst="rect">
            <a:avLst/>
          </a:prstGeom>
          <a:noFill/>
          <a:ln w="25400">
            <a:solidFill>
              <a:srgbClr val="99CC00"/>
            </a:solidFill>
            <a:miter lim="800000"/>
            <a:headEnd/>
            <a:tailEnd/>
          </a:ln>
          <a:effectLst/>
        </p:spPr>
        <p:txBody>
          <a:bodyPr lIns="90000" tIns="46800" rIns="90000" bIns="46800">
            <a:spAutoFit/>
          </a:bodyPr>
          <a:lstStyle/>
          <a:p>
            <a:pPr algn="ctr">
              <a:spcBef>
                <a:spcPct val="50000"/>
              </a:spcBef>
            </a:pPr>
            <a:r>
              <a:rPr lang="zh-CN" sz="2800" b="1">
                <a:latin typeface="Times New Roman" pitchFamily="18" charset="0"/>
                <a:ea typeface="黑体" pitchFamily="49" charset="-122"/>
              </a:rPr>
              <a:t>国体</a:t>
            </a:r>
          </a:p>
        </p:txBody>
      </p:sp>
      <p:sp>
        <p:nvSpPr>
          <p:cNvPr id="27655" name="Text Box 7"/>
          <p:cNvSpPr txBox="1">
            <a:spLocks noChangeArrowheads="1"/>
          </p:cNvSpPr>
          <p:nvPr/>
        </p:nvSpPr>
        <p:spPr bwMode="auto">
          <a:xfrm>
            <a:off x="3276600" y="4038600"/>
            <a:ext cx="1219200" cy="457200"/>
          </a:xfrm>
          <a:prstGeom prst="rect">
            <a:avLst/>
          </a:prstGeom>
          <a:noFill/>
          <a:ln w="9525">
            <a:noFill/>
            <a:miter lim="800000"/>
            <a:headEnd/>
            <a:tailEnd/>
          </a:ln>
          <a:effectLst/>
        </p:spPr>
        <p:txBody>
          <a:bodyPr lIns="90000" tIns="46800" rIns="90000" bIns="46800">
            <a:spAutoFit/>
          </a:bodyPr>
          <a:lstStyle/>
          <a:p>
            <a:pPr algn="ctr">
              <a:spcBef>
                <a:spcPct val="50000"/>
              </a:spcBef>
            </a:pPr>
            <a:r>
              <a:rPr lang="zh-CN" sz="2400" b="1">
                <a:latin typeface="Times New Roman" pitchFamily="18" charset="0"/>
                <a:ea typeface="黑体" pitchFamily="49" charset="-122"/>
              </a:rPr>
              <a:t>决定</a:t>
            </a:r>
          </a:p>
        </p:txBody>
      </p:sp>
      <p:sp>
        <p:nvSpPr>
          <p:cNvPr id="27656" name="Text Box 8"/>
          <p:cNvSpPr txBox="1">
            <a:spLocks noChangeArrowheads="1"/>
          </p:cNvSpPr>
          <p:nvPr/>
        </p:nvSpPr>
        <p:spPr bwMode="auto">
          <a:xfrm>
            <a:off x="4572000" y="4343400"/>
            <a:ext cx="1139825" cy="544513"/>
          </a:xfrm>
          <a:prstGeom prst="rect">
            <a:avLst/>
          </a:prstGeom>
          <a:noFill/>
          <a:ln w="25400">
            <a:solidFill>
              <a:srgbClr val="99CC00"/>
            </a:solidFill>
            <a:miter lim="800000"/>
            <a:headEnd/>
            <a:tailEnd/>
          </a:ln>
          <a:effectLst/>
        </p:spPr>
        <p:txBody>
          <a:bodyPr lIns="90000" tIns="46800" rIns="90000" bIns="46800">
            <a:spAutoFit/>
          </a:bodyPr>
          <a:lstStyle/>
          <a:p>
            <a:pPr algn="ctr">
              <a:spcBef>
                <a:spcPct val="50000"/>
              </a:spcBef>
            </a:pPr>
            <a:r>
              <a:rPr lang="zh-CN" sz="2800" b="1">
                <a:latin typeface="Times New Roman" pitchFamily="18" charset="0"/>
                <a:ea typeface="黑体" pitchFamily="49" charset="-122"/>
              </a:rPr>
              <a:t>政体</a:t>
            </a:r>
          </a:p>
        </p:txBody>
      </p:sp>
      <p:sp>
        <p:nvSpPr>
          <p:cNvPr id="27657" name="Line 9"/>
          <p:cNvSpPr>
            <a:spLocks noChangeShapeType="1"/>
          </p:cNvSpPr>
          <p:nvPr/>
        </p:nvSpPr>
        <p:spPr bwMode="auto">
          <a:xfrm flipH="1">
            <a:off x="2614613" y="4899025"/>
            <a:ext cx="12700" cy="762000"/>
          </a:xfrm>
          <a:prstGeom prst="line">
            <a:avLst/>
          </a:prstGeom>
          <a:noFill/>
          <a:ln w="25400">
            <a:solidFill>
              <a:srgbClr val="99CC00"/>
            </a:solidFill>
            <a:prstDash val="sysDot"/>
            <a:round/>
            <a:headEnd/>
            <a:tailEnd type="triangle" w="med" len="med"/>
          </a:ln>
          <a:effectLst/>
        </p:spPr>
        <p:txBody>
          <a:bodyPr lIns="90000" tIns="46800" rIns="90000" bIns="46800" anchor="ctr">
            <a:spAutoFit/>
          </a:bodyPr>
          <a:lstStyle/>
          <a:p>
            <a:endParaRPr lang="zh-CN" altLang="en-US"/>
          </a:p>
        </p:txBody>
      </p:sp>
      <p:sp>
        <p:nvSpPr>
          <p:cNvPr id="27658" name="Oval 10"/>
          <p:cNvSpPr>
            <a:spLocks noChangeArrowheads="1"/>
          </p:cNvSpPr>
          <p:nvPr/>
        </p:nvSpPr>
        <p:spPr bwMode="auto">
          <a:xfrm>
            <a:off x="2030413" y="5611813"/>
            <a:ext cx="1216025" cy="720725"/>
          </a:xfrm>
          <a:prstGeom prst="ellipse">
            <a:avLst/>
          </a:prstGeom>
          <a:noFill/>
          <a:ln w="25400">
            <a:solidFill>
              <a:srgbClr val="99CC00"/>
            </a:solidFill>
            <a:round/>
            <a:headEnd/>
            <a:tailEnd/>
          </a:ln>
          <a:effectLst/>
        </p:spPr>
        <p:txBody>
          <a:bodyPr wrap="none" lIns="90000" tIns="46800" rIns="90000" bIns="46800" anchor="ctr">
            <a:spAutoFit/>
          </a:bodyPr>
          <a:lstStyle/>
          <a:p>
            <a:pPr algn="ctr"/>
            <a:r>
              <a:rPr lang="zh-CN" sz="2800" b="1">
                <a:latin typeface="Times New Roman" pitchFamily="18" charset="0"/>
                <a:ea typeface="黑体" pitchFamily="49" charset="-122"/>
              </a:rPr>
              <a:t>内容</a:t>
            </a:r>
          </a:p>
        </p:txBody>
      </p:sp>
      <p:sp>
        <p:nvSpPr>
          <p:cNvPr id="27659" name="Line 11"/>
          <p:cNvSpPr>
            <a:spLocks noChangeShapeType="1"/>
          </p:cNvSpPr>
          <p:nvPr/>
        </p:nvSpPr>
        <p:spPr bwMode="auto">
          <a:xfrm>
            <a:off x="5135563" y="4899025"/>
            <a:ext cx="6350" cy="762000"/>
          </a:xfrm>
          <a:prstGeom prst="line">
            <a:avLst/>
          </a:prstGeom>
          <a:noFill/>
          <a:ln w="25400">
            <a:solidFill>
              <a:srgbClr val="99CC00"/>
            </a:solidFill>
            <a:prstDash val="sysDot"/>
            <a:round/>
            <a:headEnd/>
            <a:tailEnd type="triangle" w="med" len="med"/>
          </a:ln>
          <a:effectLst/>
        </p:spPr>
        <p:txBody>
          <a:bodyPr lIns="90000" tIns="46800" rIns="90000" bIns="46800" anchor="ctr">
            <a:spAutoFit/>
          </a:bodyPr>
          <a:lstStyle/>
          <a:p>
            <a:endParaRPr lang="zh-CN" altLang="en-US"/>
          </a:p>
        </p:txBody>
      </p:sp>
      <p:sp>
        <p:nvSpPr>
          <p:cNvPr id="27660" name="Oval 12"/>
          <p:cNvSpPr>
            <a:spLocks noChangeArrowheads="1"/>
          </p:cNvSpPr>
          <p:nvPr/>
        </p:nvSpPr>
        <p:spPr bwMode="auto">
          <a:xfrm>
            <a:off x="4551363" y="5611813"/>
            <a:ext cx="1216025" cy="720725"/>
          </a:xfrm>
          <a:prstGeom prst="ellipse">
            <a:avLst/>
          </a:prstGeom>
          <a:noFill/>
          <a:ln w="25400">
            <a:solidFill>
              <a:srgbClr val="99CC00"/>
            </a:solidFill>
            <a:round/>
            <a:headEnd/>
            <a:tailEnd/>
          </a:ln>
          <a:effectLst/>
        </p:spPr>
        <p:txBody>
          <a:bodyPr wrap="none" lIns="90000" tIns="46800" rIns="90000" bIns="46800" anchor="ctr">
            <a:spAutoFit/>
          </a:bodyPr>
          <a:lstStyle/>
          <a:p>
            <a:pPr algn="ctr"/>
            <a:r>
              <a:rPr lang="zh-CN" sz="2800" b="1">
                <a:latin typeface="Times New Roman" pitchFamily="18" charset="0"/>
                <a:ea typeface="黑体" pitchFamily="49" charset="-122"/>
              </a:rPr>
              <a:t>形式</a:t>
            </a:r>
          </a:p>
        </p:txBody>
      </p:sp>
      <p:sp>
        <p:nvSpPr>
          <p:cNvPr id="27661" name="Line 13"/>
          <p:cNvSpPr>
            <a:spLocks noChangeShapeType="1"/>
          </p:cNvSpPr>
          <p:nvPr/>
        </p:nvSpPr>
        <p:spPr bwMode="auto">
          <a:xfrm>
            <a:off x="3200400" y="4495800"/>
            <a:ext cx="1295400" cy="0"/>
          </a:xfrm>
          <a:prstGeom prst="line">
            <a:avLst/>
          </a:prstGeom>
          <a:noFill/>
          <a:ln w="38100">
            <a:solidFill>
              <a:srgbClr val="003300"/>
            </a:solidFill>
            <a:round/>
            <a:headEnd/>
            <a:tailEnd type="triangle" w="med" len="med"/>
          </a:ln>
          <a:effectLst/>
        </p:spPr>
        <p:txBody>
          <a:bodyPr lIns="90000" tIns="46800" rIns="90000" bIns="46800" anchor="ctr">
            <a:spAutoFit/>
          </a:bodyPr>
          <a:lstStyle/>
          <a:p>
            <a:endParaRPr lang="zh-CN" altLang="en-US"/>
          </a:p>
        </p:txBody>
      </p:sp>
      <p:sp>
        <p:nvSpPr>
          <p:cNvPr id="27662" name="Line 14"/>
          <p:cNvSpPr>
            <a:spLocks noChangeShapeType="1"/>
          </p:cNvSpPr>
          <p:nvPr/>
        </p:nvSpPr>
        <p:spPr bwMode="auto">
          <a:xfrm flipH="1">
            <a:off x="3352800" y="4648200"/>
            <a:ext cx="1219200" cy="0"/>
          </a:xfrm>
          <a:prstGeom prst="line">
            <a:avLst/>
          </a:prstGeom>
          <a:noFill/>
          <a:ln w="38100">
            <a:solidFill>
              <a:srgbClr val="003300"/>
            </a:solidFill>
            <a:round/>
            <a:headEnd/>
            <a:tailEnd type="triangle" w="med" len="med"/>
          </a:ln>
          <a:effectLst/>
        </p:spPr>
        <p:txBody>
          <a:bodyPr lIns="90000" tIns="46800" rIns="90000" bIns="46800" anchor="ctr">
            <a:spAutoFit/>
          </a:bodyPr>
          <a:lstStyle/>
          <a:p>
            <a:endParaRPr lang="zh-CN" altLang="en-US"/>
          </a:p>
        </p:txBody>
      </p:sp>
      <p:sp>
        <p:nvSpPr>
          <p:cNvPr id="27663" name="Text Box 15"/>
          <p:cNvSpPr txBox="1">
            <a:spLocks noChangeArrowheads="1"/>
          </p:cNvSpPr>
          <p:nvPr/>
        </p:nvSpPr>
        <p:spPr bwMode="auto">
          <a:xfrm>
            <a:off x="3352800" y="4648200"/>
            <a:ext cx="1219200" cy="457200"/>
          </a:xfrm>
          <a:prstGeom prst="rect">
            <a:avLst/>
          </a:prstGeom>
          <a:noFill/>
          <a:ln w="9525">
            <a:noFill/>
            <a:miter lim="800000"/>
            <a:headEnd/>
            <a:tailEnd/>
          </a:ln>
          <a:effectLst/>
        </p:spPr>
        <p:txBody>
          <a:bodyPr lIns="90000" tIns="46800" rIns="90000" bIns="46800">
            <a:spAutoFit/>
          </a:bodyPr>
          <a:lstStyle/>
          <a:p>
            <a:pPr algn="ctr">
              <a:spcBef>
                <a:spcPct val="50000"/>
              </a:spcBef>
            </a:pPr>
            <a:r>
              <a:rPr lang="zh-CN" sz="2400" b="1">
                <a:latin typeface="Times New Roman" pitchFamily="18" charset="0"/>
                <a:ea typeface="黑体" pitchFamily="49" charset="-122"/>
              </a:rPr>
              <a:t>服务于</a:t>
            </a: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7654"/>
                                        </p:tgtEl>
                                        <p:attrNameLst>
                                          <p:attrName>style.visibility</p:attrName>
                                        </p:attrNameLst>
                                      </p:cBhvr>
                                      <p:to>
                                        <p:strVal val="visible"/>
                                      </p:to>
                                    </p:set>
                                    <p:anim calcmode="lin" valueType="num">
                                      <p:cBhvr>
                                        <p:cTn id="7" dur="500" fill="hold"/>
                                        <p:tgtEl>
                                          <p:spTgt spid="27654"/>
                                        </p:tgtEl>
                                        <p:attrNameLst>
                                          <p:attrName>ppt_w</p:attrName>
                                        </p:attrNameLst>
                                      </p:cBhvr>
                                      <p:tavLst>
                                        <p:tav tm="0">
                                          <p:val>
                                            <p:fltVal val="0"/>
                                          </p:val>
                                        </p:tav>
                                        <p:tav tm="100000">
                                          <p:val>
                                            <p:strVal val="#ppt_w"/>
                                          </p:val>
                                        </p:tav>
                                      </p:tavLst>
                                    </p:anim>
                                    <p:anim calcmode="lin" valueType="num">
                                      <p:cBhvr>
                                        <p:cTn id="8" dur="500" fill="hold"/>
                                        <p:tgtEl>
                                          <p:spTgt spid="27654"/>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27656"/>
                                        </p:tgtEl>
                                        <p:attrNameLst>
                                          <p:attrName>style.visibility</p:attrName>
                                        </p:attrNameLst>
                                      </p:cBhvr>
                                      <p:to>
                                        <p:strVal val="visible"/>
                                      </p:to>
                                    </p:set>
                                    <p:anim calcmode="lin" valueType="num">
                                      <p:cBhvr>
                                        <p:cTn id="12" dur="500" fill="hold"/>
                                        <p:tgtEl>
                                          <p:spTgt spid="27656"/>
                                        </p:tgtEl>
                                        <p:attrNameLst>
                                          <p:attrName>ppt_w</p:attrName>
                                        </p:attrNameLst>
                                      </p:cBhvr>
                                      <p:tavLst>
                                        <p:tav tm="0">
                                          <p:val>
                                            <p:fltVal val="0"/>
                                          </p:val>
                                        </p:tav>
                                        <p:tav tm="100000">
                                          <p:val>
                                            <p:strVal val="#ppt_w"/>
                                          </p:val>
                                        </p:tav>
                                      </p:tavLst>
                                    </p:anim>
                                    <p:anim calcmode="lin" valueType="num">
                                      <p:cBhvr>
                                        <p:cTn id="13" dur="500" fill="hold"/>
                                        <p:tgtEl>
                                          <p:spTgt spid="27656"/>
                                        </p:tgtEl>
                                        <p:attrNameLst>
                                          <p:attrName>ppt_h</p:attrName>
                                        </p:attrNameLst>
                                      </p:cBhvr>
                                      <p:tavLst>
                                        <p:tav tm="0">
                                          <p:val>
                                            <p:fltVal val="0"/>
                                          </p:val>
                                        </p:tav>
                                        <p:tav tm="100000">
                                          <p:val>
                                            <p:strVal val="#ppt_h"/>
                                          </p:val>
                                        </p:tav>
                                      </p:tavLst>
                                    </p:anim>
                                  </p:childTnLst>
                                </p:cTn>
                              </p:par>
                            </p:childTnLst>
                          </p:cTn>
                        </p:par>
                        <p:par>
                          <p:cTn id="14" fill="hold" nodeType="afterGroup">
                            <p:stCondLst>
                              <p:cond delay="1000"/>
                            </p:stCondLst>
                            <p:childTnLst>
                              <p:par>
                                <p:cTn id="15" presetID="17" presetClass="entr" presetSubtype="1" fill="hold" grpId="0" nodeType="afterEffect">
                                  <p:stCondLst>
                                    <p:cond delay="0"/>
                                  </p:stCondLst>
                                  <p:childTnLst>
                                    <p:set>
                                      <p:cBhvr>
                                        <p:cTn id="16" dur="1" fill="hold">
                                          <p:stCondLst>
                                            <p:cond delay="0"/>
                                          </p:stCondLst>
                                        </p:cTn>
                                        <p:tgtEl>
                                          <p:spTgt spid="27657"/>
                                        </p:tgtEl>
                                        <p:attrNameLst>
                                          <p:attrName>style.visibility</p:attrName>
                                        </p:attrNameLst>
                                      </p:cBhvr>
                                      <p:to>
                                        <p:strVal val="visible"/>
                                      </p:to>
                                    </p:set>
                                    <p:anim calcmode="lin" valueType="num">
                                      <p:cBhvr>
                                        <p:cTn id="17" dur="500" fill="hold"/>
                                        <p:tgtEl>
                                          <p:spTgt spid="27657"/>
                                        </p:tgtEl>
                                        <p:attrNameLst>
                                          <p:attrName>ppt_x</p:attrName>
                                        </p:attrNameLst>
                                      </p:cBhvr>
                                      <p:tavLst>
                                        <p:tav tm="0">
                                          <p:val>
                                            <p:strVal val="#ppt_x"/>
                                          </p:val>
                                        </p:tav>
                                        <p:tav tm="100000">
                                          <p:val>
                                            <p:strVal val="#ppt_x"/>
                                          </p:val>
                                        </p:tav>
                                      </p:tavLst>
                                    </p:anim>
                                    <p:anim calcmode="lin" valueType="num">
                                      <p:cBhvr>
                                        <p:cTn id="18" dur="500" fill="hold"/>
                                        <p:tgtEl>
                                          <p:spTgt spid="27657"/>
                                        </p:tgtEl>
                                        <p:attrNameLst>
                                          <p:attrName>ppt_y</p:attrName>
                                        </p:attrNameLst>
                                      </p:cBhvr>
                                      <p:tavLst>
                                        <p:tav tm="0">
                                          <p:val>
                                            <p:strVal val="#ppt_y-#ppt_h/2"/>
                                          </p:val>
                                        </p:tav>
                                        <p:tav tm="100000">
                                          <p:val>
                                            <p:strVal val="#ppt_y"/>
                                          </p:val>
                                        </p:tav>
                                      </p:tavLst>
                                    </p:anim>
                                    <p:anim calcmode="lin" valueType="num">
                                      <p:cBhvr>
                                        <p:cTn id="19" dur="500" fill="hold"/>
                                        <p:tgtEl>
                                          <p:spTgt spid="27657"/>
                                        </p:tgtEl>
                                        <p:attrNameLst>
                                          <p:attrName>ppt_w</p:attrName>
                                        </p:attrNameLst>
                                      </p:cBhvr>
                                      <p:tavLst>
                                        <p:tav tm="0">
                                          <p:val>
                                            <p:strVal val="#ppt_w"/>
                                          </p:val>
                                        </p:tav>
                                        <p:tav tm="100000">
                                          <p:val>
                                            <p:strVal val="#ppt_w"/>
                                          </p:val>
                                        </p:tav>
                                      </p:tavLst>
                                    </p:anim>
                                    <p:anim calcmode="lin" valueType="num">
                                      <p:cBhvr>
                                        <p:cTn id="20" dur="500" fill="hold"/>
                                        <p:tgtEl>
                                          <p:spTgt spid="27657"/>
                                        </p:tgtEl>
                                        <p:attrNameLst>
                                          <p:attrName>ppt_h</p:attrName>
                                        </p:attrNameLst>
                                      </p:cBhvr>
                                      <p:tavLst>
                                        <p:tav tm="0">
                                          <p:val>
                                            <p:fltVal val="0"/>
                                          </p:val>
                                        </p:tav>
                                        <p:tav tm="100000">
                                          <p:val>
                                            <p:strVal val="#ppt_h"/>
                                          </p:val>
                                        </p:tav>
                                      </p:tavLst>
                                    </p:anim>
                                  </p:childTnLst>
                                </p:cTn>
                              </p:par>
                            </p:childTnLst>
                          </p:cTn>
                        </p:par>
                        <p:par>
                          <p:cTn id="21" fill="hold" nodeType="afterGroup">
                            <p:stCondLst>
                              <p:cond delay="1500"/>
                            </p:stCondLst>
                            <p:childTnLst>
                              <p:par>
                                <p:cTn id="22" presetID="23" presetClass="entr" presetSubtype="272" fill="hold" grpId="0" nodeType="afterEffect">
                                  <p:stCondLst>
                                    <p:cond delay="0"/>
                                  </p:stCondLst>
                                  <p:childTnLst>
                                    <p:set>
                                      <p:cBhvr>
                                        <p:cTn id="23" dur="1" fill="hold">
                                          <p:stCondLst>
                                            <p:cond delay="0"/>
                                          </p:stCondLst>
                                        </p:cTn>
                                        <p:tgtEl>
                                          <p:spTgt spid="27658"/>
                                        </p:tgtEl>
                                        <p:attrNameLst>
                                          <p:attrName>style.visibility</p:attrName>
                                        </p:attrNameLst>
                                      </p:cBhvr>
                                      <p:to>
                                        <p:strVal val="visible"/>
                                      </p:to>
                                    </p:set>
                                    <p:anim calcmode="lin" valueType="num">
                                      <p:cBhvr>
                                        <p:cTn id="24" dur="500" fill="hold"/>
                                        <p:tgtEl>
                                          <p:spTgt spid="27658"/>
                                        </p:tgtEl>
                                        <p:attrNameLst>
                                          <p:attrName>ppt_w</p:attrName>
                                        </p:attrNameLst>
                                      </p:cBhvr>
                                      <p:tavLst>
                                        <p:tav tm="0">
                                          <p:val>
                                            <p:strVal val="2/3*#ppt_w"/>
                                          </p:val>
                                        </p:tav>
                                        <p:tav tm="100000">
                                          <p:val>
                                            <p:strVal val="#ppt_w"/>
                                          </p:val>
                                        </p:tav>
                                      </p:tavLst>
                                    </p:anim>
                                    <p:anim calcmode="lin" valueType="num">
                                      <p:cBhvr>
                                        <p:cTn id="25" dur="500" fill="hold"/>
                                        <p:tgtEl>
                                          <p:spTgt spid="27658"/>
                                        </p:tgtEl>
                                        <p:attrNameLst>
                                          <p:attrName>ppt_h</p:attrName>
                                        </p:attrNameLst>
                                      </p:cBhvr>
                                      <p:tavLst>
                                        <p:tav tm="0">
                                          <p:val>
                                            <p:strVal val="2/3*#ppt_h"/>
                                          </p:val>
                                        </p:tav>
                                        <p:tav tm="100000">
                                          <p:val>
                                            <p:strVal val="#ppt_h"/>
                                          </p:val>
                                        </p:tav>
                                      </p:tavLst>
                                    </p:anim>
                                  </p:childTnLst>
                                </p:cTn>
                              </p:par>
                            </p:childTnLst>
                          </p:cTn>
                        </p:par>
                        <p:par>
                          <p:cTn id="26" fill="hold" nodeType="afterGroup">
                            <p:stCondLst>
                              <p:cond delay="2000"/>
                            </p:stCondLst>
                            <p:childTnLst>
                              <p:par>
                                <p:cTn id="27" presetID="17" presetClass="entr" presetSubtype="1" fill="hold" grpId="0" nodeType="afterEffect">
                                  <p:stCondLst>
                                    <p:cond delay="0"/>
                                  </p:stCondLst>
                                  <p:childTnLst>
                                    <p:set>
                                      <p:cBhvr>
                                        <p:cTn id="28" dur="1" fill="hold">
                                          <p:stCondLst>
                                            <p:cond delay="0"/>
                                          </p:stCondLst>
                                        </p:cTn>
                                        <p:tgtEl>
                                          <p:spTgt spid="27659"/>
                                        </p:tgtEl>
                                        <p:attrNameLst>
                                          <p:attrName>style.visibility</p:attrName>
                                        </p:attrNameLst>
                                      </p:cBhvr>
                                      <p:to>
                                        <p:strVal val="visible"/>
                                      </p:to>
                                    </p:set>
                                    <p:anim calcmode="lin" valueType="num">
                                      <p:cBhvr>
                                        <p:cTn id="29" dur="500" fill="hold"/>
                                        <p:tgtEl>
                                          <p:spTgt spid="27659"/>
                                        </p:tgtEl>
                                        <p:attrNameLst>
                                          <p:attrName>ppt_x</p:attrName>
                                        </p:attrNameLst>
                                      </p:cBhvr>
                                      <p:tavLst>
                                        <p:tav tm="0">
                                          <p:val>
                                            <p:strVal val="#ppt_x"/>
                                          </p:val>
                                        </p:tav>
                                        <p:tav tm="100000">
                                          <p:val>
                                            <p:strVal val="#ppt_x"/>
                                          </p:val>
                                        </p:tav>
                                      </p:tavLst>
                                    </p:anim>
                                    <p:anim calcmode="lin" valueType="num">
                                      <p:cBhvr>
                                        <p:cTn id="30" dur="500" fill="hold"/>
                                        <p:tgtEl>
                                          <p:spTgt spid="27659"/>
                                        </p:tgtEl>
                                        <p:attrNameLst>
                                          <p:attrName>ppt_y</p:attrName>
                                        </p:attrNameLst>
                                      </p:cBhvr>
                                      <p:tavLst>
                                        <p:tav tm="0">
                                          <p:val>
                                            <p:strVal val="#ppt_y-#ppt_h/2"/>
                                          </p:val>
                                        </p:tav>
                                        <p:tav tm="100000">
                                          <p:val>
                                            <p:strVal val="#ppt_y"/>
                                          </p:val>
                                        </p:tav>
                                      </p:tavLst>
                                    </p:anim>
                                    <p:anim calcmode="lin" valueType="num">
                                      <p:cBhvr>
                                        <p:cTn id="31" dur="500" fill="hold"/>
                                        <p:tgtEl>
                                          <p:spTgt spid="27659"/>
                                        </p:tgtEl>
                                        <p:attrNameLst>
                                          <p:attrName>ppt_w</p:attrName>
                                        </p:attrNameLst>
                                      </p:cBhvr>
                                      <p:tavLst>
                                        <p:tav tm="0">
                                          <p:val>
                                            <p:strVal val="#ppt_w"/>
                                          </p:val>
                                        </p:tav>
                                        <p:tav tm="100000">
                                          <p:val>
                                            <p:strVal val="#ppt_w"/>
                                          </p:val>
                                        </p:tav>
                                      </p:tavLst>
                                    </p:anim>
                                    <p:anim calcmode="lin" valueType="num">
                                      <p:cBhvr>
                                        <p:cTn id="32" dur="500" fill="hold"/>
                                        <p:tgtEl>
                                          <p:spTgt spid="27659"/>
                                        </p:tgtEl>
                                        <p:attrNameLst>
                                          <p:attrName>ppt_h</p:attrName>
                                        </p:attrNameLst>
                                      </p:cBhvr>
                                      <p:tavLst>
                                        <p:tav tm="0">
                                          <p:val>
                                            <p:fltVal val="0"/>
                                          </p:val>
                                        </p:tav>
                                        <p:tav tm="100000">
                                          <p:val>
                                            <p:strVal val="#ppt_h"/>
                                          </p:val>
                                        </p:tav>
                                      </p:tavLst>
                                    </p:anim>
                                  </p:childTnLst>
                                </p:cTn>
                              </p:par>
                            </p:childTnLst>
                          </p:cTn>
                        </p:par>
                        <p:par>
                          <p:cTn id="33" fill="hold" nodeType="afterGroup">
                            <p:stCondLst>
                              <p:cond delay="2500"/>
                            </p:stCondLst>
                            <p:childTnLst>
                              <p:par>
                                <p:cTn id="34" presetID="23" presetClass="entr" presetSubtype="272" fill="hold" grpId="0" nodeType="afterEffect">
                                  <p:stCondLst>
                                    <p:cond delay="0"/>
                                  </p:stCondLst>
                                  <p:childTnLst>
                                    <p:set>
                                      <p:cBhvr>
                                        <p:cTn id="35" dur="1" fill="hold">
                                          <p:stCondLst>
                                            <p:cond delay="0"/>
                                          </p:stCondLst>
                                        </p:cTn>
                                        <p:tgtEl>
                                          <p:spTgt spid="27660"/>
                                        </p:tgtEl>
                                        <p:attrNameLst>
                                          <p:attrName>style.visibility</p:attrName>
                                        </p:attrNameLst>
                                      </p:cBhvr>
                                      <p:to>
                                        <p:strVal val="visible"/>
                                      </p:to>
                                    </p:set>
                                    <p:anim calcmode="lin" valueType="num">
                                      <p:cBhvr>
                                        <p:cTn id="36" dur="500" fill="hold"/>
                                        <p:tgtEl>
                                          <p:spTgt spid="27660"/>
                                        </p:tgtEl>
                                        <p:attrNameLst>
                                          <p:attrName>ppt_w</p:attrName>
                                        </p:attrNameLst>
                                      </p:cBhvr>
                                      <p:tavLst>
                                        <p:tav tm="0">
                                          <p:val>
                                            <p:strVal val="2/3*#ppt_w"/>
                                          </p:val>
                                        </p:tav>
                                        <p:tav tm="100000">
                                          <p:val>
                                            <p:strVal val="#ppt_w"/>
                                          </p:val>
                                        </p:tav>
                                      </p:tavLst>
                                    </p:anim>
                                    <p:anim calcmode="lin" valueType="num">
                                      <p:cBhvr>
                                        <p:cTn id="37" dur="500" fill="hold"/>
                                        <p:tgtEl>
                                          <p:spTgt spid="27660"/>
                                        </p:tgtEl>
                                        <p:attrNameLst>
                                          <p:attrName>ppt_h</p:attrName>
                                        </p:attrNameLst>
                                      </p:cBhvr>
                                      <p:tavLst>
                                        <p:tav tm="0">
                                          <p:val>
                                            <p:strVal val="2/3*#ppt_h"/>
                                          </p:val>
                                        </p:tav>
                                        <p:tav tm="100000">
                                          <p:val>
                                            <p:strVal val="#ppt_h"/>
                                          </p:val>
                                        </p:tav>
                                      </p:tavLst>
                                    </p:anim>
                                  </p:childTnLst>
                                </p:cTn>
                              </p:par>
                            </p:childTnLst>
                          </p:cTn>
                        </p:par>
                        <p:par>
                          <p:cTn id="38" fill="hold" nodeType="afterGroup">
                            <p:stCondLst>
                              <p:cond delay="3000"/>
                            </p:stCondLst>
                            <p:childTnLst>
                              <p:par>
                                <p:cTn id="39" presetID="17" presetClass="entr" presetSubtype="8" fill="hold" grpId="0" nodeType="afterEffect">
                                  <p:stCondLst>
                                    <p:cond delay="0"/>
                                  </p:stCondLst>
                                  <p:childTnLst>
                                    <p:set>
                                      <p:cBhvr>
                                        <p:cTn id="40" dur="1" fill="hold">
                                          <p:stCondLst>
                                            <p:cond delay="0"/>
                                          </p:stCondLst>
                                        </p:cTn>
                                        <p:tgtEl>
                                          <p:spTgt spid="27661"/>
                                        </p:tgtEl>
                                        <p:attrNameLst>
                                          <p:attrName>style.visibility</p:attrName>
                                        </p:attrNameLst>
                                      </p:cBhvr>
                                      <p:to>
                                        <p:strVal val="visible"/>
                                      </p:to>
                                    </p:set>
                                    <p:anim calcmode="lin" valueType="num">
                                      <p:cBhvr>
                                        <p:cTn id="41" dur="500" fill="hold"/>
                                        <p:tgtEl>
                                          <p:spTgt spid="27661"/>
                                        </p:tgtEl>
                                        <p:attrNameLst>
                                          <p:attrName>ppt_x</p:attrName>
                                        </p:attrNameLst>
                                      </p:cBhvr>
                                      <p:tavLst>
                                        <p:tav tm="0">
                                          <p:val>
                                            <p:strVal val="#ppt_x-#ppt_w/2"/>
                                          </p:val>
                                        </p:tav>
                                        <p:tav tm="100000">
                                          <p:val>
                                            <p:strVal val="#ppt_x"/>
                                          </p:val>
                                        </p:tav>
                                      </p:tavLst>
                                    </p:anim>
                                    <p:anim calcmode="lin" valueType="num">
                                      <p:cBhvr>
                                        <p:cTn id="42" dur="500" fill="hold"/>
                                        <p:tgtEl>
                                          <p:spTgt spid="27661"/>
                                        </p:tgtEl>
                                        <p:attrNameLst>
                                          <p:attrName>ppt_y</p:attrName>
                                        </p:attrNameLst>
                                      </p:cBhvr>
                                      <p:tavLst>
                                        <p:tav tm="0">
                                          <p:val>
                                            <p:strVal val="#ppt_y"/>
                                          </p:val>
                                        </p:tav>
                                        <p:tav tm="100000">
                                          <p:val>
                                            <p:strVal val="#ppt_y"/>
                                          </p:val>
                                        </p:tav>
                                      </p:tavLst>
                                    </p:anim>
                                    <p:anim calcmode="lin" valueType="num">
                                      <p:cBhvr>
                                        <p:cTn id="43" dur="500" fill="hold"/>
                                        <p:tgtEl>
                                          <p:spTgt spid="27661"/>
                                        </p:tgtEl>
                                        <p:attrNameLst>
                                          <p:attrName>ppt_w</p:attrName>
                                        </p:attrNameLst>
                                      </p:cBhvr>
                                      <p:tavLst>
                                        <p:tav tm="0">
                                          <p:val>
                                            <p:fltVal val="0"/>
                                          </p:val>
                                        </p:tav>
                                        <p:tav tm="100000">
                                          <p:val>
                                            <p:strVal val="#ppt_w"/>
                                          </p:val>
                                        </p:tav>
                                      </p:tavLst>
                                    </p:anim>
                                    <p:anim calcmode="lin" valueType="num">
                                      <p:cBhvr>
                                        <p:cTn id="44" dur="500" fill="hold"/>
                                        <p:tgtEl>
                                          <p:spTgt spid="27661"/>
                                        </p:tgtEl>
                                        <p:attrNameLst>
                                          <p:attrName>ppt_h</p:attrName>
                                        </p:attrNameLst>
                                      </p:cBhvr>
                                      <p:tavLst>
                                        <p:tav tm="0">
                                          <p:val>
                                            <p:strVal val="#ppt_h"/>
                                          </p:val>
                                        </p:tav>
                                        <p:tav tm="100000">
                                          <p:val>
                                            <p:strVal val="#ppt_h"/>
                                          </p:val>
                                        </p:tav>
                                      </p:tavLst>
                                    </p:anim>
                                  </p:childTnLst>
                                </p:cTn>
                              </p:par>
                            </p:childTnLst>
                          </p:cTn>
                        </p:par>
                        <p:par>
                          <p:cTn id="45" fill="hold" nodeType="afterGroup">
                            <p:stCondLst>
                              <p:cond delay="3500"/>
                            </p:stCondLst>
                            <p:childTnLst>
                              <p:par>
                                <p:cTn id="46" presetID="9" presetClass="entr" presetSubtype="0" fill="hold" grpId="0" nodeType="afterEffect">
                                  <p:stCondLst>
                                    <p:cond delay="0"/>
                                  </p:stCondLst>
                                  <p:childTnLst>
                                    <p:set>
                                      <p:cBhvr>
                                        <p:cTn id="47" dur="1" fill="hold">
                                          <p:stCondLst>
                                            <p:cond delay="0"/>
                                          </p:stCondLst>
                                        </p:cTn>
                                        <p:tgtEl>
                                          <p:spTgt spid="27655"/>
                                        </p:tgtEl>
                                        <p:attrNameLst>
                                          <p:attrName>style.visibility</p:attrName>
                                        </p:attrNameLst>
                                      </p:cBhvr>
                                      <p:to>
                                        <p:strVal val="visible"/>
                                      </p:to>
                                    </p:set>
                                    <p:animEffect transition="in" filter="dissolve">
                                      <p:cBhvr>
                                        <p:cTn id="48" dur="500"/>
                                        <p:tgtEl>
                                          <p:spTgt spid="27655"/>
                                        </p:tgtEl>
                                      </p:cBhvr>
                                    </p:animEffect>
                                  </p:childTnLst>
                                </p:cTn>
                              </p:par>
                            </p:childTnLst>
                          </p:cTn>
                        </p:par>
                        <p:par>
                          <p:cTn id="49" fill="hold" nodeType="afterGroup">
                            <p:stCondLst>
                              <p:cond delay="4000"/>
                            </p:stCondLst>
                            <p:childTnLst>
                              <p:par>
                                <p:cTn id="50" presetID="17" presetClass="entr" presetSubtype="2" fill="hold" grpId="0" nodeType="afterEffect">
                                  <p:stCondLst>
                                    <p:cond delay="0"/>
                                  </p:stCondLst>
                                  <p:childTnLst>
                                    <p:set>
                                      <p:cBhvr>
                                        <p:cTn id="51" dur="1" fill="hold">
                                          <p:stCondLst>
                                            <p:cond delay="0"/>
                                          </p:stCondLst>
                                        </p:cTn>
                                        <p:tgtEl>
                                          <p:spTgt spid="27662"/>
                                        </p:tgtEl>
                                        <p:attrNameLst>
                                          <p:attrName>style.visibility</p:attrName>
                                        </p:attrNameLst>
                                      </p:cBhvr>
                                      <p:to>
                                        <p:strVal val="visible"/>
                                      </p:to>
                                    </p:set>
                                    <p:anim calcmode="lin" valueType="num">
                                      <p:cBhvr>
                                        <p:cTn id="52" dur="500" fill="hold"/>
                                        <p:tgtEl>
                                          <p:spTgt spid="27662"/>
                                        </p:tgtEl>
                                        <p:attrNameLst>
                                          <p:attrName>ppt_x</p:attrName>
                                        </p:attrNameLst>
                                      </p:cBhvr>
                                      <p:tavLst>
                                        <p:tav tm="0">
                                          <p:val>
                                            <p:strVal val="#ppt_x+#ppt_w/2"/>
                                          </p:val>
                                        </p:tav>
                                        <p:tav tm="100000">
                                          <p:val>
                                            <p:strVal val="#ppt_x"/>
                                          </p:val>
                                        </p:tav>
                                      </p:tavLst>
                                    </p:anim>
                                    <p:anim calcmode="lin" valueType="num">
                                      <p:cBhvr>
                                        <p:cTn id="53" dur="500" fill="hold"/>
                                        <p:tgtEl>
                                          <p:spTgt spid="27662"/>
                                        </p:tgtEl>
                                        <p:attrNameLst>
                                          <p:attrName>ppt_y</p:attrName>
                                        </p:attrNameLst>
                                      </p:cBhvr>
                                      <p:tavLst>
                                        <p:tav tm="0">
                                          <p:val>
                                            <p:strVal val="#ppt_y"/>
                                          </p:val>
                                        </p:tav>
                                        <p:tav tm="100000">
                                          <p:val>
                                            <p:strVal val="#ppt_y"/>
                                          </p:val>
                                        </p:tav>
                                      </p:tavLst>
                                    </p:anim>
                                    <p:anim calcmode="lin" valueType="num">
                                      <p:cBhvr>
                                        <p:cTn id="54" dur="500" fill="hold"/>
                                        <p:tgtEl>
                                          <p:spTgt spid="27662"/>
                                        </p:tgtEl>
                                        <p:attrNameLst>
                                          <p:attrName>ppt_w</p:attrName>
                                        </p:attrNameLst>
                                      </p:cBhvr>
                                      <p:tavLst>
                                        <p:tav tm="0">
                                          <p:val>
                                            <p:fltVal val="0"/>
                                          </p:val>
                                        </p:tav>
                                        <p:tav tm="100000">
                                          <p:val>
                                            <p:strVal val="#ppt_w"/>
                                          </p:val>
                                        </p:tav>
                                      </p:tavLst>
                                    </p:anim>
                                    <p:anim calcmode="lin" valueType="num">
                                      <p:cBhvr>
                                        <p:cTn id="55" dur="500" fill="hold"/>
                                        <p:tgtEl>
                                          <p:spTgt spid="27662"/>
                                        </p:tgtEl>
                                        <p:attrNameLst>
                                          <p:attrName>ppt_h</p:attrName>
                                        </p:attrNameLst>
                                      </p:cBhvr>
                                      <p:tavLst>
                                        <p:tav tm="0">
                                          <p:val>
                                            <p:strVal val="#ppt_h"/>
                                          </p:val>
                                        </p:tav>
                                        <p:tav tm="100000">
                                          <p:val>
                                            <p:strVal val="#ppt_h"/>
                                          </p:val>
                                        </p:tav>
                                      </p:tavLst>
                                    </p:anim>
                                  </p:childTnLst>
                                </p:cTn>
                              </p:par>
                            </p:childTnLst>
                          </p:cTn>
                        </p:par>
                        <p:par>
                          <p:cTn id="56" fill="hold" nodeType="afterGroup">
                            <p:stCondLst>
                              <p:cond delay="4500"/>
                            </p:stCondLst>
                            <p:childTnLst>
                              <p:par>
                                <p:cTn id="57" presetID="9" presetClass="entr" presetSubtype="0" fill="hold" grpId="0" nodeType="afterEffect">
                                  <p:stCondLst>
                                    <p:cond delay="0"/>
                                  </p:stCondLst>
                                  <p:childTnLst>
                                    <p:set>
                                      <p:cBhvr>
                                        <p:cTn id="58" dur="1" fill="hold">
                                          <p:stCondLst>
                                            <p:cond delay="0"/>
                                          </p:stCondLst>
                                        </p:cTn>
                                        <p:tgtEl>
                                          <p:spTgt spid="27663"/>
                                        </p:tgtEl>
                                        <p:attrNameLst>
                                          <p:attrName>style.visibility</p:attrName>
                                        </p:attrNameLst>
                                      </p:cBhvr>
                                      <p:to>
                                        <p:strVal val="visible"/>
                                      </p:to>
                                    </p:set>
                                    <p:animEffect transition="in" filter="dissolve">
                                      <p:cBhvr>
                                        <p:cTn id="59" dur="500"/>
                                        <p:tgtEl>
                                          <p:spTgt spid="27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 grpId="0" animBg="1" autoUpdateAnimBg="0"/>
      <p:bldP spid="27655" grpId="0" autoUpdateAnimBg="0"/>
      <p:bldP spid="27656" grpId="0" animBg="1" autoUpdateAnimBg="0"/>
      <p:bldP spid="27657" grpId="0" animBg="1"/>
      <p:bldP spid="27658" grpId="0" animBg="1" autoUpdateAnimBg="0"/>
      <p:bldP spid="27659" grpId="0" animBg="1"/>
      <p:bldP spid="27660" grpId="0" animBg="1" autoUpdateAnimBg="0"/>
      <p:bldP spid="27661" grpId="0" animBg="1"/>
      <p:bldP spid="27662" grpId="0" animBg="1"/>
      <p:bldP spid="27663"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矩形 722952"/>
          <p:cNvSpPr>
            <a:spLocks noChangeArrowheads="1"/>
          </p:cNvSpPr>
          <p:nvPr/>
        </p:nvSpPr>
        <p:spPr bwMode="auto">
          <a:xfrm>
            <a:off x="468313" y="476250"/>
            <a:ext cx="6624637" cy="561975"/>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en-US" altLang="zh-CN" sz="2400" dirty="0" smtClean="0">
                <a:solidFill>
                  <a:srgbClr val="0000FF"/>
                </a:solidFill>
                <a:latin typeface="黑体" pitchFamily="49" charset="-122"/>
                <a:ea typeface="幼圆" pitchFamily="49" charset="-122"/>
              </a:rPr>
              <a:t>2.</a:t>
            </a:r>
            <a:r>
              <a:rPr lang="zh-CN" altLang="en-US" sz="2400" dirty="0" smtClean="0">
                <a:solidFill>
                  <a:srgbClr val="0000FF"/>
                </a:solidFill>
                <a:latin typeface="黑体" pitchFamily="49" charset="-122"/>
                <a:ea typeface="幼圆" pitchFamily="49" charset="-122"/>
              </a:rPr>
              <a:t>上层建筑</a:t>
            </a:r>
            <a:r>
              <a:rPr lang="zh-CN" altLang="en-US" sz="2400" dirty="0">
                <a:solidFill>
                  <a:srgbClr val="0000FF"/>
                </a:solidFill>
                <a:latin typeface="黑体" pitchFamily="49" charset="-122"/>
                <a:ea typeface="幼圆" pitchFamily="49" charset="-122"/>
              </a:rPr>
              <a:t>一定要适合经济基础状况的规律</a:t>
            </a:r>
            <a:endParaRPr lang="zh-CN" altLang="en-US" sz="2400" dirty="0">
              <a:ea typeface="幼圆" pitchFamily="49" charset="-122"/>
            </a:endParaRPr>
          </a:p>
        </p:txBody>
      </p:sp>
      <p:sp>
        <p:nvSpPr>
          <p:cNvPr id="57347" name="矩形 722955"/>
          <p:cNvSpPr>
            <a:spLocks noChangeArrowheads="1"/>
          </p:cNvSpPr>
          <p:nvPr/>
        </p:nvSpPr>
        <p:spPr bwMode="auto">
          <a:xfrm>
            <a:off x="468313" y="1196975"/>
            <a:ext cx="8447087" cy="863600"/>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en-US" altLang="zh-CN" dirty="0">
                <a:solidFill>
                  <a:srgbClr val="3333FF"/>
                </a:solidFill>
                <a:latin typeface="幼圆" pitchFamily="49" charset="-122"/>
                <a:ea typeface="幼圆" pitchFamily="49" charset="-122"/>
              </a:rPr>
              <a:t>  </a:t>
            </a:r>
            <a:r>
              <a:rPr lang="zh-CN" altLang="en-US" b="1" dirty="0">
                <a:solidFill>
                  <a:srgbClr val="3333FF"/>
                </a:solidFill>
                <a:latin typeface="幼圆" pitchFamily="49" charset="-122"/>
                <a:ea typeface="幼圆" pitchFamily="49" charset="-122"/>
              </a:rPr>
              <a:t>经济基础与上层建筑是辩证统一的。经济基础决定上层建筑，上层建筑反作用于经济基础，二者相互影响、相互作用。</a:t>
            </a:r>
          </a:p>
        </p:txBody>
      </p:sp>
      <p:grpSp>
        <p:nvGrpSpPr>
          <p:cNvPr id="57349" name="组合 722965"/>
          <p:cNvGrpSpPr>
            <a:grpSpLocks/>
          </p:cNvGrpSpPr>
          <p:nvPr/>
        </p:nvGrpSpPr>
        <p:grpSpPr bwMode="auto">
          <a:xfrm>
            <a:off x="468313" y="2265363"/>
            <a:ext cx="4032250" cy="609600"/>
            <a:chOff x="1338" y="1109"/>
            <a:chExt cx="3696" cy="384"/>
          </a:xfrm>
        </p:grpSpPr>
        <p:sp>
          <p:nvSpPr>
            <p:cNvPr id="57362" name="圆角矩形 722966"/>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57363" name="文本框 722967"/>
            <p:cNvSpPr txBox="1">
              <a:spLocks noChangeArrowheads="1"/>
            </p:cNvSpPr>
            <p:nvPr/>
          </p:nvSpPr>
          <p:spPr bwMode="auto">
            <a:xfrm>
              <a:off x="1441" y="1122"/>
              <a:ext cx="3549" cy="348"/>
            </a:xfrm>
            <a:prstGeom prst="rect">
              <a:avLst/>
            </a:prstGeom>
            <a:noFill/>
            <a:ln w="9525">
              <a:noFill/>
              <a:miter lim="800000"/>
              <a:headEnd/>
              <a:tailEnd/>
            </a:ln>
          </p:spPr>
          <p:txBody>
            <a:bodyPr>
              <a:spAutoFit/>
            </a:bodyPr>
            <a:lstStyle/>
            <a:p>
              <a:pPr eaLnBrk="1" hangingPunct="1">
                <a:lnSpc>
                  <a:spcPct val="125000"/>
                </a:lnSpc>
              </a:pPr>
              <a:r>
                <a:rPr lang="zh-CN" altLang="en-US" sz="2400" b="1" dirty="0" smtClean="0">
                  <a:solidFill>
                    <a:schemeClr val="bg1"/>
                  </a:solidFill>
                  <a:latin typeface="楷体" pitchFamily="49" charset="-122"/>
                  <a:ea typeface="楷体" pitchFamily="49" charset="-122"/>
                </a:rPr>
                <a:t>经济基础</a:t>
              </a:r>
              <a:r>
                <a:rPr lang="zh-CN" altLang="en-US" sz="2400" b="1" dirty="0">
                  <a:solidFill>
                    <a:schemeClr val="bg1"/>
                  </a:solidFill>
                  <a:latin typeface="楷体" pitchFamily="49" charset="-122"/>
                  <a:ea typeface="楷体" pitchFamily="49" charset="-122"/>
                </a:rPr>
                <a:t>决定上层建筑</a:t>
              </a:r>
            </a:p>
          </p:txBody>
        </p:sp>
      </p:grpSp>
      <p:grpSp>
        <p:nvGrpSpPr>
          <p:cNvPr id="57350" name="组合 722968"/>
          <p:cNvGrpSpPr>
            <a:grpSpLocks/>
          </p:cNvGrpSpPr>
          <p:nvPr/>
        </p:nvGrpSpPr>
        <p:grpSpPr bwMode="auto">
          <a:xfrm>
            <a:off x="468313" y="3068638"/>
            <a:ext cx="5184775" cy="609600"/>
            <a:chOff x="1338" y="1109"/>
            <a:chExt cx="3696" cy="384"/>
          </a:xfrm>
        </p:grpSpPr>
        <p:sp>
          <p:nvSpPr>
            <p:cNvPr id="57360" name="圆角矩形 722969"/>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57361" name="文本框 722970"/>
            <p:cNvSpPr txBox="1">
              <a:spLocks noChangeArrowheads="1"/>
            </p:cNvSpPr>
            <p:nvPr/>
          </p:nvSpPr>
          <p:spPr bwMode="auto">
            <a:xfrm>
              <a:off x="1441" y="1122"/>
              <a:ext cx="3549" cy="348"/>
            </a:xfrm>
            <a:prstGeom prst="rect">
              <a:avLst/>
            </a:prstGeom>
            <a:noFill/>
            <a:ln w="9525">
              <a:noFill/>
              <a:miter lim="800000"/>
              <a:headEnd/>
              <a:tailEnd/>
            </a:ln>
          </p:spPr>
          <p:txBody>
            <a:bodyPr>
              <a:spAutoFit/>
            </a:bodyPr>
            <a:lstStyle/>
            <a:p>
              <a:pPr eaLnBrk="1" hangingPunct="1">
                <a:lnSpc>
                  <a:spcPct val="125000"/>
                </a:lnSpc>
              </a:pPr>
              <a:r>
                <a:rPr lang="zh-CN" altLang="en-US" sz="2400" b="1" dirty="0" smtClean="0">
                  <a:solidFill>
                    <a:schemeClr val="bg1"/>
                  </a:solidFill>
                  <a:latin typeface="楷体" pitchFamily="49" charset="-122"/>
                  <a:ea typeface="楷体" pitchFamily="49" charset="-122"/>
                </a:rPr>
                <a:t>上层建筑</a:t>
              </a:r>
              <a:r>
                <a:rPr lang="zh-CN" altLang="en-US" sz="2400" b="1" dirty="0">
                  <a:solidFill>
                    <a:schemeClr val="bg1"/>
                  </a:solidFill>
                  <a:latin typeface="楷体" pitchFamily="49" charset="-122"/>
                  <a:ea typeface="楷体" pitchFamily="49" charset="-122"/>
                </a:rPr>
                <a:t>对经济基础具有反作用</a:t>
              </a:r>
            </a:p>
          </p:txBody>
        </p:sp>
      </p:grpSp>
      <p:grpSp>
        <p:nvGrpSpPr>
          <p:cNvPr id="57351" name="组合 722971"/>
          <p:cNvGrpSpPr>
            <a:grpSpLocks/>
          </p:cNvGrpSpPr>
          <p:nvPr/>
        </p:nvGrpSpPr>
        <p:grpSpPr bwMode="auto">
          <a:xfrm>
            <a:off x="468313" y="3857625"/>
            <a:ext cx="5256212" cy="647700"/>
            <a:chOff x="1338" y="1109"/>
            <a:chExt cx="3696" cy="384"/>
          </a:xfrm>
        </p:grpSpPr>
        <p:sp>
          <p:nvSpPr>
            <p:cNvPr id="57358" name="圆角矩形 722972"/>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57359" name="文本框 722973"/>
            <p:cNvSpPr txBox="1">
              <a:spLocks noChangeArrowheads="1"/>
            </p:cNvSpPr>
            <p:nvPr/>
          </p:nvSpPr>
          <p:spPr bwMode="auto">
            <a:xfrm>
              <a:off x="1441" y="1122"/>
              <a:ext cx="3549" cy="328"/>
            </a:xfrm>
            <a:prstGeom prst="rect">
              <a:avLst/>
            </a:prstGeom>
            <a:noFill/>
            <a:ln w="9525">
              <a:noFill/>
              <a:miter lim="800000"/>
              <a:headEnd/>
              <a:tailEnd/>
            </a:ln>
          </p:spPr>
          <p:txBody>
            <a:bodyPr>
              <a:spAutoFit/>
            </a:bodyPr>
            <a:lstStyle/>
            <a:p>
              <a:pPr eaLnBrk="1" hangingPunct="1">
                <a:lnSpc>
                  <a:spcPct val="125000"/>
                </a:lnSpc>
              </a:pPr>
              <a:r>
                <a:rPr lang="zh-CN" altLang="en-US" sz="2400" b="1" dirty="0" smtClean="0">
                  <a:solidFill>
                    <a:schemeClr val="bg1"/>
                  </a:solidFill>
                  <a:latin typeface="楷体" pitchFamily="49" charset="-122"/>
                  <a:ea typeface="楷体" pitchFamily="49" charset="-122"/>
                </a:rPr>
                <a:t>经济基础</a:t>
              </a:r>
              <a:r>
                <a:rPr lang="zh-CN" altLang="en-US" sz="2400" b="1" dirty="0">
                  <a:solidFill>
                    <a:schemeClr val="bg1"/>
                  </a:solidFill>
                  <a:latin typeface="楷体" pitchFamily="49" charset="-122"/>
                  <a:ea typeface="楷体" pitchFamily="49" charset="-122"/>
                </a:rPr>
                <a:t>与上层建筑的矛盾运动</a:t>
              </a:r>
            </a:p>
          </p:txBody>
        </p:sp>
      </p:grpSp>
      <p:grpSp>
        <p:nvGrpSpPr>
          <p:cNvPr id="57352" name="组合 722974"/>
          <p:cNvGrpSpPr>
            <a:grpSpLocks/>
          </p:cNvGrpSpPr>
          <p:nvPr/>
        </p:nvGrpSpPr>
        <p:grpSpPr bwMode="auto">
          <a:xfrm>
            <a:off x="468313" y="4652963"/>
            <a:ext cx="6032513" cy="609600"/>
            <a:chOff x="1254" y="1109"/>
            <a:chExt cx="3696" cy="384"/>
          </a:xfrm>
        </p:grpSpPr>
        <p:sp>
          <p:nvSpPr>
            <p:cNvPr id="57356" name="圆角矩形 722975"/>
            <p:cNvSpPr>
              <a:spLocks noChangeArrowheads="1"/>
            </p:cNvSpPr>
            <p:nvPr/>
          </p:nvSpPr>
          <p:spPr bwMode="auto">
            <a:xfrm>
              <a:off x="1254"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57357" name="文本框 722976"/>
            <p:cNvSpPr txBox="1">
              <a:spLocks noChangeArrowheads="1"/>
            </p:cNvSpPr>
            <p:nvPr/>
          </p:nvSpPr>
          <p:spPr bwMode="auto">
            <a:xfrm>
              <a:off x="1254" y="1141"/>
              <a:ext cx="3549" cy="348"/>
            </a:xfrm>
            <a:prstGeom prst="rect">
              <a:avLst/>
            </a:prstGeom>
            <a:noFill/>
            <a:ln w="9525">
              <a:noFill/>
              <a:miter lim="800000"/>
              <a:headEnd/>
              <a:tailEnd/>
            </a:ln>
          </p:spPr>
          <p:txBody>
            <a:bodyPr>
              <a:spAutoFit/>
            </a:bodyPr>
            <a:lstStyle/>
            <a:p>
              <a:pPr eaLnBrk="1" hangingPunct="1">
                <a:lnSpc>
                  <a:spcPct val="125000"/>
                </a:lnSpc>
              </a:pPr>
              <a:r>
                <a:rPr lang="zh-CN" altLang="en-US" sz="2400" b="1" dirty="0" smtClean="0">
                  <a:solidFill>
                    <a:schemeClr val="bg1"/>
                  </a:solidFill>
                  <a:latin typeface="楷体" pitchFamily="49" charset="-122"/>
                  <a:ea typeface="楷体" pitchFamily="49" charset="-122"/>
                </a:rPr>
                <a:t>上层建筑</a:t>
              </a:r>
              <a:r>
                <a:rPr lang="zh-CN" altLang="en-US" sz="2400" b="1" dirty="0">
                  <a:solidFill>
                    <a:schemeClr val="bg1"/>
                  </a:solidFill>
                  <a:latin typeface="楷体" pitchFamily="49" charset="-122"/>
                  <a:ea typeface="楷体" pitchFamily="49" charset="-122"/>
                </a:rPr>
                <a:t>一定要适合经济基础状况的规律</a:t>
              </a:r>
            </a:p>
          </p:txBody>
        </p:sp>
      </p:grpSp>
      <p:grpSp>
        <p:nvGrpSpPr>
          <p:cNvPr id="57353" name="组合 722982"/>
          <p:cNvGrpSpPr>
            <a:grpSpLocks/>
          </p:cNvGrpSpPr>
          <p:nvPr/>
        </p:nvGrpSpPr>
        <p:grpSpPr bwMode="auto">
          <a:xfrm>
            <a:off x="447675" y="5505450"/>
            <a:ext cx="2376488" cy="609600"/>
            <a:chOff x="1338" y="1109"/>
            <a:chExt cx="3696" cy="384"/>
          </a:xfrm>
        </p:grpSpPr>
        <p:sp>
          <p:nvSpPr>
            <p:cNvPr id="57354" name="圆角矩形 722983"/>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57355" name="文本框 722984"/>
            <p:cNvSpPr txBox="1">
              <a:spLocks noChangeArrowheads="1"/>
            </p:cNvSpPr>
            <p:nvPr/>
          </p:nvSpPr>
          <p:spPr bwMode="auto">
            <a:xfrm>
              <a:off x="1441" y="1122"/>
              <a:ext cx="3549" cy="348"/>
            </a:xfrm>
            <a:prstGeom prst="rect">
              <a:avLst/>
            </a:prstGeom>
            <a:noFill/>
            <a:ln w="9525">
              <a:noFill/>
              <a:miter lim="800000"/>
              <a:headEnd/>
              <a:tailEnd/>
            </a:ln>
          </p:spPr>
          <p:txBody>
            <a:bodyPr>
              <a:spAutoFit/>
            </a:bodyPr>
            <a:lstStyle/>
            <a:p>
              <a:pPr eaLnBrk="1" hangingPunct="1">
                <a:lnSpc>
                  <a:spcPct val="125000"/>
                </a:lnSpc>
              </a:pPr>
              <a:r>
                <a:rPr lang="zh-CN" altLang="en-US" sz="2400" b="1" dirty="0" smtClean="0">
                  <a:solidFill>
                    <a:schemeClr val="bg1"/>
                  </a:solidFill>
                  <a:latin typeface="楷体" pitchFamily="49" charset="-122"/>
                  <a:ea typeface="楷体" pitchFamily="49" charset="-122"/>
                </a:rPr>
                <a:t>现实</a:t>
              </a:r>
              <a:r>
                <a:rPr lang="zh-CN" altLang="en-US" sz="2400" b="1" dirty="0">
                  <a:solidFill>
                    <a:schemeClr val="bg1"/>
                  </a:solidFill>
                  <a:latin typeface="楷体" pitchFamily="49" charset="-122"/>
                  <a:ea typeface="楷体" pitchFamily="49" charset="-122"/>
                </a:rPr>
                <a:t>启示</a:t>
              </a:r>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矩形 771084"/>
          <p:cNvSpPr>
            <a:spLocks noChangeArrowheads="1"/>
          </p:cNvSpPr>
          <p:nvPr/>
        </p:nvSpPr>
        <p:spPr bwMode="auto">
          <a:xfrm>
            <a:off x="357158" y="1000108"/>
            <a:ext cx="8572560" cy="2071702"/>
          </a:xfrm>
          <a:prstGeom prst="rect">
            <a:avLst/>
          </a:prstGeom>
          <a:solidFill>
            <a:srgbClr val="D9F2AC"/>
          </a:solidFill>
          <a:ln w="9525">
            <a:solidFill>
              <a:srgbClr val="FF9900"/>
            </a:solidFill>
            <a:miter lim="800000"/>
            <a:headEnd/>
            <a:tailEnd/>
          </a:ln>
        </p:spPr>
        <p:txBody>
          <a:bodyPr/>
          <a:lstStyle/>
          <a:p>
            <a:pPr eaLnBrk="1" hangingPunct="1">
              <a:lnSpc>
                <a:spcPct val="125000"/>
              </a:lnSpc>
            </a:pPr>
            <a:r>
              <a:rPr lang="en-US" altLang="zh-CN" sz="2000" b="1" dirty="0" smtClean="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经济基础是上层建筑赖以产生、存在和发展的物质基础</a:t>
            </a:r>
            <a:r>
              <a:rPr lang="zh-CN" altLang="en-US" sz="2000" b="1" dirty="0" smtClean="0">
                <a:solidFill>
                  <a:srgbClr val="990000"/>
                </a:solidFill>
                <a:latin typeface="楷体" pitchFamily="49" charset="-122"/>
                <a:ea typeface="楷体" pitchFamily="49" charset="-122"/>
              </a:rPr>
              <a:t>，上层建筑是经济基础得以确立其统治地位并获得巩固和发展不可缺少的政治、思想条件。</a:t>
            </a:r>
            <a:endParaRPr lang="zh-CN" altLang="en-US" sz="2000" b="1" dirty="0">
              <a:solidFill>
                <a:srgbClr val="990000"/>
              </a:solidFill>
              <a:latin typeface="楷体" pitchFamily="49" charset="-122"/>
              <a:ea typeface="楷体" pitchFamily="49" charset="-122"/>
            </a:endParaRPr>
          </a:p>
          <a:p>
            <a:pPr eaLnBrk="1" hangingPunct="1">
              <a:lnSpc>
                <a:spcPct val="125000"/>
              </a:lnSpc>
            </a:pPr>
            <a:r>
              <a:rPr lang="en-US" altLang="zh-CN" sz="2000" b="1" dirty="0" smtClean="0">
                <a:solidFill>
                  <a:srgbClr val="990000"/>
                </a:solidFill>
                <a:latin typeface="楷体" pitchFamily="49" charset="-122"/>
                <a:ea typeface="楷体" pitchFamily="49" charset="-122"/>
              </a:rPr>
              <a:t>-  </a:t>
            </a:r>
            <a:r>
              <a:rPr lang="zh-CN" altLang="en-US" sz="2000" b="1" dirty="0" smtClean="0">
                <a:solidFill>
                  <a:srgbClr val="990000"/>
                </a:solidFill>
                <a:latin typeface="楷体" pitchFamily="49" charset="-122"/>
                <a:ea typeface="楷体" pitchFamily="49" charset="-122"/>
              </a:rPr>
              <a:t>经济基础</a:t>
            </a:r>
            <a:r>
              <a:rPr lang="zh-CN" altLang="en-US" sz="2000" b="1" dirty="0">
                <a:solidFill>
                  <a:srgbClr val="990000"/>
                </a:solidFill>
                <a:latin typeface="楷体" pitchFamily="49" charset="-122"/>
                <a:ea typeface="楷体" pitchFamily="49" charset="-122"/>
              </a:rPr>
              <a:t>的性质决定上层建筑的性质</a:t>
            </a:r>
            <a:r>
              <a:rPr lang="zh-CN" altLang="en-US" sz="2000" b="1" dirty="0" smtClean="0">
                <a:solidFill>
                  <a:srgbClr val="990000"/>
                </a:solidFill>
                <a:latin typeface="楷体" pitchFamily="49" charset="-122"/>
                <a:ea typeface="楷体" pitchFamily="49" charset="-122"/>
              </a:rPr>
              <a:t>。</a:t>
            </a:r>
            <a:endParaRPr lang="en-US" altLang="zh-CN" sz="2000" b="1" dirty="0" smtClean="0">
              <a:solidFill>
                <a:srgbClr val="990000"/>
              </a:solidFill>
              <a:latin typeface="楷体" pitchFamily="49" charset="-122"/>
              <a:ea typeface="楷体" pitchFamily="49" charset="-122"/>
            </a:endParaRPr>
          </a:p>
          <a:p>
            <a:pPr eaLnBrk="1" hangingPunct="1">
              <a:lnSpc>
                <a:spcPct val="125000"/>
              </a:lnSpc>
            </a:pPr>
            <a:r>
              <a:rPr lang="en-US" altLang="zh-CN" sz="2000" b="1" dirty="0" smtClean="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经济基础的变更必然引起上层建筑的变革，并决定其变革的方向。</a:t>
            </a:r>
          </a:p>
        </p:txBody>
      </p:sp>
      <p:grpSp>
        <p:nvGrpSpPr>
          <p:cNvPr id="58373" name="组合 771090"/>
          <p:cNvGrpSpPr>
            <a:grpSpLocks/>
          </p:cNvGrpSpPr>
          <p:nvPr/>
        </p:nvGrpSpPr>
        <p:grpSpPr bwMode="auto">
          <a:xfrm>
            <a:off x="357158" y="214290"/>
            <a:ext cx="4032250" cy="609600"/>
            <a:chOff x="1338" y="1109"/>
            <a:chExt cx="3696" cy="384"/>
          </a:xfrm>
        </p:grpSpPr>
        <p:sp>
          <p:nvSpPr>
            <p:cNvPr id="58374" name="圆角矩形 771091"/>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58375" name="文本框 771092"/>
            <p:cNvSpPr txBox="1">
              <a:spLocks noChangeArrowheads="1"/>
            </p:cNvSpPr>
            <p:nvPr/>
          </p:nvSpPr>
          <p:spPr bwMode="auto">
            <a:xfrm>
              <a:off x="1441" y="1122"/>
              <a:ext cx="3549" cy="348"/>
            </a:xfrm>
            <a:prstGeom prst="rect">
              <a:avLst/>
            </a:prstGeom>
            <a:noFill/>
            <a:ln w="9525">
              <a:noFill/>
              <a:miter lim="800000"/>
              <a:headEnd/>
              <a:tailEnd/>
            </a:ln>
          </p:spPr>
          <p:txBody>
            <a:bodyPr>
              <a:spAutoFit/>
            </a:bodyPr>
            <a:lstStyle/>
            <a:p>
              <a:pPr eaLnBrk="1" hangingPunct="1">
                <a:lnSpc>
                  <a:spcPct val="125000"/>
                </a:lnSpc>
              </a:pPr>
              <a:r>
                <a:rPr lang="zh-CN" altLang="en-US" sz="2400" b="1" dirty="0" smtClean="0">
                  <a:solidFill>
                    <a:schemeClr val="bg1"/>
                  </a:solidFill>
                  <a:latin typeface="楷体" pitchFamily="49" charset="-122"/>
                  <a:ea typeface="楷体" pitchFamily="49" charset="-122"/>
                </a:rPr>
                <a:t>经济基础</a:t>
              </a:r>
              <a:r>
                <a:rPr lang="zh-CN" altLang="en-US" sz="2400" b="1" dirty="0">
                  <a:solidFill>
                    <a:schemeClr val="bg1"/>
                  </a:solidFill>
                  <a:latin typeface="楷体" pitchFamily="49" charset="-122"/>
                  <a:ea typeface="楷体" pitchFamily="49" charset="-122"/>
                </a:rPr>
                <a:t>决定上层建筑</a:t>
              </a:r>
            </a:p>
          </p:txBody>
        </p:sp>
      </p:grpSp>
      <p:grpSp>
        <p:nvGrpSpPr>
          <p:cNvPr id="8" name="组合 773133"/>
          <p:cNvGrpSpPr>
            <a:grpSpLocks/>
          </p:cNvGrpSpPr>
          <p:nvPr/>
        </p:nvGrpSpPr>
        <p:grpSpPr bwMode="auto">
          <a:xfrm>
            <a:off x="357158" y="3214686"/>
            <a:ext cx="5184775" cy="609600"/>
            <a:chOff x="1338" y="1109"/>
            <a:chExt cx="3696" cy="384"/>
          </a:xfrm>
        </p:grpSpPr>
        <p:sp>
          <p:nvSpPr>
            <p:cNvPr id="9" name="圆角矩形 773134"/>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0" name="文本框 773135"/>
            <p:cNvSpPr txBox="1">
              <a:spLocks noChangeArrowheads="1"/>
            </p:cNvSpPr>
            <p:nvPr/>
          </p:nvSpPr>
          <p:spPr bwMode="auto">
            <a:xfrm>
              <a:off x="1441" y="1122"/>
              <a:ext cx="3549" cy="348"/>
            </a:xfrm>
            <a:prstGeom prst="rect">
              <a:avLst/>
            </a:prstGeom>
            <a:noFill/>
            <a:ln w="9525">
              <a:noFill/>
              <a:miter lim="800000"/>
              <a:headEnd/>
              <a:tailEnd/>
            </a:ln>
          </p:spPr>
          <p:txBody>
            <a:bodyPr>
              <a:spAutoFit/>
            </a:bodyPr>
            <a:lstStyle/>
            <a:p>
              <a:pPr eaLnBrk="1" hangingPunct="1">
                <a:lnSpc>
                  <a:spcPct val="125000"/>
                </a:lnSpc>
              </a:pPr>
              <a:r>
                <a:rPr lang="zh-CN" altLang="en-US" sz="2400" b="1" dirty="0" smtClean="0">
                  <a:solidFill>
                    <a:schemeClr val="bg1"/>
                  </a:solidFill>
                  <a:latin typeface="楷体" pitchFamily="49" charset="-122"/>
                  <a:ea typeface="楷体" pitchFamily="49" charset="-122"/>
                </a:rPr>
                <a:t>上层建筑</a:t>
              </a:r>
              <a:r>
                <a:rPr lang="zh-CN" altLang="en-US" sz="2400" b="1" dirty="0">
                  <a:solidFill>
                    <a:schemeClr val="bg1"/>
                  </a:solidFill>
                  <a:latin typeface="楷体" pitchFamily="49" charset="-122"/>
                  <a:ea typeface="楷体" pitchFamily="49" charset="-122"/>
                </a:rPr>
                <a:t>对经济基础具有反作用</a:t>
              </a:r>
            </a:p>
          </p:txBody>
        </p:sp>
      </p:grpSp>
      <p:sp>
        <p:nvSpPr>
          <p:cNvPr id="11" name="矩形 773129"/>
          <p:cNvSpPr>
            <a:spLocks noChangeArrowheads="1"/>
          </p:cNvSpPr>
          <p:nvPr/>
        </p:nvSpPr>
        <p:spPr bwMode="auto">
          <a:xfrm>
            <a:off x="357158" y="4143380"/>
            <a:ext cx="4889500" cy="2373315"/>
          </a:xfrm>
          <a:prstGeom prst="rect">
            <a:avLst/>
          </a:prstGeom>
          <a:solidFill>
            <a:srgbClr val="D9F2AC"/>
          </a:solidFill>
          <a:ln w="9525">
            <a:solidFill>
              <a:srgbClr val="FF9900"/>
            </a:solidFill>
            <a:miter lim="800000"/>
            <a:headEnd/>
            <a:tailEnd/>
          </a:ln>
        </p:spPr>
        <p:txBody>
          <a:bodyPr/>
          <a:lstStyle/>
          <a:p>
            <a:pPr eaLnBrk="1" hangingPunct="1">
              <a:lnSpc>
                <a:spcPct val="125000"/>
              </a:lnSpc>
            </a:pPr>
            <a:r>
              <a:rPr lang="en-US" altLang="zh-CN" sz="2400" dirty="0">
                <a:solidFill>
                  <a:srgbClr val="990000"/>
                </a:solidFill>
              </a:rPr>
              <a:t>   </a:t>
            </a:r>
            <a:r>
              <a:rPr lang="zh-CN" altLang="en-US" sz="2000" b="1" dirty="0">
                <a:solidFill>
                  <a:srgbClr val="3333FF"/>
                </a:solidFill>
                <a:ea typeface="黑体" pitchFamily="49" charset="-122"/>
              </a:rPr>
              <a:t>表 现</a:t>
            </a:r>
            <a:r>
              <a:rPr lang="zh-CN" altLang="en-US" sz="2000" b="1" dirty="0" smtClean="0">
                <a:solidFill>
                  <a:srgbClr val="3333FF"/>
                </a:solidFill>
                <a:ea typeface="黑体" pitchFamily="49" charset="-122"/>
              </a:rPr>
              <a:t>：</a:t>
            </a:r>
            <a:endParaRPr lang="en-US" altLang="zh-CN" sz="2000" b="1" dirty="0" smtClean="0">
              <a:solidFill>
                <a:srgbClr val="3333FF"/>
              </a:solidFill>
              <a:ea typeface="黑体" pitchFamily="49" charset="-122"/>
            </a:endParaRPr>
          </a:p>
          <a:p>
            <a:pPr eaLnBrk="1" hangingPunct="1">
              <a:lnSpc>
                <a:spcPct val="125000"/>
              </a:lnSpc>
            </a:pPr>
            <a:r>
              <a:rPr lang="en-US" altLang="zh-CN" sz="2000" b="1" dirty="0" smtClean="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为自己的经济基础的形成和巩固服务，确立或维护其在社会中的统治地位</a:t>
            </a:r>
          </a:p>
          <a:p>
            <a:pPr eaLnBrk="1" hangingPunct="1">
              <a:lnSpc>
                <a:spcPct val="125000"/>
              </a:lnSpc>
            </a:pPr>
            <a:r>
              <a:rPr lang="en-US" altLang="zh-CN" sz="2000" b="1" dirty="0" smtClean="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排除异己势力及其</a:t>
            </a:r>
            <a:r>
              <a:rPr lang="zh-CN" altLang="en-US" sz="2000" b="1" dirty="0" smtClean="0">
                <a:solidFill>
                  <a:srgbClr val="990000"/>
                </a:solidFill>
                <a:latin typeface="楷体" pitchFamily="49" charset="-122"/>
                <a:ea typeface="楷体" pitchFamily="49" charset="-122"/>
              </a:rPr>
              <a:t>思想</a:t>
            </a:r>
            <a:r>
              <a:rPr lang="zh-CN" altLang="en-US" sz="2000" b="1" dirty="0" smtClean="0">
                <a:solidFill>
                  <a:srgbClr val="990000"/>
                </a:solidFill>
                <a:latin typeface="楷体" pitchFamily="49" charset="-122"/>
                <a:ea typeface="楷体" pitchFamily="49" charset="-122"/>
              </a:rPr>
              <a:t>，</a:t>
            </a:r>
            <a:r>
              <a:rPr lang="zh-CN" altLang="en-US" sz="2000" b="1" dirty="0" smtClean="0">
                <a:solidFill>
                  <a:srgbClr val="990000"/>
                </a:solidFill>
                <a:latin typeface="楷体" pitchFamily="49" charset="-122"/>
                <a:ea typeface="楷体" pitchFamily="49" charset="-122"/>
              </a:rPr>
              <a:t>维护</a:t>
            </a:r>
            <a:r>
              <a:rPr lang="zh-CN" altLang="en-US" sz="2000" b="1" dirty="0">
                <a:solidFill>
                  <a:srgbClr val="990000"/>
                </a:solidFill>
                <a:latin typeface="楷体" pitchFamily="49" charset="-122"/>
                <a:ea typeface="楷体" pitchFamily="49" charset="-122"/>
              </a:rPr>
              <a:t>自己在经济基础上的统治地位和根本利益</a:t>
            </a:r>
          </a:p>
        </p:txBody>
      </p:sp>
      <p:sp>
        <p:nvSpPr>
          <p:cNvPr id="12" name="矩形 773130"/>
          <p:cNvSpPr>
            <a:spLocks noChangeArrowheads="1"/>
          </p:cNvSpPr>
          <p:nvPr/>
        </p:nvSpPr>
        <p:spPr bwMode="auto">
          <a:xfrm>
            <a:off x="5286380" y="4143380"/>
            <a:ext cx="3678233" cy="2373315"/>
          </a:xfrm>
          <a:prstGeom prst="rect">
            <a:avLst/>
          </a:prstGeom>
          <a:solidFill>
            <a:srgbClr val="D9F2AC"/>
          </a:solidFill>
          <a:ln w="9525">
            <a:solidFill>
              <a:srgbClr val="FF9900"/>
            </a:solidFill>
            <a:miter lim="800000"/>
            <a:headEnd/>
            <a:tailEnd/>
          </a:ln>
        </p:spPr>
        <p:txBody>
          <a:bodyPr/>
          <a:lstStyle/>
          <a:p>
            <a:pPr eaLnBrk="1" hangingPunct="1">
              <a:lnSpc>
                <a:spcPct val="125000"/>
              </a:lnSpc>
            </a:pPr>
            <a:r>
              <a:rPr lang="en-US" altLang="zh-CN" sz="2400" dirty="0">
                <a:solidFill>
                  <a:srgbClr val="990000"/>
                </a:solidFill>
              </a:rPr>
              <a:t>   </a:t>
            </a:r>
            <a:r>
              <a:rPr lang="zh-CN" altLang="en-US" sz="2000" b="1" dirty="0">
                <a:solidFill>
                  <a:srgbClr val="3333FF"/>
                </a:solidFill>
                <a:ea typeface="黑体" pitchFamily="49" charset="-122"/>
              </a:rPr>
              <a:t>后 果</a:t>
            </a:r>
            <a:r>
              <a:rPr lang="zh-CN" altLang="en-US" sz="2000" b="1" dirty="0" smtClean="0">
                <a:solidFill>
                  <a:srgbClr val="3333FF"/>
                </a:solidFill>
                <a:ea typeface="黑体" pitchFamily="49" charset="-122"/>
              </a:rPr>
              <a:t>：</a:t>
            </a:r>
            <a:endParaRPr lang="en-US" altLang="zh-CN" sz="2000" b="1" dirty="0" smtClean="0">
              <a:solidFill>
                <a:srgbClr val="3333FF"/>
              </a:solidFill>
              <a:ea typeface="黑体" pitchFamily="49" charset="-122"/>
            </a:endParaRPr>
          </a:p>
          <a:p>
            <a:pPr eaLnBrk="1" hangingPunct="1">
              <a:lnSpc>
                <a:spcPct val="125000"/>
              </a:lnSpc>
            </a:pPr>
            <a:r>
              <a:rPr lang="en-US" altLang="zh-CN" b="1" dirty="0" smtClean="0">
                <a:solidFill>
                  <a:srgbClr val="990000"/>
                </a:solidFill>
                <a:latin typeface="楷体" pitchFamily="49" charset="-122"/>
                <a:ea typeface="楷体" pitchFamily="49" charset="-122"/>
              </a:rPr>
              <a:t>- </a:t>
            </a:r>
            <a:r>
              <a:rPr lang="zh-CN" altLang="en-US" b="1" dirty="0">
                <a:solidFill>
                  <a:srgbClr val="990000"/>
                </a:solidFill>
                <a:latin typeface="楷体" pitchFamily="49" charset="-122"/>
                <a:ea typeface="楷体" pitchFamily="49" charset="-122"/>
              </a:rPr>
              <a:t>为适合生产力发展要求的经济基础服务：推动社会发展的进步</a:t>
            </a:r>
            <a:r>
              <a:rPr lang="zh-CN" altLang="en-US" b="1" dirty="0" smtClean="0">
                <a:solidFill>
                  <a:srgbClr val="990000"/>
                </a:solidFill>
                <a:latin typeface="楷体" pitchFamily="49" charset="-122"/>
                <a:ea typeface="楷体" pitchFamily="49" charset="-122"/>
              </a:rPr>
              <a:t>力量</a:t>
            </a:r>
            <a:r>
              <a:rPr lang="en-US" altLang="zh-CN" b="1" dirty="0" smtClean="0">
                <a:solidFill>
                  <a:srgbClr val="990000"/>
                </a:solidFill>
                <a:latin typeface="楷体" pitchFamily="49" charset="-122"/>
                <a:ea typeface="楷体" pitchFamily="49" charset="-122"/>
              </a:rPr>
              <a:t>- </a:t>
            </a:r>
            <a:r>
              <a:rPr lang="zh-CN" altLang="en-US" b="1" dirty="0">
                <a:solidFill>
                  <a:srgbClr val="990000"/>
                </a:solidFill>
                <a:latin typeface="楷体" pitchFamily="49" charset="-122"/>
                <a:ea typeface="楷体" pitchFamily="49" charset="-122"/>
              </a:rPr>
              <a:t>为落后的经济基础服务：阻碍社会发展的消极力量</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矩形 870404"/>
          <p:cNvSpPr>
            <a:spLocks noChangeArrowheads="1"/>
          </p:cNvSpPr>
          <p:nvPr/>
        </p:nvSpPr>
        <p:spPr bwMode="auto">
          <a:xfrm>
            <a:off x="285720" y="857232"/>
            <a:ext cx="8175653" cy="1500198"/>
          </a:xfrm>
          <a:prstGeom prst="rect">
            <a:avLst/>
          </a:prstGeom>
          <a:solidFill>
            <a:srgbClr val="D9F2AC"/>
          </a:solidFill>
          <a:ln w="9525">
            <a:solidFill>
              <a:srgbClr val="FF9900"/>
            </a:solidFill>
            <a:miter lim="800000"/>
            <a:headEnd/>
            <a:tailEnd/>
          </a:ln>
        </p:spPr>
        <p:txBody>
          <a:bodyPr/>
          <a:lstStyle/>
          <a:p>
            <a:pPr eaLnBrk="1" hangingPunct="1">
              <a:lnSpc>
                <a:spcPct val="125000"/>
              </a:lnSpc>
            </a:pPr>
            <a:r>
              <a:rPr lang="zh-CN" altLang="en-US" sz="1600" b="1" dirty="0" smtClean="0">
                <a:solidFill>
                  <a:srgbClr val="3333FF"/>
                </a:solidFill>
                <a:ea typeface="幼圆" pitchFamily="49" charset="-122"/>
              </a:rPr>
              <a:t>情况</a:t>
            </a:r>
            <a:r>
              <a:rPr lang="zh-CN" altLang="en-US" sz="1600" b="1" dirty="0">
                <a:solidFill>
                  <a:srgbClr val="3333FF"/>
                </a:solidFill>
                <a:ea typeface="幼圆" pitchFamily="49" charset="-122"/>
              </a:rPr>
              <a:t>一：二者性质同</a:t>
            </a:r>
            <a:r>
              <a:rPr lang="zh-CN" altLang="en-US" sz="1600" b="1" dirty="0" smtClean="0">
                <a:solidFill>
                  <a:srgbClr val="3333FF"/>
                </a:solidFill>
                <a:ea typeface="幼圆" pitchFamily="49" charset="-122"/>
              </a:rPr>
              <a:t>一</a:t>
            </a:r>
            <a:endParaRPr lang="en-US" altLang="zh-CN" sz="1600" b="1" dirty="0" smtClean="0">
              <a:solidFill>
                <a:srgbClr val="3333FF"/>
              </a:solidFill>
              <a:ea typeface="幼圆" pitchFamily="49" charset="-122"/>
            </a:endParaRPr>
          </a:p>
          <a:p>
            <a:pPr eaLnBrk="1" hangingPunct="1">
              <a:lnSpc>
                <a:spcPct val="125000"/>
              </a:lnSpc>
            </a:pPr>
            <a:r>
              <a:rPr lang="zh-CN" altLang="en-US" sz="1600" b="1" dirty="0" smtClean="0">
                <a:solidFill>
                  <a:srgbClr val="3333FF"/>
                </a:solidFill>
                <a:ea typeface="幼圆" pitchFamily="49" charset="-122"/>
              </a:rPr>
              <a:t>情况</a:t>
            </a:r>
            <a:r>
              <a:rPr lang="zh-CN" altLang="en-US" sz="1600" b="1" dirty="0">
                <a:solidFill>
                  <a:srgbClr val="3333FF"/>
                </a:solidFill>
                <a:ea typeface="幼圆" pitchFamily="49" charset="-122"/>
              </a:rPr>
              <a:t>二：二者性质</a:t>
            </a:r>
            <a:r>
              <a:rPr lang="zh-CN" altLang="en-US" sz="1600" b="1" dirty="0" smtClean="0">
                <a:solidFill>
                  <a:srgbClr val="3333FF"/>
                </a:solidFill>
                <a:ea typeface="幼圆" pitchFamily="49" charset="-122"/>
              </a:rPr>
              <a:t>不同</a:t>
            </a:r>
            <a:r>
              <a:rPr lang="zh-CN" altLang="en-US" b="1" dirty="0" smtClean="0">
                <a:solidFill>
                  <a:srgbClr val="990000"/>
                </a:solidFill>
              </a:rPr>
              <a:t> </a:t>
            </a:r>
            <a:endParaRPr lang="en-US" altLang="zh-CN" b="1" dirty="0" smtClean="0">
              <a:solidFill>
                <a:srgbClr val="990000"/>
              </a:solidFill>
            </a:endParaRPr>
          </a:p>
          <a:p>
            <a:pPr eaLnBrk="1" hangingPunct="1">
              <a:lnSpc>
                <a:spcPct val="125000"/>
              </a:lnSpc>
            </a:pPr>
            <a:r>
              <a:rPr lang="zh-CN" altLang="en-US" sz="1600" b="1" dirty="0" smtClean="0">
                <a:solidFill>
                  <a:srgbClr val="3333FF"/>
                </a:solidFill>
                <a:ea typeface="幼圆" pitchFamily="49" charset="-122"/>
              </a:rPr>
              <a:t>情况</a:t>
            </a:r>
            <a:r>
              <a:rPr lang="zh-CN" altLang="en-US" sz="1600" b="1" dirty="0">
                <a:solidFill>
                  <a:srgbClr val="3333FF"/>
                </a:solidFill>
                <a:ea typeface="幼圆" pitchFamily="49" charset="-122"/>
              </a:rPr>
              <a:t>三：社会形态处于</a:t>
            </a:r>
            <a:r>
              <a:rPr lang="zh-CN" altLang="en-US" sz="1600" b="1" dirty="0" smtClean="0">
                <a:solidFill>
                  <a:srgbClr val="3333FF"/>
                </a:solidFill>
                <a:ea typeface="幼圆" pitchFamily="49" charset="-122"/>
              </a:rPr>
              <a:t>上升阶段</a:t>
            </a:r>
            <a:endParaRPr lang="zh-CN" altLang="en-US" sz="1600" b="1" dirty="0">
              <a:solidFill>
                <a:srgbClr val="3333FF"/>
              </a:solidFill>
              <a:ea typeface="幼圆" pitchFamily="49" charset="-122"/>
            </a:endParaRPr>
          </a:p>
          <a:p>
            <a:pPr eaLnBrk="1" hangingPunct="1">
              <a:lnSpc>
                <a:spcPct val="125000"/>
              </a:lnSpc>
            </a:pPr>
            <a:r>
              <a:rPr lang="zh-CN" altLang="en-US" sz="1600" b="1" dirty="0" smtClean="0">
                <a:solidFill>
                  <a:srgbClr val="3333FF"/>
                </a:solidFill>
                <a:ea typeface="幼圆" pitchFamily="49" charset="-122"/>
              </a:rPr>
              <a:t>情况</a:t>
            </a:r>
            <a:r>
              <a:rPr lang="zh-CN" altLang="en-US" sz="1600" b="1" dirty="0">
                <a:solidFill>
                  <a:srgbClr val="3333FF"/>
                </a:solidFill>
                <a:ea typeface="幼圆" pitchFamily="49" charset="-122"/>
              </a:rPr>
              <a:t>四：社会形态</a:t>
            </a:r>
            <a:r>
              <a:rPr lang="zh-CN" altLang="en-US" sz="1600" b="1" dirty="0" smtClean="0">
                <a:solidFill>
                  <a:srgbClr val="3333FF"/>
                </a:solidFill>
                <a:ea typeface="幼圆" pitchFamily="49" charset="-122"/>
              </a:rPr>
              <a:t>没落</a:t>
            </a:r>
            <a:endParaRPr lang="zh-CN" altLang="en-US" sz="1600" b="1" dirty="0">
              <a:solidFill>
                <a:srgbClr val="3333FF"/>
              </a:solidFill>
              <a:ea typeface="幼圆" pitchFamily="49" charset="-122"/>
            </a:endParaRPr>
          </a:p>
        </p:txBody>
      </p:sp>
      <p:grpSp>
        <p:nvGrpSpPr>
          <p:cNvPr id="60419" name="组合 870407"/>
          <p:cNvGrpSpPr>
            <a:grpSpLocks/>
          </p:cNvGrpSpPr>
          <p:nvPr/>
        </p:nvGrpSpPr>
        <p:grpSpPr bwMode="auto">
          <a:xfrm>
            <a:off x="285720" y="142852"/>
            <a:ext cx="5400675" cy="576263"/>
            <a:chOff x="1338" y="1109"/>
            <a:chExt cx="3696" cy="384"/>
          </a:xfrm>
        </p:grpSpPr>
        <p:sp>
          <p:nvSpPr>
            <p:cNvPr id="60423" name="圆角矩形 870408"/>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60424" name="文本框 870409"/>
            <p:cNvSpPr txBox="1">
              <a:spLocks noChangeArrowheads="1"/>
            </p:cNvSpPr>
            <p:nvPr/>
          </p:nvSpPr>
          <p:spPr bwMode="auto">
            <a:xfrm>
              <a:off x="1441" y="1122"/>
              <a:ext cx="3549" cy="327"/>
            </a:xfrm>
            <a:prstGeom prst="rect">
              <a:avLst/>
            </a:prstGeom>
            <a:noFill/>
            <a:ln w="9525">
              <a:noFill/>
              <a:miter lim="800000"/>
              <a:headEnd/>
              <a:tailEnd/>
            </a:ln>
          </p:spPr>
          <p:txBody>
            <a:bodyPr>
              <a:spAutoFit/>
            </a:bodyPr>
            <a:lstStyle/>
            <a:p>
              <a:pPr eaLnBrk="1" hangingPunct="1">
                <a:lnSpc>
                  <a:spcPct val="125000"/>
                </a:lnSpc>
              </a:pPr>
              <a:r>
                <a:rPr lang="en-US" altLang="zh-CN" sz="2400" b="1" dirty="0" smtClean="0">
                  <a:solidFill>
                    <a:schemeClr val="bg1"/>
                  </a:solidFill>
                  <a:latin typeface="楷体" pitchFamily="49" charset="-122"/>
                  <a:ea typeface="楷体" pitchFamily="49" charset="-122"/>
                </a:rPr>
                <a:t> </a:t>
              </a:r>
              <a:r>
                <a:rPr lang="zh-CN" altLang="en-US" sz="2400" b="1" dirty="0">
                  <a:solidFill>
                    <a:schemeClr val="bg1"/>
                  </a:solidFill>
                  <a:latin typeface="楷体" pitchFamily="49" charset="-122"/>
                  <a:ea typeface="楷体" pitchFamily="49" charset="-122"/>
                </a:rPr>
                <a:t>经济基础与上层建筑的矛盾运动</a:t>
              </a:r>
            </a:p>
          </p:txBody>
        </p:sp>
      </p:grpSp>
      <p:sp>
        <p:nvSpPr>
          <p:cNvPr id="60420" name="矩形 870414"/>
          <p:cNvSpPr>
            <a:spLocks noChangeArrowheads="1"/>
          </p:cNvSpPr>
          <p:nvPr/>
        </p:nvSpPr>
        <p:spPr bwMode="auto">
          <a:xfrm>
            <a:off x="5929322" y="285728"/>
            <a:ext cx="2255837" cy="366712"/>
          </a:xfrm>
          <a:prstGeom prst="rect">
            <a:avLst/>
          </a:prstGeom>
          <a:noFill/>
          <a:ln w="9525">
            <a:noFill/>
            <a:miter lim="800000"/>
            <a:headEnd/>
            <a:tailEnd/>
          </a:ln>
        </p:spPr>
        <p:txBody>
          <a:bodyPr wrap="none">
            <a:spAutoFit/>
          </a:bodyPr>
          <a:lstStyle/>
          <a:p>
            <a:pPr algn="ctr" eaLnBrk="1" hangingPunct="1"/>
            <a:r>
              <a:rPr lang="zh-CN" altLang="en-US" b="1" dirty="0">
                <a:solidFill>
                  <a:srgbClr val="FF0000"/>
                </a:solidFill>
                <a:ea typeface="黑体" pitchFamily="49" charset="-122"/>
              </a:rPr>
              <a:t>实际运行中极为复杂</a:t>
            </a:r>
          </a:p>
        </p:txBody>
      </p:sp>
      <p:grpSp>
        <p:nvGrpSpPr>
          <p:cNvPr id="9" name="组合 871431"/>
          <p:cNvGrpSpPr>
            <a:grpSpLocks/>
          </p:cNvGrpSpPr>
          <p:nvPr/>
        </p:nvGrpSpPr>
        <p:grpSpPr bwMode="auto">
          <a:xfrm>
            <a:off x="285720" y="2500306"/>
            <a:ext cx="6553200" cy="576263"/>
            <a:chOff x="1338" y="1109"/>
            <a:chExt cx="3696" cy="384"/>
          </a:xfrm>
        </p:grpSpPr>
        <p:sp>
          <p:nvSpPr>
            <p:cNvPr id="10" name="圆角矩形 871432"/>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1" name="文本框 871433"/>
            <p:cNvSpPr txBox="1">
              <a:spLocks noChangeArrowheads="1"/>
            </p:cNvSpPr>
            <p:nvPr/>
          </p:nvSpPr>
          <p:spPr bwMode="auto">
            <a:xfrm>
              <a:off x="1441" y="1122"/>
              <a:ext cx="3550" cy="327"/>
            </a:xfrm>
            <a:prstGeom prst="rect">
              <a:avLst/>
            </a:prstGeom>
            <a:noFill/>
            <a:ln w="9525">
              <a:noFill/>
              <a:miter lim="800000"/>
              <a:headEnd/>
              <a:tailEnd/>
            </a:ln>
          </p:spPr>
          <p:txBody>
            <a:bodyPr>
              <a:spAutoFit/>
            </a:bodyPr>
            <a:lstStyle/>
            <a:p>
              <a:pPr eaLnBrk="1" hangingPunct="1">
                <a:lnSpc>
                  <a:spcPct val="125000"/>
                </a:lnSpc>
              </a:pPr>
              <a:r>
                <a:rPr lang="en-US" altLang="zh-CN" sz="2400" b="1" dirty="0" smtClean="0">
                  <a:solidFill>
                    <a:schemeClr val="bg1"/>
                  </a:solidFill>
                  <a:latin typeface="楷体" pitchFamily="49" charset="-122"/>
                  <a:ea typeface="楷体" pitchFamily="49" charset="-122"/>
                </a:rPr>
                <a:t> </a:t>
              </a:r>
              <a:r>
                <a:rPr lang="zh-CN" altLang="en-US" sz="2400" b="1" dirty="0">
                  <a:solidFill>
                    <a:schemeClr val="bg1"/>
                  </a:solidFill>
                  <a:latin typeface="楷体" pitchFamily="49" charset="-122"/>
                  <a:ea typeface="楷体" pitchFamily="49" charset="-122"/>
                </a:rPr>
                <a:t>上层建筑一定要适合经济基础状况的规律</a:t>
              </a:r>
            </a:p>
          </p:txBody>
        </p:sp>
      </p:grpSp>
      <p:sp>
        <p:nvSpPr>
          <p:cNvPr id="12" name="矩形 871428"/>
          <p:cNvSpPr>
            <a:spLocks noChangeArrowheads="1"/>
          </p:cNvSpPr>
          <p:nvPr/>
        </p:nvSpPr>
        <p:spPr bwMode="auto">
          <a:xfrm>
            <a:off x="285720" y="3286124"/>
            <a:ext cx="8159777" cy="928694"/>
          </a:xfrm>
          <a:prstGeom prst="rect">
            <a:avLst/>
          </a:prstGeom>
          <a:solidFill>
            <a:srgbClr val="D9F2AC"/>
          </a:solidFill>
          <a:ln w="9525">
            <a:solidFill>
              <a:srgbClr val="FF9900"/>
            </a:solidFill>
            <a:miter lim="800000"/>
            <a:headEnd/>
            <a:tailEnd/>
          </a:ln>
        </p:spPr>
        <p:txBody>
          <a:bodyPr/>
          <a:lstStyle/>
          <a:p>
            <a:pPr eaLnBrk="1" hangingPunct="1">
              <a:lnSpc>
                <a:spcPct val="125000"/>
              </a:lnSpc>
              <a:buFontTx/>
              <a:buChar char="-"/>
            </a:pPr>
            <a:r>
              <a:rPr lang="zh-CN" altLang="en-US" sz="2000" b="1" dirty="0" smtClean="0">
                <a:solidFill>
                  <a:srgbClr val="990000"/>
                </a:solidFill>
                <a:latin typeface="楷体" pitchFamily="49" charset="-122"/>
                <a:ea typeface="楷体" pitchFamily="49" charset="-122"/>
              </a:rPr>
              <a:t>经济基础</a:t>
            </a:r>
            <a:r>
              <a:rPr lang="zh-CN" altLang="en-US" sz="2000" b="1" dirty="0">
                <a:solidFill>
                  <a:srgbClr val="990000"/>
                </a:solidFill>
                <a:latin typeface="楷体" pitchFamily="49" charset="-122"/>
                <a:ea typeface="楷体" pitchFamily="49" charset="-122"/>
              </a:rPr>
              <a:t>状况决定上层建筑的发展方向、相应的调整或变革</a:t>
            </a:r>
            <a:r>
              <a:rPr lang="zh-CN" altLang="en-US" sz="2000" b="1" dirty="0" smtClean="0">
                <a:solidFill>
                  <a:srgbClr val="990000"/>
                </a:solidFill>
                <a:latin typeface="楷体" pitchFamily="49" charset="-122"/>
                <a:ea typeface="楷体" pitchFamily="49" charset="-122"/>
              </a:rPr>
              <a:t>；</a:t>
            </a:r>
            <a:endParaRPr lang="en-US" altLang="zh-CN" sz="2000" b="1" dirty="0" smtClean="0">
              <a:solidFill>
                <a:srgbClr val="990000"/>
              </a:solidFill>
              <a:latin typeface="楷体" pitchFamily="49" charset="-122"/>
              <a:ea typeface="楷体" pitchFamily="49" charset="-122"/>
            </a:endParaRPr>
          </a:p>
          <a:p>
            <a:pPr eaLnBrk="1" hangingPunct="1">
              <a:lnSpc>
                <a:spcPct val="125000"/>
              </a:lnSpc>
            </a:pPr>
            <a:r>
              <a:rPr lang="en-US" altLang="zh-CN" sz="2000" b="1" dirty="0" smtClean="0">
                <a:solidFill>
                  <a:srgbClr val="990000"/>
                </a:solidFill>
                <a:latin typeface="楷体" pitchFamily="49" charset="-122"/>
                <a:ea typeface="楷体" pitchFamily="49" charset="-122"/>
              </a:rPr>
              <a:t>-</a:t>
            </a:r>
            <a:r>
              <a:rPr lang="zh-CN" altLang="en-US" sz="2000" b="1" dirty="0" smtClean="0">
                <a:solidFill>
                  <a:srgbClr val="990000"/>
                </a:solidFill>
                <a:latin typeface="楷体" pitchFamily="49" charset="-122"/>
                <a:ea typeface="楷体" pitchFamily="49" charset="-122"/>
              </a:rPr>
              <a:t>上层建筑</a:t>
            </a:r>
            <a:r>
              <a:rPr lang="zh-CN" altLang="en-US" sz="2000" b="1" dirty="0">
                <a:solidFill>
                  <a:srgbClr val="990000"/>
                </a:solidFill>
                <a:latin typeface="楷体" pitchFamily="49" charset="-122"/>
                <a:ea typeface="楷体" pitchFamily="49" charset="-122"/>
              </a:rPr>
              <a:t>的反作用必须取决于和服从于经济基础的性质和客观要求。</a:t>
            </a:r>
          </a:p>
        </p:txBody>
      </p:sp>
      <p:grpSp>
        <p:nvGrpSpPr>
          <p:cNvPr id="13" name="组合 774160"/>
          <p:cNvGrpSpPr>
            <a:grpSpLocks/>
          </p:cNvGrpSpPr>
          <p:nvPr/>
        </p:nvGrpSpPr>
        <p:grpSpPr bwMode="auto">
          <a:xfrm>
            <a:off x="285720" y="4357694"/>
            <a:ext cx="2376488" cy="609600"/>
            <a:chOff x="1338" y="1109"/>
            <a:chExt cx="3696" cy="384"/>
          </a:xfrm>
        </p:grpSpPr>
        <p:sp>
          <p:nvSpPr>
            <p:cNvPr id="14" name="圆角矩形 774161"/>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5" name="文本框 774162"/>
            <p:cNvSpPr txBox="1">
              <a:spLocks noChangeArrowheads="1"/>
            </p:cNvSpPr>
            <p:nvPr/>
          </p:nvSpPr>
          <p:spPr bwMode="auto">
            <a:xfrm>
              <a:off x="1441" y="1122"/>
              <a:ext cx="3549" cy="309"/>
            </a:xfrm>
            <a:prstGeom prst="rect">
              <a:avLst/>
            </a:prstGeom>
            <a:noFill/>
            <a:ln w="9525">
              <a:noFill/>
              <a:miter lim="800000"/>
              <a:headEnd/>
              <a:tailEnd/>
            </a:ln>
          </p:spPr>
          <p:txBody>
            <a:bodyPr>
              <a:spAutoFit/>
            </a:bodyPr>
            <a:lstStyle/>
            <a:p>
              <a:pPr eaLnBrk="1" hangingPunct="1">
                <a:lnSpc>
                  <a:spcPct val="125000"/>
                </a:lnSpc>
              </a:pPr>
              <a:r>
                <a:rPr lang="zh-CN" altLang="en-US" sz="2400" b="1" dirty="0" smtClean="0">
                  <a:solidFill>
                    <a:schemeClr val="bg1"/>
                  </a:solidFill>
                  <a:latin typeface="楷体" pitchFamily="49" charset="-122"/>
                  <a:ea typeface="楷体" pitchFamily="49" charset="-122"/>
                </a:rPr>
                <a:t> 现实</a:t>
              </a:r>
              <a:r>
                <a:rPr lang="zh-CN" altLang="en-US" sz="2400" b="1" dirty="0">
                  <a:solidFill>
                    <a:schemeClr val="bg1"/>
                  </a:solidFill>
                  <a:latin typeface="楷体" pitchFamily="49" charset="-122"/>
                  <a:ea typeface="楷体" pitchFamily="49" charset="-122"/>
                </a:rPr>
                <a:t>启示</a:t>
              </a:r>
            </a:p>
          </p:txBody>
        </p:sp>
      </p:grpSp>
      <p:sp>
        <p:nvSpPr>
          <p:cNvPr id="16" name="矩形 774148"/>
          <p:cNvSpPr>
            <a:spLocks noChangeArrowheads="1"/>
          </p:cNvSpPr>
          <p:nvPr/>
        </p:nvSpPr>
        <p:spPr bwMode="auto">
          <a:xfrm>
            <a:off x="285720" y="5057775"/>
            <a:ext cx="8175653" cy="1657373"/>
          </a:xfrm>
          <a:prstGeom prst="rect">
            <a:avLst/>
          </a:prstGeom>
          <a:solidFill>
            <a:srgbClr val="D9F2AC"/>
          </a:solidFill>
          <a:ln w="9525">
            <a:solidFill>
              <a:srgbClr val="FF9900"/>
            </a:solidFill>
            <a:miter lim="800000"/>
            <a:headEnd/>
            <a:tailEnd/>
          </a:ln>
        </p:spPr>
        <p:txBody>
          <a:bodyPr/>
          <a:lstStyle/>
          <a:p>
            <a:pPr eaLnBrk="1" hangingPunct="1">
              <a:lnSpc>
                <a:spcPct val="125000"/>
              </a:lnSpc>
            </a:pPr>
            <a:r>
              <a:rPr lang="zh-CN" altLang="en-US" sz="2000" b="1" dirty="0" smtClean="0">
                <a:solidFill>
                  <a:srgbClr val="990000"/>
                </a:solidFill>
                <a:latin typeface="楷体" pitchFamily="49" charset="-122"/>
                <a:ea typeface="楷体" pitchFamily="49" charset="-122"/>
              </a:rPr>
              <a:t>坚持</a:t>
            </a:r>
            <a:r>
              <a:rPr lang="zh-CN" altLang="en-US" sz="2000" b="1" dirty="0">
                <a:solidFill>
                  <a:srgbClr val="990000"/>
                </a:solidFill>
                <a:latin typeface="楷体" pitchFamily="49" charset="-122"/>
                <a:ea typeface="楷体" pitchFamily="49" charset="-122"/>
              </a:rPr>
              <a:t>中国特色社会主义政治发展道路，积极稳妥的推进上层建筑领域的改革和发展，加快建设社会主义法治国家，推进社会主义民主政治制度化、规范化、程序化，推进社会主义政治制度自我完善和发展</a:t>
            </a:r>
            <a:r>
              <a:rPr lang="zh-CN" altLang="en-US" sz="2000" b="1" dirty="0" smtClean="0">
                <a:solidFill>
                  <a:srgbClr val="990000"/>
                </a:solidFill>
                <a:latin typeface="楷体" pitchFamily="49" charset="-122"/>
                <a:ea typeface="楷体" pitchFamily="49" charset="-122"/>
              </a:rPr>
              <a:t>，实现好、维护好、发展好人民群众的根本利益</a:t>
            </a:r>
            <a:r>
              <a:rPr lang="zh-CN" altLang="en-US" sz="2000" b="1" dirty="0">
                <a:solidFill>
                  <a:srgbClr val="990000"/>
                </a:solidFill>
                <a:latin typeface="楷体" pitchFamily="49" charset="-122"/>
                <a:ea typeface="楷体" pitchFamily="49" charset="-122"/>
              </a:rPr>
              <a: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矩形 704520"/>
          <p:cNvSpPr>
            <a:spLocks noChangeArrowheads="1"/>
          </p:cNvSpPr>
          <p:nvPr/>
        </p:nvSpPr>
        <p:spPr bwMode="auto">
          <a:xfrm>
            <a:off x="357158" y="1857364"/>
            <a:ext cx="3500462"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dirty="0">
                <a:solidFill>
                  <a:srgbClr val="0000FF"/>
                </a:solidFill>
                <a:latin typeface="黑体" pitchFamily="49" charset="-122"/>
                <a:ea typeface="黑体" pitchFamily="49" charset="-122"/>
              </a:rPr>
              <a:t>（一</a:t>
            </a:r>
            <a:r>
              <a:rPr lang="zh-CN" altLang="en-US" sz="2000" dirty="0" smtClean="0">
                <a:solidFill>
                  <a:srgbClr val="0000FF"/>
                </a:solidFill>
                <a:latin typeface="黑体" pitchFamily="49" charset="-122"/>
                <a:ea typeface="黑体" pitchFamily="49" charset="-122"/>
              </a:rPr>
              <a:t>）交往及其作用</a:t>
            </a:r>
            <a:endParaRPr lang="zh-CN" altLang="en-US" sz="2000" dirty="0"/>
          </a:p>
        </p:txBody>
      </p:sp>
      <p:sp>
        <p:nvSpPr>
          <p:cNvPr id="35845" name="矩形 704522"/>
          <p:cNvSpPr>
            <a:spLocks noChangeArrowheads="1"/>
          </p:cNvSpPr>
          <p:nvPr/>
        </p:nvSpPr>
        <p:spPr bwMode="auto">
          <a:xfrm>
            <a:off x="357158" y="2428868"/>
            <a:ext cx="8534430" cy="1285884"/>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zh-CN" altLang="en-US" sz="2000" b="1" dirty="0" smtClean="0">
                <a:solidFill>
                  <a:srgbClr val="3333FF"/>
                </a:solidFill>
                <a:latin typeface="幼圆" pitchFamily="49" charset="-122"/>
                <a:ea typeface="幼圆" pitchFamily="49" charset="-122"/>
              </a:rPr>
              <a:t>  交往是唯物史观的重要范畴，指在一定历史条件下的现实的个人、群体、阶级、民族、国家之间在物质和精神上相互往来、相互作用、彼此联系的活动。</a:t>
            </a:r>
            <a:endParaRPr lang="zh-CN" altLang="en-US" sz="2000" b="1" dirty="0">
              <a:solidFill>
                <a:srgbClr val="3333FF"/>
              </a:solidFill>
              <a:latin typeface="幼圆" pitchFamily="49" charset="-122"/>
              <a:ea typeface="幼圆" pitchFamily="49" charset="-122"/>
            </a:endParaRPr>
          </a:p>
        </p:txBody>
      </p:sp>
      <p:sp>
        <p:nvSpPr>
          <p:cNvPr id="7" name="矩形 704515"/>
          <p:cNvSpPr>
            <a:spLocks noChangeArrowheads="1"/>
          </p:cNvSpPr>
          <p:nvPr/>
        </p:nvSpPr>
        <p:spPr bwMode="auto">
          <a:xfrm>
            <a:off x="285720" y="214290"/>
            <a:ext cx="7372350" cy="630942"/>
          </a:xfrm>
          <a:prstGeom prst="rect">
            <a:avLst/>
          </a:prstGeom>
          <a:solidFill>
            <a:srgbClr val="CCECFF"/>
          </a:solidFill>
          <a:ln w="38100">
            <a:noFill/>
            <a:miter lim="800000"/>
            <a:headEnd/>
            <a:tailEnd/>
          </a:ln>
        </p:spPr>
        <p:txBody>
          <a:bodyPr>
            <a:spAutoFit/>
          </a:bodyPr>
          <a:lstStyle/>
          <a:p>
            <a:pPr>
              <a:lnSpc>
                <a:spcPct val="125000"/>
              </a:lnSpc>
              <a:spcBef>
                <a:spcPct val="50000"/>
              </a:spcBef>
            </a:pPr>
            <a:r>
              <a:rPr lang="zh-CN" altLang="en-US" sz="2800" b="1" noProof="1">
                <a:solidFill>
                  <a:srgbClr val="FF0066"/>
                </a:solidFill>
                <a:latin typeface="幼圆" pitchFamily="49" charset="-122"/>
                <a:ea typeface="幼圆" pitchFamily="49" charset="-122"/>
                <a:sym typeface="+mn-ea"/>
              </a:rPr>
              <a:t>三</a:t>
            </a:r>
            <a:r>
              <a:rPr lang="zh-CN" altLang="en-US" sz="2800" b="1" noProof="1" smtClean="0">
                <a:solidFill>
                  <a:srgbClr val="FF0066"/>
                </a:solidFill>
                <a:latin typeface="幼圆" pitchFamily="49" charset="-122"/>
                <a:ea typeface="幼圆" pitchFamily="49" charset="-122"/>
                <a:sym typeface="+mn-ea"/>
              </a:rPr>
              <a:t>、人类普遍交往与世界历史的形成历史</a:t>
            </a:r>
            <a:endParaRPr lang="zh-CN" altLang="en-US" sz="2800" b="1" noProof="1">
              <a:solidFill>
                <a:srgbClr val="FF0066"/>
              </a:solidFill>
              <a:latin typeface="幼圆" pitchFamily="49" charset="-122"/>
              <a:ea typeface="幼圆" pitchFamily="49" charset="-122"/>
              <a:sym typeface="+mn-ea"/>
            </a:endParaRPr>
          </a:p>
        </p:txBody>
      </p:sp>
      <p:sp>
        <p:nvSpPr>
          <p:cNvPr id="10" name="矩形 704522"/>
          <p:cNvSpPr>
            <a:spLocks noChangeArrowheads="1"/>
          </p:cNvSpPr>
          <p:nvPr/>
        </p:nvSpPr>
        <p:spPr bwMode="auto">
          <a:xfrm>
            <a:off x="323850" y="1000108"/>
            <a:ext cx="8534430" cy="785818"/>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en-US" altLang="zh-CN" dirty="0">
                <a:solidFill>
                  <a:srgbClr val="3333FF"/>
                </a:solidFill>
                <a:latin typeface="幼圆" pitchFamily="49" charset="-122"/>
                <a:ea typeface="幼圆" pitchFamily="49" charset="-122"/>
              </a:rPr>
              <a:t>  </a:t>
            </a:r>
            <a:r>
              <a:rPr lang="zh-CN" altLang="en-US" sz="2000" b="1" dirty="0" smtClean="0">
                <a:solidFill>
                  <a:srgbClr val="3333FF"/>
                </a:solidFill>
                <a:latin typeface="幼圆" pitchFamily="49" charset="-122"/>
                <a:ea typeface="幼圆" pitchFamily="49" charset="-122"/>
              </a:rPr>
              <a:t>马克思、恩格斯关于人类普遍交往和世界历史形成的思想是唯物史观的重要内容。</a:t>
            </a:r>
            <a:endParaRPr lang="zh-CN" altLang="en-US" sz="2000" b="1" dirty="0">
              <a:solidFill>
                <a:srgbClr val="3333FF"/>
              </a:solidFill>
              <a:latin typeface="幼圆" pitchFamily="49" charset="-122"/>
              <a:ea typeface="幼圆" pitchFamily="49" charset="-122"/>
            </a:endParaRPr>
          </a:p>
        </p:txBody>
      </p:sp>
      <p:sp>
        <p:nvSpPr>
          <p:cNvPr id="11" name="矩形 704522"/>
          <p:cNvSpPr>
            <a:spLocks noChangeArrowheads="1"/>
          </p:cNvSpPr>
          <p:nvPr/>
        </p:nvSpPr>
        <p:spPr bwMode="auto">
          <a:xfrm>
            <a:off x="357158" y="3857628"/>
            <a:ext cx="8534430" cy="571504"/>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zh-CN" altLang="en-US" sz="2000" b="1" dirty="0" smtClean="0">
                <a:solidFill>
                  <a:srgbClr val="3333FF"/>
                </a:solidFill>
                <a:latin typeface="幼圆" pitchFamily="49" charset="-122"/>
                <a:ea typeface="幼圆" pitchFamily="49" charset="-122"/>
              </a:rPr>
              <a:t>交往是人类实践活动的重要组成部分，对社会生活有着重要的影响。</a:t>
            </a:r>
            <a:endParaRPr lang="zh-CN" altLang="en-US" sz="2000" b="1" dirty="0">
              <a:solidFill>
                <a:srgbClr val="3333FF"/>
              </a:solidFill>
              <a:latin typeface="幼圆" pitchFamily="49" charset="-122"/>
              <a:ea typeface="幼圆" pitchFamily="49" charset="-122"/>
            </a:endParaRPr>
          </a:p>
        </p:txBody>
      </p:sp>
      <p:sp>
        <p:nvSpPr>
          <p:cNvPr id="12" name="矩形 704522"/>
          <p:cNvSpPr>
            <a:spLocks noChangeArrowheads="1"/>
          </p:cNvSpPr>
          <p:nvPr/>
        </p:nvSpPr>
        <p:spPr bwMode="auto">
          <a:xfrm>
            <a:off x="357158" y="4572008"/>
            <a:ext cx="4286280" cy="1857388"/>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zh-CN" altLang="en-US" sz="2000" b="1" dirty="0" smtClean="0">
                <a:solidFill>
                  <a:srgbClr val="3333FF"/>
                </a:solidFill>
                <a:latin typeface="幼圆" pitchFamily="49" charset="-122"/>
                <a:ea typeface="幼圆" pitchFamily="49" charset="-122"/>
              </a:rPr>
              <a:t>第一，促进生产力的发展。</a:t>
            </a:r>
            <a:endParaRPr lang="en-US" altLang="zh-CN" sz="2000" b="1" dirty="0" smtClean="0">
              <a:solidFill>
                <a:srgbClr val="3333FF"/>
              </a:solidFill>
              <a:latin typeface="幼圆" pitchFamily="49" charset="-122"/>
              <a:ea typeface="幼圆" pitchFamily="49" charset="-122"/>
            </a:endParaRPr>
          </a:p>
          <a:p>
            <a:pPr eaLnBrk="1" hangingPunct="1">
              <a:lnSpc>
                <a:spcPct val="125000"/>
              </a:lnSpc>
              <a:spcBef>
                <a:spcPct val="20000"/>
              </a:spcBef>
            </a:pPr>
            <a:r>
              <a:rPr lang="zh-CN" altLang="en-US" sz="2000" b="1" dirty="0" smtClean="0">
                <a:solidFill>
                  <a:srgbClr val="3333FF"/>
                </a:solidFill>
                <a:latin typeface="幼圆" pitchFamily="49" charset="-122"/>
                <a:ea typeface="幼圆" pitchFamily="49" charset="-122"/>
              </a:rPr>
              <a:t>第二，促进社会关系的进步。</a:t>
            </a:r>
            <a:endParaRPr lang="en-US" altLang="zh-CN" sz="2000" b="1" dirty="0" smtClean="0">
              <a:solidFill>
                <a:srgbClr val="3333FF"/>
              </a:solidFill>
              <a:latin typeface="幼圆" pitchFamily="49" charset="-122"/>
              <a:ea typeface="幼圆" pitchFamily="49" charset="-122"/>
            </a:endParaRPr>
          </a:p>
          <a:p>
            <a:pPr eaLnBrk="1" hangingPunct="1">
              <a:lnSpc>
                <a:spcPct val="125000"/>
              </a:lnSpc>
              <a:spcBef>
                <a:spcPct val="20000"/>
              </a:spcBef>
            </a:pPr>
            <a:r>
              <a:rPr lang="zh-CN" altLang="en-US" sz="2000" b="1" dirty="0" smtClean="0">
                <a:solidFill>
                  <a:srgbClr val="3333FF"/>
                </a:solidFill>
                <a:latin typeface="幼圆" pitchFamily="49" charset="-122"/>
                <a:ea typeface="幼圆" pitchFamily="49" charset="-122"/>
              </a:rPr>
              <a:t>第三，促进文化的发展与传播。</a:t>
            </a:r>
            <a:endParaRPr lang="en-US" altLang="zh-CN" sz="2000" b="1" dirty="0" smtClean="0">
              <a:solidFill>
                <a:srgbClr val="3333FF"/>
              </a:solidFill>
              <a:latin typeface="幼圆" pitchFamily="49" charset="-122"/>
              <a:ea typeface="幼圆" pitchFamily="49" charset="-122"/>
            </a:endParaRPr>
          </a:p>
          <a:p>
            <a:pPr eaLnBrk="1" hangingPunct="1">
              <a:lnSpc>
                <a:spcPct val="125000"/>
              </a:lnSpc>
              <a:spcBef>
                <a:spcPct val="20000"/>
              </a:spcBef>
            </a:pPr>
            <a:r>
              <a:rPr lang="zh-CN" altLang="en-US" sz="2000" b="1" dirty="0" smtClean="0">
                <a:solidFill>
                  <a:srgbClr val="3333FF"/>
                </a:solidFill>
                <a:latin typeface="幼圆" pitchFamily="49" charset="-122"/>
                <a:ea typeface="幼圆" pitchFamily="49" charset="-122"/>
              </a:rPr>
              <a:t>第四，促进人的全面发展。</a:t>
            </a:r>
            <a:endParaRPr lang="zh-CN" altLang="en-US" sz="2000" b="1" dirty="0">
              <a:solidFill>
                <a:srgbClr val="3333FF"/>
              </a:solidFill>
              <a:latin typeface="幼圆" pitchFamily="49" charset="-122"/>
              <a:ea typeface="幼圆" pitchFamily="49"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矩形 704520"/>
          <p:cNvSpPr>
            <a:spLocks noChangeArrowheads="1"/>
          </p:cNvSpPr>
          <p:nvPr/>
        </p:nvSpPr>
        <p:spPr bwMode="auto">
          <a:xfrm>
            <a:off x="357158" y="285728"/>
            <a:ext cx="3857652"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dirty="0" smtClean="0">
                <a:solidFill>
                  <a:srgbClr val="0000FF"/>
                </a:solidFill>
                <a:latin typeface="黑体" pitchFamily="49" charset="-122"/>
                <a:ea typeface="黑体" pitchFamily="49" charset="-122"/>
              </a:rPr>
              <a:t>（二）世界历史的形成和发展</a:t>
            </a:r>
            <a:endParaRPr lang="zh-CN" altLang="en-US" sz="2000" dirty="0"/>
          </a:p>
        </p:txBody>
      </p:sp>
      <p:sp>
        <p:nvSpPr>
          <p:cNvPr id="35845" name="矩形 704522"/>
          <p:cNvSpPr>
            <a:spLocks noChangeArrowheads="1"/>
          </p:cNvSpPr>
          <p:nvPr/>
        </p:nvSpPr>
        <p:spPr bwMode="auto">
          <a:xfrm>
            <a:off x="285720" y="857232"/>
            <a:ext cx="8534430" cy="1428760"/>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zh-CN" altLang="en-US" sz="2000" b="1" dirty="0" smtClean="0">
                <a:solidFill>
                  <a:srgbClr val="3333FF"/>
                </a:solidFill>
                <a:latin typeface="幼圆" pitchFamily="49" charset="-122"/>
                <a:ea typeface="幼圆" pitchFamily="49" charset="-122"/>
              </a:rPr>
              <a:t>唯物史观视域中的“世界历史”是指各民族、国家通过普遍交往，打破孤立隔绝的状态，进入相互依存、相互联系的世界整体化的历史。人类实践活动的重要组成部分，对社会生活有着重要的影响。</a:t>
            </a:r>
            <a:endParaRPr lang="zh-CN" altLang="en-US" sz="2000" b="1" dirty="0">
              <a:solidFill>
                <a:srgbClr val="3333FF"/>
              </a:solidFill>
              <a:latin typeface="幼圆" pitchFamily="49" charset="-122"/>
              <a:ea typeface="幼圆" pitchFamily="49" charset="-122"/>
            </a:endParaRPr>
          </a:p>
        </p:txBody>
      </p:sp>
      <p:sp>
        <p:nvSpPr>
          <p:cNvPr id="8" name="矩形 704522"/>
          <p:cNvSpPr>
            <a:spLocks noChangeArrowheads="1"/>
          </p:cNvSpPr>
          <p:nvPr/>
        </p:nvSpPr>
        <p:spPr bwMode="auto">
          <a:xfrm>
            <a:off x="285720" y="2357430"/>
            <a:ext cx="8501122" cy="1857388"/>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zh-CN" altLang="en-US" sz="2000" b="1" dirty="0" smtClean="0">
                <a:solidFill>
                  <a:srgbClr val="3333FF"/>
                </a:solidFill>
                <a:latin typeface="幼圆" pitchFamily="49" charset="-122"/>
                <a:ea typeface="幼圆" pitchFamily="49" charset="-122"/>
              </a:rPr>
              <a:t>马克思和恩格斯认为，资本主义生产方式的发展和交往的普遍化推动了历史向世界历史的转变，人类历史向世界历史的转变是资本主义生产方式出现和向世界扩张的结果，世界历史的形成又反过来促进了生产力的普遍发展和人类的普遍交往，推动了社会发展，为人的发展创造了条件。</a:t>
            </a:r>
            <a:endParaRPr lang="en-US" altLang="zh-CN" sz="2000" b="1" dirty="0" smtClean="0">
              <a:solidFill>
                <a:srgbClr val="3333FF"/>
              </a:solidFill>
              <a:latin typeface="幼圆" pitchFamily="49" charset="-122"/>
              <a:ea typeface="幼圆" pitchFamily="49" charset="-122"/>
            </a:endParaRPr>
          </a:p>
          <a:p>
            <a:pPr eaLnBrk="1" hangingPunct="1">
              <a:lnSpc>
                <a:spcPct val="125000"/>
              </a:lnSpc>
              <a:spcBef>
                <a:spcPct val="20000"/>
              </a:spcBef>
            </a:pPr>
            <a:endParaRPr lang="zh-CN" altLang="en-US" sz="2000" b="1" dirty="0">
              <a:solidFill>
                <a:srgbClr val="3333FF"/>
              </a:solidFill>
              <a:latin typeface="幼圆" pitchFamily="49" charset="-122"/>
              <a:ea typeface="幼圆" pitchFamily="49" charset="-122"/>
            </a:endParaRPr>
          </a:p>
        </p:txBody>
      </p:sp>
      <p:sp>
        <p:nvSpPr>
          <p:cNvPr id="9" name="矩形 706566"/>
          <p:cNvSpPr>
            <a:spLocks noChangeArrowheads="1"/>
          </p:cNvSpPr>
          <p:nvPr/>
        </p:nvSpPr>
        <p:spPr bwMode="auto">
          <a:xfrm>
            <a:off x="285720" y="4286256"/>
            <a:ext cx="7000924"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dirty="0" smtClean="0">
                <a:solidFill>
                  <a:srgbClr val="0000FF"/>
                </a:solidFill>
                <a:latin typeface="黑体" pitchFamily="49" charset="-122"/>
                <a:ea typeface="黑体" pitchFamily="49" charset="-122"/>
              </a:rPr>
              <a:t>生产方式的发展变革是世界历史形成和发展的基础。</a:t>
            </a:r>
            <a:endParaRPr lang="zh-CN" altLang="en-US" sz="2000" dirty="0"/>
          </a:p>
        </p:txBody>
      </p:sp>
      <p:sp>
        <p:nvSpPr>
          <p:cNvPr id="10" name="矩形 706566"/>
          <p:cNvSpPr>
            <a:spLocks noChangeArrowheads="1"/>
          </p:cNvSpPr>
          <p:nvPr/>
        </p:nvSpPr>
        <p:spPr bwMode="auto">
          <a:xfrm>
            <a:off x="285720" y="4857760"/>
            <a:ext cx="7000924"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dirty="0" smtClean="0">
                <a:solidFill>
                  <a:srgbClr val="0000FF"/>
                </a:solidFill>
                <a:latin typeface="黑体" pitchFamily="49" charset="-122"/>
                <a:ea typeface="黑体" pitchFamily="49" charset="-122"/>
              </a:rPr>
              <a:t>普遍交往是世界历史的基本特征。</a:t>
            </a:r>
            <a:endParaRPr lang="zh-CN" altLang="en-US" sz="2000" dirty="0"/>
          </a:p>
        </p:txBody>
      </p:sp>
      <p:sp>
        <p:nvSpPr>
          <p:cNvPr id="11" name="矩形 706566"/>
          <p:cNvSpPr>
            <a:spLocks noChangeArrowheads="1"/>
          </p:cNvSpPr>
          <p:nvPr/>
        </p:nvSpPr>
        <p:spPr bwMode="auto">
          <a:xfrm>
            <a:off x="285720" y="5429264"/>
            <a:ext cx="7000924"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dirty="0" smtClean="0">
                <a:solidFill>
                  <a:srgbClr val="0000FF"/>
                </a:solidFill>
                <a:latin typeface="黑体" pitchFamily="49" charset="-122"/>
                <a:ea typeface="黑体" pitchFamily="49" charset="-122"/>
              </a:rPr>
              <a:t>世界历史的形成与发展为共产主义的实现提供了条件和路径。</a:t>
            </a:r>
            <a:endParaRPr lang="zh-CN" altLang="en-US" sz="2000" dirty="0"/>
          </a:p>
        </p:txBody>
      </p:sp>
      <p:sp>
        <p:nvSpPr>
          <p:cNvPr id="12" name="矩形 704520"/>
          <p:cNvSpPr>
            <a:spLocks noChangeArrowheads="1"/>
          </p:cNvSpPr>
          <p:nvPr/>
        </p:nvSpPr>
        <p:spPr bwMode="auto">
          <a:xfrm>
            <a:off x="142844" y="6000768"/>
            <a:ext cx="8929718" cy="630942"/>
          </a:xfrm>
          <a:prstGeom prst="rect">
            <a:avLst/>
          </a:prstGeom>
          <a:solidFill>
            <a:srgbClr val="CCFFFF"/>
          </a:solidFill>
          <a:ln w="12700">
            <a:solidFill>
              <a:srgbClr val="FF3300"/>
            </a:solidFill>
            <a:miter lim="800000"/>
            <a:headEnd/>
            <a:tailEnd/>
          </a:ln>
        </p:spPr>
        <p:txBody>
          <a:bodyPr wrap="square">
            <a:spAutoFit/>
          </a:bodyPr>
          <a:lstStyle/>
          <a:p>
            <a:pPr algn="ctr" eaLnBrk="1" hangingPunct="1">
              <a:lnSpc>
                <a:spcPct val="125000"/>
              </a:lnSpc>
            </a:pPr>
            <a:r>
              <a:rPr lang="zh-CN" altLang="en-US" sz="2800" b="1" dirty="0" smtClean="0">
                <a:solidFill>
                  <a:srgbClr val="FF0000"/>
                </a:solidFill>
                <a:latin typeface="楷体" pitchFamily="49" charset="-122"/>
                <a:ea typeface="楷体" pitchFamily="49" charset="-122"/>
              </a:rPr>
              <a:t>以马克思的世界历史理论为指导，构建人类命运共同体</a:t>
            </a:r>
            <a:endParaRPr lang="zh-CN" altLang="en-US" sz="2800" b="1" dirty="0">
              <a:solidFill>
                <a:srgbClr val="FF0000"/>
              </a:solidFill>
              <a:latin typeface="楷体" pitchFamily="49" charset="-122"/>
              <a:ea typeface="楷体" pitchFamily="49"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矩形 706566"/>
          <p:cNvSpPr>
            <a:spLocks noChangeArrowheads="1"/>
          </p:cNvSpPr>
          <p:nvPr/>
        </p:nvSpPr>
        <p:spPr bwMode="auto">
          <a:xfrm>
            <a:off x="428596" y="3929066"/>
            <a:ext cx="5429288" cy="485775"/>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dirty="0">
                <a:solidFill>
                  <a:srgbClr val="0000FF"/>
                </a:solidFill>
                <a:latin typeface="黑体" pitchFamily="49" charset="-122"/>
                <a:ea typeface="黑体" pitchFamily="49" charset="-122"/>
              </a:rPr>
              <a:t>（一）社会形态的</a:t>
            </a:r>
            <a:r>
              <a:rPr lang="zh-CN" altLang="en-US" sz="2000" dirty="0" smtClean="0">
                <a:solidFill>
                  <a:srgbClr val="0000FF"/>
                </a:solidFill>
                <a:latin typeface="黑体" pitchFamily="49" charset="-122"/>
                <a:ea typeface="黑体" pitchFamily="49" charset="-122"/>
              </a:rPr>
              <a:t>内涵：定义；三方面的内容</a:t>
            </a:r>
            <a:endParaRPr lang="zh-CN" altLang="en-US" sz="2000" dirty="0"/>
          </a:p>
        </p:txBody>
      </p:sp>
      <p:sp>
        <p:nvSpPr>
          <p:cNvPr id="63492" name="矩形 706567"/>
          <p:cNvSpPr>
            <a:spLocks noChangeArrowheads="1"/>
          </p:cNvSpPr>
          <p:nvPr/>
        </p:nvSpPr>
        <p:spPr bwMode="auto">
          <a:xfrm>
            <a:off x="428596" y="4786322"/>
            <a:ext cx="5429288"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dirty="0">
                <a:solidFill>
                  <a:srgbClr val="0000FF"/>
                </a:solidFill>
                <a:latin typeface="黑体" pitchFamily="49" charset="-122"/>
                <a:ea typeface="黑体" pitchFamily="49" charset="-122"/>
              </a:rPr>
              <a:t>（二）社会形态更替的统一性和多样性</a:t>
            </a:r>
            <a:endParaRPr lang="zh-CN" altLang="en-US" sz="2000" dirty="0"/>
          </a:p>
        </p:txBody>
      </p:sp>
      <p:sp>
        <p:nvSpPr>
          <p:cNvPr id="63493" name="矩形 706568"/>
          <p:cNvSpPr>
            <a:spLocks noChangeArrowheads="1"/>
          </p:cNvSpPr>
          <p:nvPr/>
        </p:nvSpPr>
        <p:spPr bwMode="auto">
          <a:xfrm>
            <a:off x="428596" y="5643578"/>
            <a:ext cx="5429288"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dirty="0">
                <a:solidFill>
                  <a:srgbClr val="0000FF"/>
                </a:solidFill>
                <a:latin typeface="黑体" pitchFamily="49" charset="-122"/>
                <a:ea typeface="黑体" pitchFamily="49" charset="-122"/>
              </a:rPr>
              <a:t>（三）社会形态更替的必然性</a:t>
            </a:r>
            <a:r>
              <a:rPr lang="zh-CN" altLang="en-US" sz="2000" dirty="0" smtClean="0">
                <a:solidFill>
                  <a:srgbClr val="0000FF"/>
                </a:solidFill>
                <a:latin typeface="黑体" pitchFamily="49" charset="-122"/>
                <a:ea typeface="黑体" pitchFamily="49" charset="-122"/>
              </a:rPr>
              <a:t>与选择性</a:t>
            </a:r>
            <a:endParaRPr lang="zh-CN" altLang="en-US" sz="2000" dirty="0"/>
          </a:p>
        </p:txBody>
      </p:sp>
      <p:sp>
        <p:nvSpPr>
          <p:cNvPr id="63494" name="矩形 706570"/>
          <p:cNvSpPr>
            <a:spLocks noChangeArrowheads="1"/>
          </p:cNvSpPr>
          <p:nvPr/>
        </p:nvSpPr>
        <p:spPr bwMode="auto">
          <a:xfrm>
            <a:off x="428596" y="1341438"/>
            <a:ext cx="8486804" cy="2444752"/>
          </a:xfrm>
          <a:prstGeom prst="rect">
            <a:avLst/>
          </a:prstGeom>
          <a:solidFill>
            <a:srgbClr val="CCFFFF"/>
          </a:solidFill>
          <a:ln w="9525">
            <a:solidFill>
              <a:srgbClr val="FF3300"/>
            </a:solidFill>
            <a:miter lim="800000"/>
            <a:headEnd/>
            <a:tailEnd/>
          </a:ln>
          <a:effectLst/>
        </p:spPr>
        <p:txBody>
          <a:bodyPr/>
          <a:lstStyle/>
          <a:p>
            <a:pPr eaLnBrk="1" hangingPunct="1">
              <a:lnSpc>
                <a:spcPct val="125000"/>
              </a:lnSpc>
              <a:spcBef>
                <a:spcPct val="20000"/>
              </a:spcBef>
            </a:pPr>
            <a:r>
              <a:rPr lang="zh-CN" altLang="en-US" dirty="0" smtClean="0">
                <a:solidFill>
                  <a:srgbClr val="3333FF"/>
                </a:solidFill>
                <a:latin typeface="黑体" pitchFamily="49" charset="-122"/>
                <a:ea typeface="黑体" pitchFamily="49" charset="-122"/>
              </a:rPr>
              <a:t>（一）社会进步与人的发展</a:t>
            </a:r>
            <a:endParaRPr lang="en-US" altLang="zh-CN" dirty="0" smtClean="0">
              <a:solidFill>
                <a:srgbClr val="3333FF"/>
              </a:solidFill>
              <a:latin typeface="黑体" pitchFamily="49" charset="-122"/>
              <a:ea typeface="黑体" pitchFamily="49" charset="-122"/>
            </a:endParaRPr>
          </a:p>
          <a:p>
            <a:pPr eaLnBrk="1" hangingPunct="1">
              <a:lnSpc>
                <a:spcPct val="125000"/>
              </a:lnSpc>
              <a:spcBef>
                <a:spcPct val="20000"/>
              </a:spcBef>
            </a:pPr>
            <a:r>
              <a:rPr lang="zh-CN" altLang="en-US" dirty="0" smtClean="0">
                <a:solidFill>
                  <a:srgbClr val="3333FF"/>
                </a:solidFill>
                <a:latin typeface="黑体" pitchFamily="49" charset="-122"/>
                <a:ea typeface="黑体" pitchFamily="49" charset="-122"/>
              </a:rPr>
              <a:t>社会进步的两种表现：</a:t>
            </a:r>
            <a:r>
              <a:rPr lang="en-US" altLang="zh-CN" dirty="0" smtClean="0">
                <a:solidFill>
                  <a:srgbClr val="3333FF"/>
                </a:solidFill>
                <a:latin typeface="黑体" pitchFamily="49" charset="-122"/>
                <a:ea typeface="黑体" pitchFamily="49" charset="-122"/>
              </a:rPr>
              <a:t>1.</a:t>
            </a:r>
            <a:r>
              <a:rPr lang="zh-CN" altLang="en-US" dirty="0" smtClean="0">
                <a:solidFill>
                  <a:srgbClr val="3333FF"/>
                </a:solidFill>
                <a:latin typeface="黑体" pitchFamily="49" charset="-122"/>
                <a:ea typeface="黑体" pitchFamily="49" charset="-122"/>
              </a:rPr>
              <a:t>社会形态从低级到高级的发展；</a:t>
            </a:r>
            <a:r>
              <a:rPr lang="en-US" altLang="zh-CN" dirty="0" smtClean="0">
                <a:solidFill>
                  <a:srgbClr val="3333FF"/>
                </a:solidFill>
                <a:latin typeface="黑体" pitchFamily="49" charset="-122"/>
                <a:ea typeface="黑体" pitchFamily="49" charset="-122"/>
              </a:rPr>
              <a:t>2.</a:t>
            </a:r>
            <a:r>
              <a:rPr lang="zh-CN" altLang="en-US" dirty="0" smtClean="0">
                <a:solidFill>
                  <a:srgbClr val="3333FF"/>
                </a:solidFill>
                <a:latin typeface="黑体" pitchFamily="49" charset="-122"/>
                <a:ea typeface="黑体" pitchFamily="49" charset="-122"/>
              </a:rPr>
              <a:t>同一社会形态内部的发展。</a:t>
            </a:r>
            <a:endParaRPr lang="en-US" altLang="zh-CN" dirty="0" smtClean="0">
              <a:solidFill>
                <a:srgbClr val="3333FF"/>
              </a:solidFill>
              <a:latin typeface="黑体" pitchFamily="49" charset="-122"/>
              <a:ea typeface="黑体" pitchFamily="49" charset="-122"/>
            </a:endParaRPr>
          </a:p>
          <a:p>
            <a:pPr eaLnBrk="1" hangingPunct="1">
              <a:lnSpc>
                <a:spcPct val="125000"/>
              </a:lnSpc>
              <a:spcBef>
                <a:spcPct val="20000"/>
              </a:spcBef>
            </a:pPr>
            <a:r>
              <a:rPr lang="zh-CN" altLang="en-US" dirty="0" smtClean="0">
                <a:solidFill>
                  <a:srgbClr val="3333FF"/>
                </a:solidFill>
                <a:latin typeface="黑体" pitchFamily="49" charset="-122"/>
                <a:ea typeface="黑体" pitchFamily="49" charset="-122"/>
              </a:rPr>
              <a:t>人</a:t>
            </a:r>
            <a:r>
              <a:rPr lang="zh-CN" altLang="en-US" dirty="0" smtClean="0">
                <a:solidFill>
                  <a:srgbClr val="3333FF"/>
                </a:solidFill>
                <a:latin typeface="黑体" pitchFamily="49" charset="-122"/>
                <a:ea typeface="黑体" pitchFamily="49" charset="-122"/>
              </a:rPr>
              <a:t>的发展的定义及三个阶段：</a:t>
            </a:r>
            <a:r>
              <a:rPr lang="en-US" altLang="zh-CN" dirty="0" smtClean="0">
                <a:solidFill>
                  <a:srgbClr val="3333FF"/>
                </a:solidFill>
                <a:latin typeface="黑体" pitchFamily="49" charset="-122"/>
                <a:ea typeface="黑体" pitchFamily="49" charset="-122"/>
              </a:rPr>
              <a:t>1.</a:t>
            </a:r>
            <a:r>
              <a:rPr lang="zh-CN" altLang="en-US" dirty="0" smtClean="0">
                <a:solidFill>
                  <a:srgbClr val="3333FF"/>
                </a:solidFill>
                <a:latin typeface="黑体" pitchFamily="49" charset="-122"/>
                <a:ea typeface="黑体" pitchFamily="49" charset="-122"/>
              </a:rPr>
              <a:t>人的依赖关系占统治地位的阶段；</a:t>
            </a:r>
            <a:r>
              <a:rPr lang="en-US" altLang="zh-CN" dirty="0" smtClean="0">
                <a:solidFill>
                  <a:srgbClr val="3333FF"/>
                </a:solidFill>
                <a:latin typeface="黑体" pitchFamily="49" charset="-122"/>
                <a:ea typeface="黑体" pitchFamily="49" charset="-122"/>
              </a:rPr>
              <a:t>2.</a:t>
            </a:r>
            <a:r>
              <a:rPr lang="zh-CN" altLang="en-US" dirty="0" smtClean="0">
                <a:solidFill>
                  <a:srgbClr val="3333FF"/>
                </a:solidFill>
                <a:latin typeface="黑体" pitchFamily="49" charset="-122"/>
                <a:ea typeface="黑体" pitchFamily="49" charset="-122"/>
              </a:rPr>
              <a:t>以物的依赖关系为基础的人的独立性的阶段；</a:t>
            </a:r>
            <a:r>
              <a:rPr lang="en-US" altLang="zh-CN" dirty="0" smtClean="0">
                <a:solidFill>
                  <a:srgbClr val="3333FF"/>
                </a:solidFill>
                <a:latin typeface="黑体" pitchFamily="49" charset="-122"/>
                <a:ea typeface="黑体" pitchFamily="49" charset="-122"/>
              </a:rPr>
              <a:t>3.</a:t>
            </a:r>
            <a:r>
              <a:rPr lang="zh-CN" altLang="en-US" dirty="0" smtClean="0">
                <a:solidFill>
                  <a:srgbClr val="3333FF"/>
                </a:solidFill>
                <a:latin typeface="黑体" pitchFamily="49" charset="-122"/>
                <a:ea typeface="黑体" pitchFamily="49" charset="-122"/>
              </a:rPr>
              <a:t>自由个性的阶段。</a:t>
            </a:r>
            <a:endParaRPr lang="en-US" altLang="zh-CN" dirty="0" smtClean="0">
              <a:solidFill>
                <a:srgbClr val="3333FF"/>
              </a:solidFill>
              <a:latin typeface="黑体" pitchFamily="49" charset="-122"/>
              <a:ea typeface="黑体" pitchFamily="49" charset="-122"/>
            </a:endParaRPr>
          </a:p>
          <a:p>
            <a:pPr eaLnBrk="1" hangingPunct="1">
              <a:lnSpc>
                <a:spcPct val="125000"/>
              </a:lnSpc>
              <a:spcBef>
                <a:spcPct val="20000"/>
              </a:spcBef>
            </a:pPr>
            <a:r>
              <a:rPr lang="zh-CN" altLang="en-US" dirty="0" smtClean="0">
                <a:solidFill>
                  <a:srgbClr val="3333FF"/>
                </a:solidFill>
                <a:latin typeface="黑体" pitchFamily="49" charset="-122"/>
                <a:ea typeface="黑体" pitchFamily="49" charset="-122"/>
              </a:rPr>
              <a:t>社会</a:t>
            </a:r>
            <a:r>
              <a:rPr lang="zh-CN" altLang="en-US" dirty="0" smtClean="0">
                <a:solidFill>
                  <a:srgbClr val="3333FF"/>
                </a:solidFill>
                <a:latin typeface="黑体" pitchFamily="49" charset="-122"/>
                <a:ea typeface="黑体" pitchFamily="49" charset="-122"/>
              </a:rPr>
              <a:t>进步与人的发展的辩证关系。</a:t>
            </a:r>
            <a:endParaRPr lang="zh-CN" altLang="en-US" dirty="0">
              <a:solidFill>
                <a:srgbClr val="3333FF"/>
              </a:solidFill>
              <a:latin typeface="黑体" pitchFamily="49" charset="-122"/>
              <a:ea typeface="黑体" pitchFamily="49" charset="-122"/>
            </a:endParaRPr>
          </a:p>
        </p:txBody>
      </p:sp>
      <p:pic>
        <p:nvPicPr>
          <p:cNvPr id="63495" name="图片 706572" descr="12122787232"/>
          <p:cNvPicPr>
            <a:picLocks noChangeAspect="1" noChangeArrowheads="1"/>
          </p:cNvPicPr>
          <p:nvPr/>
        </p:nvPicPr>
        <p:blipFill>
          <a:blip r:embed="rId2"/>
          <a:srcRect/>
          <a:stretch>
            <a:fillRect/>
          </a:stretch>
        </p:blipFill>
        <p:spPr bwMode="auto">
          <a:xfrm>
            <a:off x="5929322" y="3891249"/>
            <a:ext cx="2984492" cy="2565110"/>
          </a:xfrm>
          <a:prstGeom prst="rect">
            <a:avLst/>
          </a:prstGeom>
          <a:noFill/>
          <a:ln w="9525">
            <a:noFill/>
            <a:miter lim="800000"/>
            <a:headEnd/>
            <a:tailEnd/>
          </a:ln>
        </p:spPr>
      </p:pic>
      <p:sp>
        <p:nvSpPr>
          <p:cNvPr id="9" name="矩形 704515"/>
          <p:cNvSpPr>
            <a:spLocks noChangeArrowheads="1"/>
          </p:cNvSpPr>
          <p:nvPr/>
        </p:nvSpPr>
        <p:spPr bwMode="auto">
          <a:xfrm>
            <a:off x="428596" y="428604"/>
            <a:ext cx="7300912" cy="630942"/>
          </a:xfrm>
          <a:prstGeom prst="rect">
            <a:avLst/>
          </a:prstGeom>
          <a:solidFill>
            <a:srgbClr val="CCECFF"/>
          </a:solidFill>
          <a:ln w="38100">
            <a:noFill/>
            <a:miter lim="800000"/>
            <a:headEnd/>
            <a:tailEnd/>
          </a:ln>
        </p:spPr>
        <p:txBody>
          <a:bodyPr wrap="square">
            <a:spAutoFit/>
          </a:bodyPr>
          <a:lstStyle/>
          <a:p>
            <a:pPr>
              <a:lnSpc>
                <a:spcPct val="125000"/>
              </a:lnSpc>
              <a:spcBef>
                <a:spcPct val="50000"/>
              </a:spcBef>
            </a:pPr>
            <a:r>
              <a:rPr lang="zh-CN" altLang="en-US" sz="2800" b="1" noProof="1" smtClean="0">
                <a:solidFill>
                  <a:srgbClr val="FF0066"/>
                </a:solidFill>
                <a:latin typeface="幼圆" pitchFamily="49" charset="-122"/>
                <a:ea typeface="幼圆" pitchFamily="49" charset="-122"/>
                <a:sym typeface="+mn-ea"/>
              </a:rPr>
              <a:t>四</a:t>
            </a:r>
            <a:r>
              <a:rPr lang="zh-CN" altLang="en-US" sz="2800" b="1" noProof="1" smtClean="0">
                <a:solidFill>
                  <a:srgbClr val="FF0066"/>
                </a:solidFill>
                <a:latin typeface="幼圆" pitchFamily="49" charset="-122"/>
                <a:ea typeface="幼圆" pitchFamily="49" charset="-122"/>
                <a:sym typeface="+mn-ea"/>
              </a:rPr>
              <a:t>、社会进步与社会形态更替</a:t>
            </a:r>
            <a:endParaRPr lang="zh-CN" altLang="en-US" sz="2800" b="1" noProof="1">
              <a:solidFill>
                <a:srgbClr val="FF0066"/>
              </a:solidFill>
              <a:latin typeface="幼圆" pitchFamily="49" charset="-122"/>
              <a:ea typeface="幼圆" pitchFamily="49" charset="-122"/>
              <a:sym typeface="+mn-ea"/>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矩形 706566"/>
          <p:cNvSpPr>
            <a:spLocks noChangeArrowheads="1"/>
          </p:cNvSpPr>
          <p:nvPr/>
        </p:nvSpPr>
        <p:spPr bwMode="auto">
          <a:xfrm>
            <a:off x="428596" y="5214950"/>
            <a:ext cx="5429288" cy="485775"/>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dirty="0" smtClean="0">
                <a:solidFill>
                  <a:srgbClr val="0000FF"/>
                </a:solidFill>
                <a:latin typeface="黑体" pitchFamily="49" charset="-122"/>
                <a:ea typeface="黑体" pitchFamily="49" charset="-122"/>
              </a:rPr>
              <a:t>（二）文明的多样性及保护文明多样性的意义</a:t>
            </a:r>
            <a:endParaRPr lang="zh-CN" altLang="en-US" sz="2000" dirty="0"/>
          </a:p>
        </p:txBody>
      </p:sp>
      <p:sp>
        <p:nvSpPr>
          <p:cNvPr id="63494" name="矩形 706570"/>
          <p:cNvSpPr>
            <a:spLocks noChangeArrowheads="1"/>
          </p:cNvSpPr>
          <p:nvPr/>
        </p:nvSpPr>
        <p:spPr bwMode="auto">
          <a:xfrm>
            <a:off x="428596" y="1341438"/>
            <a:ext cx="8486804" cy="2801942"/>
          </a:xfrm>
          <a:prstGeom prst="rect">
            <a:avLst/>
          </a:prstGeom>
          <a:solidFill>
            <a:srgbClr val="CCFFFF"/>
          </a:solidFill>
          <a:ln w="9525">
            <a:solidFill>
              <a:srgbClr val="FF3300"/>
            </a:solidFill>
            <a:miter lim="800000"/>
            <a:headEnd/>
            <a:tailEnd/>
          </a:ln>
          <a:effectLst/>
        </p:spPr>
        <p:txBody>
          <a:bodyPr/>
          <a:lstStyle/>
          <a:p>
            <a:pPr eaLnBrk="1" hangingPunct="1">
              <a:lnSpc>
                <a:spcPct val="125000"/>
              </a:lnSpc>
              <a:spcBef>
                <a:spcPct val="20000"/>
              </a:spcBef>
            </a:pPr>
            <a:r>
              <a:rPr lang="zh-CN" altLang="en-US" sz="2000" dirty="0" smtClean="0">
                <a:solidFill>
                  <a:srgbClr val="3333FF"/>
                </a:solidFill>
                <a:latin typeface="黑体" pitchFamily="49" charset="-122"/>
                <a:ea typeface="黑体" pitchFamily="49" charset="-122"/>
              </a:rPr>
              <a:t>（一）文明及其演进</a:t>
            </a:r>
            <a:endParaRPr lang="en-US" altLang="zh-CN" sz="2000" dirty="0" smtClean="0">
              <a:solidFill>
                <a:srgbClr val="3333FF"/>
              </a:solidFill>
              <a:latin typeface="黑体" pitchFamily="49" charset="-122"/>
              <a:ea typeface="黑体" pitchFamily="49" charset="-122"/>
            </a:endParaRPr>
          </a:p>
          <a:p>
            <a:pPr eaLnBrk="1" hangingPunct="1">
              <a:lnSpc>
                <a:spcPct val="125000"/>
              </a:lnSpc>
              <a:spcBef>
                <a:spcPct val="20000"/>
              </a:spcBef>
            </a:pPr>
            <a:r>
              <a:rPr lang="zh-CN" altLang="en-US" sz="2000" dirty="0" smtClean="0">
                <a:solidFill>
                  <a:srgbClr val="3333FF"/>
                </a:solidFill>
                <a:latin typeface="黑体" pitchFamily="49" charset="-122"/>
                <a:ea typeface="黑体" pitchFamily="49" charset="-122"/>
              </a:rPr>
              <a:t>文明的定义：人类创造的所有物质成果、精神成果和制度成果的总和，是标志社会进步程度的范畴，反映了人类社会实践活动的积极成果。</a:t>
            </a:r>
            <a:endParaRPr lang="en-US" altLang="zh-CN" sz="2000" dirty="0" smtClean="0">
              <a:solidFill>
                <a:srgbClr val="3333FF"/>
              </a:solidFill>
              <a:latin typeface="黑体" pitchFamily="49" charset="-122"/>
              <a:ea typeface="黑体" pitchFamily="49" charset="-122"/>
            </a:endParaRPr>
          </a:p>
          <a:p>
            <a:pPr eaLnBrk="1" hangingPunct="1">
              <a:lnSpc>
                <a:spcPct val="125000"/>
              </a:lnSpc>
              <a:spcBef>
                <a:spcPct val="20000"/>
              </a:spcBef>
            </a:pPr>
            <a:r>
              <a:rPr lang="zh-CN" altLang="en-US" sz="2000" dirty="0" smtClean="0">
                <a:solidFill>
                  <a:srgbClr val="3333FF"/>
                </a:solidFill>
                <a:latin typeface="黑体" pitchFamily="49" charset="-122"/>
                <a:ea typeface="黑体" pitchFamily="49" charset="-122"/>
              </a:rPr>
              <a:t>人</a:t>
            </a:r>
            <a:r>
              <a:rPr lang="zh-CN" altLang="en-US" sz="2000" dirty="0" smtClean="0">
                <a:solidFill>
                  <a:srgbClr val="3333FF"/>
                </a:solidFill>
                <a:latin typeface="黑体" pitchFamily="49" charset="-122"/>
                <a:ea typeface="黑体" pitchFamily="49" charset="-122"/>
              </a:rPr>
              <a:t>类社会发展的过程也是人类文明发展进步的过程，社会形态的更替，从一定意义上说也是文明形态的更替。</a:t>
            </a:r>
            <a:endParaRPr lang="en-US" altLang="zh-CN" sz="2000" dirty="0" smtClean="0">
              <a:solidFill>
                <a:srgbClr val="3333FF"/>
              </a:solidFill>
              <a:latin typeface="黑体" pitchFamily="49" charset="-122"/>
              <a:ea typeface="黑体" pitchFamily="49" charset="-122"/>
            </a:endParaRPr>
          </a:p>
          <a:p>
            <a:pPr eaLnBrk="1" hangingPunct="1">
              <a:lnSpc>
                <a:spcPct val="125000"/>
              </a:lnSpc>
              <a:spcBef>
                <a:spcPct val="20000"/>
              </a:spcBef>
            </a:pPr>
            <a:r>
              <a:rPr lang="zh-CN" altLang="en-US" sz="2000" dirty="0" smtClean="0">
                <a:solidFill>
                  <a:srgbClr val="3333FF"/>
                </a:solidFill>
                <a:latin typeface="黑体" pitchFamily="49" charset="-122"/>
                <a:ea typeface="黑体" pitchFamily="49" charset="-122"/>
              </a:rPr>
              <a:t>中国特色社会主义创造了人类文明新形态，具有世界历史意义。</a:t>
            </a:r>
            <a:endParaRPr lang="en-US" altLang="zh-CN" sz="2000" dirty="0" smtClean="0">
              <a:solidFill>
                <a:srgbClr val="3333FF"/>
              </a:solidFill>
              <a:latin typeface="黑体" pitchFamily="49" charset="-122"/>
              <a:ea typeface="黑体" pitchFamily="49" charset="-122"/>
            </a:endParaRPr>
          </a:p>
        </p:txBody>
      </p:sp>
      <p:sp>
        <p:nvSpPr>
          <p:cNvPr id="9" name="矩形 704515"/>
          <p:cNvSpPr>
            <a:spLocks noChangeArrowheads="1"/>
          </p:cNvSpPr>
          <p:nvPr/>
        </p:nvSpPr>
        <p:spPr bwMode="auto">
          <a:xfrm>
            <a:off x="428596" y="428604"/>
            <a:ext cx="7300912" cy="556884"/>
          </a:xfrm>
          <a:prstGeom prst="rect">
            <a:avLst/>
          </a:prstGeom>
          <a:solidFill>
            <a:srgbClr val="CCECFF"/>
          </a:solidFill>
          <a:ln w="38100">
            <a:noFill/>
            <a:miter lim="800000"/>
            <a:headEnd/>
            <a:tailEnd/>
          </a:ln>
        </p:spPr>
        <p:txBody>
          <a:bodyPr wrap="square">
            <a:spAutoFit/>
          </a:bodyPr>
          <a:lstStyle/>
          <a:p>
            <a:pPr>
              <a:lnSpc>
                <a:spcPct val="125000"/>
              </a:lnSpc>
              <a:spcBef>
                <a:spcPct val="50000"/>
              </a:spcBef>
            </a:pPr>
            <a:r>
              <a:rPr lang="zh-CN" altLang="en-US" sz="2800" b="1" noProof="1" smtClean="0">
                <a:solidFill>
                  <a:srgbClr val="FF0066"/>
                </a:solidFill>
                <a:latin typeface="幼圆" pitchFamily="49" charset="-122"/>
                <a:ea typeface="幼圆" pitchFamily="49" charset="-122"/>
                <a:sym typeface="+mn-ea"/>
              </a:rPr>
              <a:t>五</a:t>
            </a:r>
            <a:r>
              <a:rPr lang="zh-CN" altLang="en-US" sz="2800" b="1" noProof="1" smtClean="0">
                <a:solidFill>
                  <a:srgbClr val="FF0066"/>
                </a:solidFill>
                <a:latin typeface="幼圆" pitchFamily="49" charset="-122"/>
                <a:ea typeface="幼圆" pitchFamily="49" charset="-122"/>
                <a:sym typeface="+mn-ea"/>
              </a:rPr>
              <a:t>、文明及其多样性</a:t>
            </a:r>
            <a:endParaRPr lang="zh-CN" altLang="en-US" sz="2800" b="1" noProof="1">
              <a:solidFill>
                <a:srgbClr val="FF0066"/>
              </a:solidFill>
              <a:latin typeface="幼圆" pitchFamily="49" charset="-122"/>
              <a:ea typeface="幼圆" pitchFamily="49" charset="-122"/>
              <a:sym typeface="+mn-e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矩形 806913"/>
          <p:cNvSpPr>
            <a:spLocks noChangeArrowheads="1" noChangeShapeType="1" noTextEdit="1"/>
          </p:cNvSpPr>
          <p:nvPr/>
        </p:nvSpPr>
        <p:spPr bwMode="auto">
          <a:xfrm>
            <a:off x="857224" y="1714488"/>
            <a:ext cx="7273925" cy="1296987"/>
          </a:xfrm>
          <a:prstGeom prst="rect">
            <a:avLst/>
          </a:prstGeom>
        </p:spPr>
        <p:txBody>
          <a:bodyPr wrap="none" fromWordArt="1">
            <a:prstTxWarp prst="textDeflate">
              <a:avLst>
                <a:gd name="adj" fmla="val 26259"/>
              </a:avLst>
            </a:prstTxWarp>
          </a:bodyPr>
          <a:lstStyle/>
          <a:p>
            <a:pPr algn="ctr"/>
            <a:r>
              <a:rPr lang="zh-CN" altLang="en-US" sz="5400" kern="10" dirty="0">
                <a:ln w="0">
                  <a:solidFill>
                    <a:srgbClr val="000080"/>
                  </a:solidFill>
                  <a:round/>
                  <a:headEnd/>
                  <a:tailEnd/>
                </a:ln>
                <a:solidFill>
                  <a:srgbClr val="FF0000"/>
                </a:solidFill>
                <a:latin typeface="华文隶书"/>
                <a:ea typeface="华文隶书"/>
              </a:rPr>
              <a:t>第二节 社会历史发展的动力</a:t>
            </a:r>
          </a:p>
        </p:txBody>
      </p:sp>
      <p:sp>
        <p:nvSpPr>
          <p:cNvPr id="2" name="矩形 806915"/>
          <p:cNvSpPr/>
          <p:nvPr/>
        </p:nvSpPr>
        <p:spPr>
          <a:xfrm>
            <a:off x="1000100" y="3571876"/>
            <a:ext cx="6991350" cy="2000264"/>
          </a:xfrm>
          <a:prstGeom prst="rect">
            <a:avLst/>
          </a:prstGeom>
          <a:solidFill>
            <a:schemeClr val="accent3">
              <a:lumMod val="95000"/>
            </a:schemeClr>
          </a:solidFill>
          <a:ln w="9525">
            <a:noFill/>
          </a:ln>
        </p:spPr>
        <p:txBody>
          <a:bodyPr wrap="square">
            <a:spAutoFit/>
          </a:bodyPr>
          <a:lstStyle/>
          <a:p>
            <a:pPr eaLnBrk="1" hangingPunct="1">
              <a:lnSpc>
                <a:spcPct val="125000"/>
              </a:lnSpc>
              <a:buFont typeface="Arial" panose="020B0604020202020204" pitchFamily="34" charset="0"/>
              <a:buNone/>
              <a:defRPr/>
            </a:pPr>
            <a:r>
              <a:rPr lang="zh-CN" altLang="en-US" sz="2400" b="1" noProof="1">
                <a:solidFill>
                  <a:srgbClr val="FF0000"/>
                </a:solidFill>
                <a:latin typeface="黑体" panose="02010609060101010101" pitchFamily="49" charset="-122"/>
                <a:ea typeface="黑体" panose="02010609060101010101" pitchFamily="49" charset="-122"/>
              </a:rPr>
              <a:t>一、社会基本矛盾在历史发展中的作用</a:t>
            </a:r>
          </a:p>
          <a:p>
            <a:pPr eaLnBrk="1" hangingPunct="1">
              <a:lnSpc>
                <a:spcPct val="125000"/>
              </a:lnSpc>
              <a:buFont typeface="Arial" panose="020B0604020202020204" pitchFamily="34" charset="0"/>
              <a:buNone/>
              <a:defRPr/>
            </a:pPr>
            <a:r>
              <a:rPr lang="zh-CN" altLang="en-US" sz="2400" b="1" noProof="1">
                <a:solidFill>
                  <a:srgbClr val="FF0000"/>
                </a:solidFill>
                <a:latin typeface="黑体" panose="02010609060101010101" pitchFamily="49" charset="-122"/>
                <a:ea typeface="黑体" panose="02010609060101010101" pitchFamily="49" charset="-122"/>
              </a:rPr>
              <a:t>二、</a:t>
            </a:r>
            <a:r>
              <a:rPr lang="zh-CN" altLang="en-US" sz="2400" b="1" noProof="1" smtClean="0">
                <a:solidFill>
                  <a:srgbClr val="FF0000"/>
                </a:solidFill>
                <a:latin typeface="黑体" panose="02010609060101010101" pitchFamily="49" charset="-122"/>
                <a:ea typeface="黑体" panose="02010609060101010101" pitchFamily="49" charset="-122"/>
              </a:rPr>
              <a:t>阶级斗争、社会</a:t>
            </a:r>
            <a:r>
              <a:rPr lang="zh-CN" altLang="en-US" sz="2400" b="1" noProof="1">
                <a:solidFill>
                  <a:srgbClr val="FF0000"/>
                </a:solidFill>
                <a:latin typeface="黑体" panose="02010609060101010101" pitchFamily="49" charset="-122"/>
                <a:ea typeface="黑体" panose="02010609060101010101" pitchFamily="49" charset="-122"/>
              </a:rPr>
              <a:t>革命</a:t>
            </a:r>
            <a:r>
              <a:rPr lang="zh-CN" altLang="en-US" sz="2400" b="1" noProof="1" smtClean="0">
                <a:solidFill>
                  <a:srgbClr val="FF0000"/>
                </a:solidFill>
                <a:latin typeface="黑体" panose="02010609060101010101" pitchFamily="49" charset="-122"/>
                <a:ea typeface="黑体" panose="02010609060101010101" pitchFamily="49" charset="-122"/>
              </a:rPr>
              <a:t>在社会</a:t>
            </a:r>
            <a:r>
              <a:rPr lang="zh-CN" altLang="en-US" sz="2400" b="1" noProof="1">
                <a:solidFill>
                  <a:srgbClr val="FF0000"/>
                </a:solidFill>
                <a:latin typeface="黑体" panose="02010609060101010101" pitchFamily="49" charset="-122"/>
                <a:ea typeface="黑体" panose="02010609060101010101" pitchFamily="49" charset="-122"/>
              </a:rPr>
              <a:t>发展中的作用</a:t>
            </a:r>
          </a:p>
          <a:p>
            <a:pPr eaLnBrk="1" hangingPunct="1">
              <a:lnSpc>
                <a:spcPct val="125000"/>
              </a:lnSpc>
              <a:buFont typeface="Arial" panose="020B0604020202020204" pitchFamily="34" charset="0"/>
              <a:buNone/>
              <a:defRPr/>
            </a:pPr>
            <a:r>
              <a:rPr lang="zh-CN" altLang="en-US" sz="2400" b="1" noProof="1">
                <a:solidFill>
                  <a:srgbClr val="FF0000"/>
                </a:solidFill>
                <a:latin typeface="黑体" panose="02010609060101010101" pitchFamily="49" charset="-122"/>
                <a:ea typeface="黑体" panose="02010609060101010101" pitchFamily="49" charset="-122"/>
              </a:rPr>
              <a:t>三</a:t>
            </a:r>
            <a:r>
              <a:rPr lang="zh-CN" altLang="en-US" sz="2400" b="1" noProof="1" smtClean="0">
                <a:solidFill>
                  <a:srgbClr val="FF0000"/>
                </a:solidFill>
                <a:latin typeface="黑体" panose="02010609060101010101" pitchFamily="49" charset="-122"/>
                <a:ea typeface="黑体" panose="02010609060101010101" pitchFamily="49" charset="-122"/>
              </a:rPr>
              <a:t>、</a:t>
            </a:r>
            <a:r>
              <a:rPr lang="zh-CN" altLang="en-US" sz="2400" b="1" noProof="1" smtClean="0">
                <a:solidFill>
                  <a:srgbClr val="FF0000"/>
                </a:solidFill>
                <a:latin typeface="黑体" panose="02010609060101010101" pitchFamily="49" charset="-122"/>
                <a:ea typeface="黑体" panose="02010609060101010101" pitchFamily="49" charset="-122"/>
              </a:rPr>
              <a:t>科学技术</a:t>
            </a:r>
            <a:r>
              <a:rPr lang="zh-CN" altLang="en-US" sz="2400" b="1" noProof="1" smtClean="0">
                <a:solidFill>
                  <a:srgbClr val="FF0000"/>
                </a:solidFill>
                <a:latin typeface="黑体" panose="02010609060101010101" pitchFamily="49" charset="-122"/>
                <a:ea typeface="黑体" panose="02010609060101010101" pitchFamily="49" charset="-122"/>
              </a:rPr>
              <a:t>在</a:t>
            </a:r>
            <a:r>
              <a:rPr lang="zh-CN" altLang="en-US" sz="2400" b="1" noProof="1">
                <a:solidFill>
                  <a:srgbClr val="FF0000"/>
                </a:solidFill>
                <a:latin typeface="黑体" panose="02010609060101010101" pitchFamily="49" charset="-122"/>
                <a:ea typeface="黑体" panose="02010609060101010101" pitchFamily="49" charset="-122"/>
              </a:rPr>
              <a:t>社会发展中的作用</a:t>
            </a:r>
          </a:p>
          <a:p>
            <a:pPr eaLnBrk="1" hangingPunct="1">
              <a:lnSpc>
                <a:spcPct val="125000"/>
              </a:lnSpc>
              <a:buFont typeface="Arial" panose="020B0604020202020204" pitchFamily="34" charset="0"/>
              <a:buNone/>
              <a:defRPr/>
            </a:pPr>
            <a:r>
              <a:rPr lang="zh-CN" altLang="en-US" sz="2400" b="1" noProof="1">
                <a:solidFill>
                  <a:srgbClr val="FF0000"/>
                </a:solidFill>
                <a:latin typeface="黑体" panose="02010609060101010101" pitchFamily="49" charset="-122"/>
                <a:ea typeface="黑体" panose="02010609060101010101" pitchFamily="49" charset="-122"/>
              </a:rPr>
              <a:t>四</a:t>
            </a:r>
            <a:r>
              <a:rPr lang="zh-CN" altLang="en-US" sz="2400" b="1" noProof="1" smtClean="0">
                <a:solidFill>
                  <a:srgbClr val="FF0000"/>
                </a:solidFill>
                <a:latin typeface="黑体" panose="02010609060101010101" pitchFamily="49" charset="-122"/>
                <a:ea typeface="黑体" panose="02010609060101010101" pitchFamily="49" charset="-122"/>
              </a:rPr>
              <a:t>、文化在</a:t>
            </a:r>
            <a:r>
              <a:rPr lang="zh-CN" altLang="en-US" sz="2400" b="1" noProof="1">
                <a:solidFill>
                  <a:srgbClr val="FF0000"/>
                </a:solidFill>
                <a:latin typeface="黑体" panose="02010609060101010101" pitchFamily="49" charset="-122"/>
                <a:ea typeface="黑体" panose="02010609060101010101" pitchFamily="49" charset="-122"/>
              </a:rPr>
              <a:t>社会发展中的作用</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879620"/>
          <p:cNvGrpSpPr>
            <a:grpSpLocks/>
          </p:cNvGrpSpPr>
          <p:nvPr/>
        </p:nvGrpSpPr>
        <p:grpSpPr bwMode="auto">
          <a:xfrm>
            <a:off x="304800" y="765175"/>
            <a:ext cx="8588376" cy="5407025"/>
            <a:chOff x="249" y="754"/>
            <a:chExt cx="5171" cy="3038"/>
          </a:xfrm>
        </p:grpSpPr>
        <p:sp>
          <p:nvSpPr>
            <p:cNvPr id="78851" name="矩形 879621"/>
            <p:cNvSpPr>
              <a:spLocks noChangeArrowheads="1" noChangeShapeType="1" noTextEdit="1"/>
            </p:cNvSpPr>
            <p:nvPr/>
          </p:nvSpPr>
          <p:spPr bwMode="auto">
            <a:xfrm>
              <a:off x="2381" y="2976"/>
              <a:ext cx="3039" cy="453"/>
            </a:xfrm>
            <a:prstGeom prst="rect">
              <a:avLst/>
            </a:prstGeom>
          </p:spPr>
          <p:txBody>
            <a:bodyPr wrap="none" fromWordArt="1">
              <a:prstTxWarp prst="textDeflate">
                <a:avLst>
                  <a:gd name="adj" fmla="val 26259"/>
                </a:avLst>
              </a:prstTxWarp>
            </a:bodyPr>
            <a:lstStyle/>
            <a:p>
              <a:pPr algn="ctr"/>
              <a:r>
                <a:rPr lang="zh-CN" altLang="en-US" sz="5400" kern="10" dirty="0">
                  <a:ln w="0">
                    <a:solidFill>
                      <a:srgbClr val="000080"/>
                    </a:solidFill>
                    <a:round/>
                    <a:headEnd/>
                    <a:tailEnd/>
                  </a:ln>
                  <a:solidFill>
                    <a:srgbClr val="FF0000"/>
                  </a:solidFill>
                  <a:latin typeface="华文隶书"/>
                  <a:ea typeface="华文隶书"/>
                </a:rPr>
                <a:t>“社会历史发展动力”逻辑框架</a:t>
              </a:r>
            </a:p>
          </p:txBody>
        </p:sp>
        <p:sp>
          <p:nvSpPr>
            <p:cNvPr id="78852" name="矩形 879622"/>
            <p:cNvSpPr>
              <a:spLocks noChangeArrowheads="1"/>
            </p:cNvSpPr>
            <p:nvPr/>
          </p:nvSpPr>
          <p:spPr bwMode="auto">
            <a:xfrm>
              <a:off x="385" y="754"/>
              <a:ext cx="1452" cy="362"/>
            </a:xfrm>
            <a:prstGeom prst="rect">
              <a:avLst/>
            </a:prstGeom>
            <a:solidFill>
              <a:schemeClr val="tx2">
                <a:lumMod val="20000"/>
                <a:lumOff val="80000"/>
              </a:schemeClr>
            </a:solidFill>
            <a:ln w="9525">
              <a:solidFill>
                <a:schemeClr val="tx1"/>
              </a:solidFill>
              <a:miter lim="800000"/>
              <a:headEnd/>
              <a:tailEnd/>
            </a:ln>
          </p:spPr>
          <p:txBody>
            <a:bodyPr wrap="none" anchor="ctr"/>
            <a:lstStyle/>
            <a:p>
              <a:pPr algn="ctr" eaLnBrk="1" hangingPunct="1"/>
              <a:r>
                <a:rPr lang="zh-CN" altLang="en-US" sz="2000" b="1">
                  <a:latin typeface="楷体" pitchFamily="49" charset="-122"/>
                  <a:ea typeface="楷体" pitchFamily="49" charset="-122"/>
                </a:rPr>
                <a:t>社会发展根本动力</a:t>
              </a:r>
            </a:p>
          </p:txBody>
        </p:sp>
        <p:sp>
          <p:nvSpPr>
            <p:cNvPr id="78853" name="椭圆 879623"/>
            <p:cNvSpPr>
              <a:spLocks noChangeArrowheads="1"/>
            </p:cNvSpPr>
            <p:nvPr/>
          </p:nvSpPr>
          <p:spPr bwMode="auto">
            <a:xfrm>
              <a:off x="249" y="1752"/>
              <a:ext cx="1678" cy="408"/>
            </a:xfrm>
            <a:prstGeom prst="ellipse">
              <a:avLst/>
            </a:prstGeom>
            <a:solidFill>
              <a:srgbClr val="FF6600"/>
            </a:solidFill>
            <a:ln w="9525">
              <a:round/>
              <a:headEnd/>
              <a:tailEnd/>
            </a:ln>
            <a:scene3d>
              <a:camera prst="legacyObliqueTopLeft"/>
              <a:lightRig rig="legacyFlat3" dir="t"/>
            </a:scene3d>
            <a:sp3d extrusionH="430200" prstMaterial="legacyMatte">
              <a:bevelT w="13500" h="13500" prst="angle"/>
              <a:bevelB w="13500" h="13500" prst="angle"/>
              <a:extrusionClr>
                <a:srgbClr val="FF6600"/>
              </a:extrusionClr>
            </a:sp3d>
          </p:spPr>
          <p:txBody>
            <a:bodyPr wrap="none" anchor="ctr">
              <a:flatTx/>
            </a:bodyPr>
            <a:lstStyle/>
            <a:p>
              <a:pPr algn="ctr" eaLnBrk="1" hangingPunct="1"/>
              <a:r>
                <a:rPr lang="zh-CN" altLang="en-US" sz="2400" b="1">
                  <a:solidFill>
                    <a:schemeClr val="bg1"/>
                  </a:solidFill>
                  <a:ea typeface="幼圆" pitchFamily="49" charset="-122"/>
                </a:rPr>
                <a:t>社会基本矛盾</a:t>
              </a:r>
              <a:endParaRPr lang="zh-CN" altLang="en-US" sz="2400" b="1">
                <a:solidFill>
                  <a:schemeClr val="bg1"/>
                </a:solidFill>
              </a:endParaRPr>
            </a:p>
          </p:txBody>
        </p:sp>
        <p:sp>
          <p:nvSpPr>
            <p:cNvPr id="78854" name="直接连接符 879624"/>
            <p:cNvSpPr>
              <a:spLocks noChangeShapeType="1"/>
            </p:cNvSpPr>
            <p:nvPr/>
          </p:nvSpPr>
          <p:spPr bwMode="auto">
            <a:xfrm>
              <a:off x="1111" y="1117"/>
              <a:ext cx="0" cy="635"/>
            </a:xfrm>
            <a:prstGeom prst="line">
              <a:avLst/>
            </a:prstGeom>
            <a:noFill/>
            <a:ln w="38100">
              <a:solidFill>
                <a:schemeClr val="tx1"/>
              </a:solidFill>
              <a:round/>
              <a:headEnd/>
              <a:tailEnd type="triangle" w="med" len="med"/>
            </a:ln>
          </p:spPr>
          <p:txBody>
            <a:bodyPr/>
            <a:lstStyle/>
            <a:p>
              <a:endParaRPr lang="zh-CN" altLang="en-US"/>
            </a:p>
          </p:txBody>
        </p:sp>
        <p:sp>
          <p:nvSpPr>
            <p:cNvPr id="78855" name="矩形 879625"/>
            <p:cNvSpPr>
              <a:spLocks noChangeArrowheads="1"/>
            </p:cNvSpPr>
            <p:nvPr/>
          </p:nvSpPr>
          <p:spPr bwMode="auto">
            <a:xfrm>
              <a:off x="3061" y="754"/>
              <a:ext cx="1452" cy="362"/>
            </a:xfrm>
            <a:prstGeom prst="rect">
              <a:avLst/>
            </a:prstGeom>
            <a:solidFill>
              <a:schemeClr val="tx2">
                <a:lumMod val="20000"/>
                <a:lumOff val="80000"/>
              </a:schemeClr>
            </a:solidFill>
            <a:ln w="9525">
              <a:solidFill>
                <a:schemeClr val="tx1"/>
              </a:solidFill>
              <a:miter lim="800000"/>
              <a:headEnd/>
              <a:tailEnd/>
            </a:ln>
          </p:spPr>
          <p:txBody>
            <a:bodyPr wrap="none" anchor="ctr"/>
            <a:lstStyle/>
            <a:p>
              <a:pPr algn="ctr" eaLnBrk="1" hangingPunct="1"/>
              <a:r>
                <a:rPr lang="zh-CN" altLang="en-US" sz="2000" b="1" dirty="0">
                  <a:latin typeface="楷体" pitchFamily="49" charset="-122"/>
                  <a:ea typeface="楷体" pitchFamily="49" charset="-122"/>
                </a:rPr>
                <a:t>社会发展直接动力</a:t>
              </a:r>
            </a:p>
          </p:txBody>
        </p:sp>
        <p:sp>
          <p:nvSpPr>
            <p:cNvPr id="78856" name="直接连接符 879626"/>
            <p:cNvSpPr>
              <a:spLocks noChangeShapeType="1"/>
            </p:cNvSpPr>
            <p:nvPr/>
          </p:nvSpPr>
          <p:spPr bwMode="auto">
            <a:xfrm>
              <a:off x="1837" y="935"/>
              <a:ext cx="1224" cy="0"/>
            </a:xfrm>
            <a:prstGeom prst="line">
              <a:avLst/>
            </a:prstGeom>
            <a:noFill/>
            <a:ln w="57150">
              <a:solidFill>
                <a:srgbClr val="FF0000"/>
              </a:solidFill>
              <a:round/>
              <a:headEnd/>
              <a:tailEnd type="triangle" w="med" len="med"/>
            </a:ln>
          </p:spPr>
          <p:txBody>
            <a:bodyPr/>
            <a:lstStyle/>
            <a:p>
              <a:endParaRPr lang="zh-CN" altLang="en-US"/>
            </a:p>
          </p:txBody>
        </p:sp>
        <p:sp>
          <p:nvSpPr>
            <p:cNvPr id="78857" name="椭圆 879627"/>
            <p:cNvSpPr>
              <a:spLocks noChangeArrowheads="1"/>
            </p:cNvSpPr>
            <p:nvPr/>
          </p:nvSpPr>
          <p:spPr bwMode="auto">
            <a:xfrm>
              <a:off x="2880" y="1525"/>
              <a:ext cx="409" cy="1360"/>
            </a:xfrm>
            <a:prstGeom prst="ellipse">
              <a:avLst/>
            </a:prstGeom>
            <a:solidFill>
              <a:srgbClr val="FFFF00"/>
            </a:solidFill>
            <a:ln w="9525">
              <a:solidFill>
                <a:schemeClr val="tx1"/>
              </a:solidFill>
              <a:round/>
              <a:headEnd/>
              <a:tailEnd/>
            </a:ln>
          </p:spPr>
          <p:txBody>
            <a:bodyPr vert="eaVert" wrap="none" anchor="ctr"/>
            <a:lstStyle/>
            <a:p>
              <a:pPr algn="ctr" eaLnBrk="1" hangingPunct="1"/>
              <a:r>
                <a:rPr lang="zh-CN" altLang="en-US" sz="2000">
                  <a:solidFill>
                    <a:srgbClr val="3333FF"/>
                  </a:solidFill>
                  <a:ea typeface="幼圆" pitchFamily="49" charset="-122"/>
                </a:rPr>
                <a:t>阶级斗争</a:t>
              </a:r>
              <a:endParaRPr lang="zh-CN" altLang="en-US">
                <a:solidFill>
                  <a:srgbClr val="3333FF"/>
                </a:solidFill>
              </a:endParaRPr>
            </a:p>
          </p:txBody>
        </p:sp>
        <p:sp>
          <p:nvSpPr>
            <p:cNvPr id="78858" name="椭圆 879628"/>
            <p:cNvSpPr>
              <a:spLocks noChangeArrowheads="1"/>
            </p:cNvSpPr>
            <p:nvPr/>
          </p:nvSpPr>
          <p:spPr bwMode="auto">
            <a:xfrm>
              <a:off x="3334" y="1525"/>
              <a:ext cx="409" cy="1360"/>
            </a:xfrm>
            <a:prstGeom prst="ellipse">
              <a:avLst/>
            </a:prstGeom>
            <a:solidFill>
              <a:srgbClr val="FFFF00"/>
            </a:solidFill>
            <a:ln w="9525">
              <a:solidFill>
                <a:schemeClr val="tx1"/>
              </a:solidFill>
              <a:round/>
              <a:headEnd/>
              <a:tailEnd/>
            </a:ln>
          </p:spPr>
          <p:txBody>
            <a:bodyPr vert="eaVert" wrap="none" anchor="ctr"/>
            <a:lstStyle/>
            <a:p>
              <a:pPr algn="ctr" eaLnBrk="1" hangingPunct="1"/>
              <a:r>
                <a:rPr lang="zh-CN" altLang="en-US" sz="2000" dirty="0">
                  <a:solidFill>
                    <a:srgbClr val="3333FF"/>
                  </a:solidFill>
                  <a:ea typeface="幼圆" pitchFamily="49" charset="-122"/>
                </a:rPr>
                <a:t>社会革命</a:t>
              </a:r>
              <a:endParaRPr lang="zh-CN" altLang="en-US" dirty="0">
                <a:solidFill>
                  <a:srgbClr val="3333FF"/>
                </a:solidFill>
              </a:endParaRPr>
            </a:p>
          </p:txBody>
        </p:sp>
        <p:sp>
          <p:nvSpPr>
            <p:cNvPr id="78859" name="椭圆 879629"/>
            <p:cNvSpPr>
              <a:spLocks noChangeArrowheads="1"/>
            </p:cNvSpPr>
            <p:nvPr/>
          </p:nvSpPr>
          <p:spPr bwMode="auto">
            <a:xfrm>
              <a:off x="3787" y="1525"/>
              <a:ext cx="364" cy="1360"/>
            </a:xfrm>
            <a:prstGeom prst="ellipse">
              <a:avLst/>
            </a:prstGeom>
            <a:solidFill>
              <a:srgbClr val="FFFF00"/>
            </a:solidFill>
            <a:ln w="9525">
              <a:solidFill>
                <a:schemeClr val="tx1"/>
              </a:solidFill>
              <a:round/>
              <a:headEnd/>
              <a:tailEnd/>
            </a:ln>
          </p:spPr>
          <p:txBody>
            <a:bodyPr vert="eaVert" wrap="none" anchor="ctr"/>
            <a:lstStyle/>
            <a:p>
              <a:pPr algn="ctr" eaLnBrk="1" hangingPunct="1"/>
              <a:r>
                <a:rPr lang="zh-CN" altLang="en-US" sz="2000">
                  <a:solidFill>
                    <a:srgbClr val="3333FF"/>
                  </a:solidFill>
                  <a:ea typeface="幼圆" pitchFamily="49" charset="-122"/>
                </a:rPr>
                <a:t>改      革</a:t>
              </a:r>
              <a:endParaRPr lang="zh-CN" altLang="en-US">
                <a:solidFill>
                  <a:srgbClr val="3333FF"/>
                </a:solidFill>
              </a:endParaRPr>
            </a:p>
          </p:txBody>
        </p:sp>
        <p:sp>
          <p:nvSpPr>
            <p:cNvPr id="78860" name="椭圆 879630"/>
            <p:cNvSpPr>
              <a:spLocks noChangeArrowheads="1"/>
            </p:cNvSpPr>
            <p:nvPr/>
          </p:nvSpPr>
          <p:spPr bwMode="auto">
            <a:xfrm>
              <a:off x="4195" y="1525"/>
              <a:ext cx="409" cy="1360"/>
            </a:xfrm>
            <a:prstGeom prst="ellipse">
              <a:avLst/>
            </a:prstGeom>
            <a:solidFill>
              <a:srgbClr val="FFFF00"/>
            </a:solidFill>
            <a:ln w="9525">
              <a:solidFill>
                <a:schemeClr val="tx1"/>
              </a:solidFill>
              <a:round/>
              <a:headEnd/>
              <a:tailEnd/>
            </a:ln>
          </p:spPr>
          <p:txBody>
            <a:bodyPr vert="eaVert" wrap="none" anchor="ctr"/>
            <a:lstStyle/>
            <a:p>
              <a:pPr algn="ctr" eaLnBrk="1" hangingPunct="1"/>
              <a:r>
                <a:rPr lang="zh-CN" altLang="en-US" sz="2000">
                  <a:solidFill>
                    <a:srgbClr val="3333FF"/>
                  </a:solidFill>
                  <a:ea typeface="幼圆" pitchFamily="49" charset="-122"/>
                </a:rPr>
                <a:t>科学技术</a:t>
              </a:r>
              <a:endParaRPr lang="zh-CN" altLang="en-US">
                <a:solidFill>
                  <a:srgbClr val="3333FF"/>
                </a:solidFill>
              </a:endParaRPr>
            </a:p>
          </p:txBody>
        </p:sp>
        <p:sp>
          <p:nvSpPr>
            <p:cNvPr id="78861" name="椭圆 879631"/>
            <p:cNvSpPr>
              <a:spLocks noChangeArrowheads="1"/>
            </p:cNvSpPr>
            <p:nvPr/>
          </p:nvSpPr>
          <p:spPr bwMode="auto">
            <a:xfrm>
              <a:off x="431" y="2432"/>
              <a:ext cx="409" cy="1360"/>
            </a:xfrm>
            <a:prstGeom prst="ellipse">
              <a:avLst/>
            </a:prstGeom>
            <a:solidFill>
              <a:schemeClr val="accent6">
                <a:lumMod val="40000"/>
                <a:lumOff val="60000"/>
              </a:schemeClr>
            </a:solidFill>
            <a:ln w="9525">
              <a:solidFill>
                <a:schemeClr val="tx1"/>
              </a:solidFill>
              <a:round/>
              <a:headEnd/>
              <a:tailEnd/>
            </a:ln>
          </p:spPr>
          <p:txBody>
            <a:bodyPr vert="eaVert" wrap="none" anchor="ctr"/>
            <a:lstStyle/>
            <a:p>
              <a:pPr algn="ctr" eaLnBrk="1" hangingPunct="1"/>
              <a:r>
                <a:rPr lang="zh-CN" altLang="en-US">
                  <a:solidFill>
                    <a:srgbClr val="3333FF"/>
                  </a:solidFill>
                  <a:ea typeface="幼圆" pitchFamily="49" charset="-122"/>
                </a:rPr>
                <a:t>生产力与生产关系</a:t>
              </a:r>
            </a:p>
          </p:txBody>
        </p:sp>
        <p:sp>
          <p:nvSpPr>
            <p:cNvPr id="78862" name="椭圆 879632"/>
            <p:cNvSpPr>
              <a:spLocks noChangeArrowheads="1"/>
            </p:cNvSpPr>
            <p:nvPr/>
          </p:nvSpPr>
          <p:spPr bwMode="auto">
            <a:xfrm>
              <a:off x="1429" y="2432"/>
              <a:ext cx="409" cy="1360"/>
            </a:xfrm>
            <a:prstGeom prst="ellipse">
              <a:avLst/>
            </a:prstGeom>
            <a:solidFill>
              <a:schemeClr val="accent6">
                <a:lumMod val="40000"/>
                <a:lumOff val="60000"/>
              </a:schemeClr>
            </a:solidFill>
            <a:ln w="9525">
              <a:solidFill>
                <a:schemeClr val="tx1"/>
              </a:solidFill>
              <a:round/>
              <a:headEnd/>
              <a:tailEnd/>
            </a:ln>
          </p:spPr>
          <p:txBody>
            <a:bodyPr vert="eaVert" wrap="none" anchor="ctr"/>
            <a:lstStyle/>
            <a:p>
              <a:pPr algn="ctr" eaLnBrk="1" hangingPunct="1"/>
              <a:r>
                <a:rPr lang="zh-CN" altLang="en-US">
                  <a:solidFill>
                    <a:srgbClr val="3333FF"/>
                  </a:solidFill>
                </a:rPr>
                <a:t>经济基础与上层建筑</a:t>
              </a:r>
            </a:p>
          </p:txBody>
        </p:sp>
        <p:sp>
          <p:nvSpPr>
            <p:cNvPr id="78863" name="直接连接符 879633"/>
            <p:cNvSpPr>
              <a:spLocks noChangeShapeType="1"/>
            </p:cNvSpPr>
            <p:nvPr/>
          </p:nvSpPr>
          <p:spPr bwMode="auto">
            <a:xfrm>
              <a:off x="3107" y="1117"/>
              <a:ext cx="0" cy="408"/>
            </a:xfrm>
            <a:prstGeom prst="line">
              <a:avLst/>
            </a:prstGeom>
            <a:noFill/>
            <a:ln w="38100">
              <a:solidFill>
                <a:schemeClr val="tx1"/>
              </a:solidFill>
              <a:round/>
              <a:headEnd/>
              <a:tailEnd type="triangle" w="med" len="med"/>
            </a:ln>
          </p:spPr>
          <p:txBody>
            <a:bodyPr/>
            <a:lstStyle/>
            <a:p>
              <a:endParaRPr lang="zh-CN" altLang="en-US"/>
            </a:p>
          </p:txBody>
        </p:sp>
        <p:sp>
          <p:nvSpPr>
            <p:cNvPr id="78864" name="直接连接符 879634"/>
            <p:cNvSpPr>
              <a:spLocks noChangeShapeType="1"/>
            </p:cNvSpPr>
            <p:nvPr/>
          </p:nvSpPr>
          <p:spPr bwMode="auto">
            <a:xfrm>
              <a:off x="3515" y="1117"/>
              <a:ext cx="0" cy="408"/>
            </a:xfrm>
            <a:prstGeom prst="line">
              <a:avLst/>
            </a:prstGeom>
            <a:noFill/>
            <a:ln w="38100">
              <a:solidFill>
                <a:schemeClr val="tx1"/>
              </a:solidFill>
              <a:round/>
              <a:headEnd/>
              <a:tailEnd type="triangle" w="med" len="med"/>
            </a:ln>
          </p:spPr>
          <p:txBody>
            <a:bodyPr/>
            <a:lstStyle/>
            <a:p>
              <a:endParaRPr lang="zh-CN" altLang="en-US"/>
            </a:p>
          </p:txBody>
        </p:sp>
        <p:sp>
          <p:nvSpPr>
            <p:cNvPr id="78865" name="直接连接符 879635"/>
            <p:cNvSpPr>
              <a:spLocks noChangeShapeType="1"/>
            </p:cNvSpPr>
            <p:nvPr/>
          </p:nvSpPr>
          <p:spPr bwMode="auto">
            <a:xfrm>
              <a:off x="3969" y="1117"/>
              <a:ext cx="0" cy="408"/>
            </a:xfrm>
            <a:prstGeom prst="line">
              <a:avLst/>
            </a:prstGeom>
            <a:noFill/>
            <a:ln w="38100">
              <a:solidFill>
                <a:schemeClr val="tx1"/>
              </a:solidFill>
              <a:round/>
              <a:headEnd/>
              <a:tailEnd type="triangle" w="med" len="med"/>
            </a:ln>
          </p:spPr>
          <p:txBody>
            <a:bodyPr/>
            <a:lstStyle/>
            <a:p>
              <a:endParaRPr lang="zh-CN" altLang="en-US"/>
            </a:p>
          </p:txBody>
        </p:sp>
        <p:sp>
          <p:nvSpPr>
            <p:cNvPr id="78866" name="直接连接符 879636"/>
            <p:cNvSpPr>
              <a:spLocks noChangeShapeType="1"/>
            </p:cNvSpPr>
            <p:nvPr/>
          </p:nvSpPr>
          <p:spPr bwMode="auto">
            <a:xfrm flipH="1">
              <a:off x="4377" y="1117"/>
              <a:ext cx="0" cy="408"/>
            </a:xfrm>
            <a:prstGeom prst="line">
              <a:avLst/>
            </a:prstGeom>
            <a:noFill/>
            <a:ln w="38100">
              <a:solidFill>
                <a:schemeClr val="tx1"/>
              </a:solidFill>
              <a:round/>
              <a:headEnd/>
              <a:tailEnd type="triangle" w="med" len="med"/>
            </a:ln>
          </p:spPr>
          <p:txBody>
            <a:bodyPr/>
            <a:lstStyle/>
            <a:p>
              <a:endParaRPr lang="zh-CN" altLang="en-US"/>
            </a:p>
          </p:txBody>
        </p:sp>
        <p:sp>
          <p:nvSpPr>
            <p:cNvPr id="78867" name="直接连接符 879637"/>
            <p:cNvSpPr>
              <a:spLocks noChangeShapeType="1"/>
            </p:cNvSpPr>
            <p:nvPr/>
          </p:nvSpPr>
          <p:spPr bwMode="auto">
            <a:xfrm>
              <a:off x="612" y="2115"/>
              <a:ext cx="0" cy="317"/>
            </a:xfrm>
            <a:prstGeom prst="line">
              <a:avLst/>
            </a:prstGeom>
            <a:noFill/>
            <a:ln w="38100">
              <a:solidFill>
                <a:schemeClr val="tx1"/>
              </a:solidFill>
              <a:round/>
              <a:headEnd/>
              <a:tailEnd type="triangle" w="med" len="med"/>
            </a:ln>
          </p:spPr>
          <p:txBody>
            <a:bodyPr/>
            <a:lstStyle/>
            <a:p>
              <a:endParaRPr lang="zh-CN" altLang="en-US"/>
            </a:p>
          </p:txBody>
        </p:sp>
        <p:sp>
          <p:nvSpPr>
            <p:cNvPr id="78868" name="直接连接符 879638"/>
            <p:cNvSpPr>
              <a:spLocks noChangeShapeType="1"/>
            </p:cNvSpPr>
            <p:nvPr/>
          </p:nvSpPr>
          <p:spPr bwMode="auto">
            <a:xfrm>
              <a:off x="1610" y="2115"/>
              <a:ext cx="0" cy="317"/>
            </a:xfrm>
            <a:prstGeom prst="line">
              <a:avLst/>
            </a:prstGeom>
            <a:noFill/>
            <a:ln w="38100">
              <a:solidFill>
                <a:schemeClr val="tx1"/>
              </a:solidFill>
              <a:round/>
              <a:headEnd/>
              <a:tailEnd type="triangle" w="med" len="med"/>
            </a:ln>
          </p:spPr>
          <p:txBody>
            <a:bodyPr/>
            <a:lstStyle/>
            <a:p>
              <a:endParaRPr lang="zh-CN" altLang="en-US"/>
            </a:p>
          </p:txBody>
        </p:sp>
        <p:sp>
          <p:nvSpPr>
            <p:cNvPr id="78869" name="直接连接符 879639"/>
            <p:cNvSpPr>
              <a:spLocks noChangeShapeType="1"/>
            </p:cNvSpPr>
            <p:nvPr/>
          </p:nvSpPr>
          <p:spPr bwMode="auto">
            <a:xfrm>
              <a:off x="1973" y="1933"/>
              <a:ext cx="862" cy="0"/>
            </a:xfrm>
            <a:prstGeom prst="line">
              <a:avLst/>
            </a:prstGeom>
            <a:noFill/>
            <a:ln w="57150">
              <a:solidFill>
                <a:srgbClr val="FF0000"/>
              </a:solidFill>
              <a:prstDash val="dash"/>
              <a:round/>
              <a:headEnd/>
              <a:tailEnd type="triangle" w="med" len="med"/>
            </a:ln>
          </p:spPr>
          <p:txBody>
            <a:bodyPr/>
            <a:lstStyle/>
            <a:p>
              <a:endParaRPr lang="zh-CN" altLang="en-US"/>
            </a:p>
          </p:txBody>
        </p:sp>
      </p:gr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矩形 808961"/>
          <p:cNvSpPr>
            <a:spLocks noChangeArrowheads="1"/>
          </p:cNvSpPr>
          <p:nvPr/>
        </p:nvSpPr>
        <p:spPr bwMode="auto">
          <a:xfrm>
            <a:off x="323850" y="404813"/>
            <a:ext cx="6516688" cy="630237"/>
          </a:xfrm>
          <a:prstGeom prst="rect">
            <a:avLst/>
          </a:prstGeom>
          <a:solidFill>
            <a:srgbClr val="CCECFF"/>
          </a:solidFill>
          <a:ln w="38100">
            <a:noFill/>
            <a:miter lim="800000"/>
            <a:headEnd/>
            <a:tailEnd/>
          </a:ln>
        </p:spPr>
        <p:txBody>
          <a:bodyPr>
            <a:spAutoFit/>
          </a:bodyPr>
          <a:lstStyle/>
          <a:p>
            <a:pPr>
              <a:lnSpc>
                <a:spcPct val="125000"/>
              </a:lnSpc>
              <a:spcBef>
                <a:spcPct val="50000"/>
              </a:spcBef>
            </a:pPr>
            <a:r>
              <a:rPr lang="zh-CN" altLang="en-US" sz="2800" b="1" noProof="1">
                <a:solidFill>
                  <a:srgbClr val="FF0066"/>
                </a:solidFill>
                <a:latin typeface="幼圆" pitchFamily="49" charset="-122"/>
                <a:ea typeface="幼圆" pitchFamily="49" charset="-122"/>
                <a:sym typeface="+mn-ea"/>
              </a:rPr>
              <a:t>一、社会基本矛盾在历史发展中的作用</a:t>
            </a:r>
          </a:p>
        </p:txBody>
      </p:sp>
      <p:sp>
        <p:nvSpPr>
          <p:cNvPr id="80899" name="矩形 808962"/>
          <p:cNvSpPr>
            <a:spLocks noChangeArrowheads="1"/>
          </p:cNvSpPr>
          <p:nvPr/>
        </p:nvSpPr>
        <p:spPr bwMode="auto">
          <a:xfrm>
            <a:off x="468313" y="2565400"/>
            <a:ext cx="4248150" cy="861774"/>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000" b="1" dirty="0" smtClean="0">
                <a:solidFill>
                  <a:srgbClr val="0000FF"/>
                </a:solidFill>
                <a:latin typeface="黑体" pitchFamily="49" charset="-122"/>
                <a:ea typeface="黑体" pitchFamily="49" charset="-122"/>
              </a:rPr>
              <a:t>生产力</a:t>
            </a:r>
            <a:r>
              <a:rPr lang="zh-CN" altLang="en-US" sz="2000" b="1" dirty="0">
                <a:solidFill>
                  <a:srgbClr val="0000FF"/>
                </a:solidFill>
                <a:latin typeface="黑体" pitchFamily="49" charset="-122"/>
                <a:ea typeface="黑体" pitchFamily="49" charset="-122"/>
              </a:rPr>
              <a:t>和生产关系、经济基础和上层建筑的矛盾是社会基本矛盾</a:t>
            </a:r>
            <a:endParaRPr lang="zh-CN" altLang="en-US" sz="2000" b="1" dirty="0"/>
          </a:p>
        </p:txBody>
      </p:sp>
      <p:sp>
        <p:nvSpPr>
          <p:cNvPr id="80901" name="矩形 808965"/>
          <p:cNvSpPr>
            <a:spLocks noChangeArrowheads="1"/>
          </p:cNvSpPr>
          <p:nvPr/>
        </p:nvSpPr>
        <p:spPr bwMode="auto">
          <a:xfrm>
            <a:off x="323850" y="1196974"/>
            <a:ext cx="8564563" cy="946141"/>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en-US" altLang="zh-CN" sz="2400" dirty="0">
                <a:solidFill>
                  <a:srgbClr val="3333FF"/>
                </a:solidFill>
                <a:latin typeface="幼圆" pitchFamily="49" charset="-122"/>
                <a:ea typeface="幼圆" pitchFamily="49" charset="-122"/>
              </a:rPr>
              <a:t>   </a:t>
            </a:r>
            <a:r>
              <a:rPr lang="zh-CN" altLang="en-US" sz="2400" b="1" dirty="0">
                <a:solidFill>
                  <a:srgbClr val="3333FF"/>
                </a:solidFill>
                <a:latin typeface="楷体" pitchFamily="49" charset="-122"/>
                <a:ea typeface="楷体" pitchFamily="49" charset="-122"/>
              </a:rPr>
              <a:t>唯物史观透过历史的表象，进一步探寻并发现了社会历史深处的“精神动力”背后的“</a:t>
            </a:r>
            <a:r>
              <a:rPr lang="zh-CN" altLang="en-US" sz="2400" b="1" dirty="0">
                <a:solidFill>
                  <a:srgbClr val="FF0000"/>
                </a:solidFill>
                <a:latin typeface="楷体" pitchFamily="49" charset="-122"/>
                <a:ea typeface="楷体" pitchFamily="49" charset="-122"/>
              </a:rPr>
              <a:t>动力的动力</a:t>
            </a:r>
            <a:r>
              <a:rPr lang="zh-CN" altLang="en-US" sz="2400" b="1" dirty="0">
                <a:solidFill>
                  <a:srgbClr val="3333FF"/>
                </a:solidFill>
                <a:latin typeface="楷体" pitchFamily="49" charset="-122"/>
                <a:ea typeface="楷体" pitchFamily="49" charset="-122"/>
              </a:rPr>
              <a:t>”。</a:t>
            </a:r>
          </a:p>
        </p:txBody>
      </p:sp>
      <p:sp>
        <p:nvSpPr>
          <p:cNvPr id="8" name="文本框 809985"/>
          <p:cNvSpPr txBox="1">
            <a:spLocks noChangeArrowheads="1"/>
          </p:cNvSpPr>
          <p:nvPr/>
        </p:nvSpPr>
        <p:spPr bwMode="auto">
          <a:xfrm>
            <a:off x="4929190" y="2285992"/>
            <a:ext cx="3816350" cy="1630362"/>
          </a:xfrm>
          <a:prstGeom prst="rect">
            <a:avLst/>
          </a:prstGeom>
          <a:solidFill>
            <a:srgbClr val="FFFF99"/>
          </a:solidFill>
          <a:ln w="38100">
            <a:solidFill>
              <a:srgbClr val="FF3300"/>
            </a:solidFill>
            <a:miter lim="800000"/>
            <a:headEnd/>
            <a:tailEnd/>
          </a:ln>
        </p:spPr>
        <p:txBody>
          <a:bodyPr>
            <a:spAutoFit/>
          </a:bodyPr>
          <a:lstStyle/>
          <a:p>
            <a:pPr eaLnBrk="1" hangingPunct="1">
              <a:lnSpc>
                <a:spcPct val="125000"/>
              </a:lnSpc>
            </a:pPr>
            <a:r>
              <a:rPr lang="en-US" altLang="zh-CN" sz="2000" b="1" dirty="0">
                <a:solidFill>
                  <a:srgbClr val="3333FF"/>
                </a:solidFill>
                <a:latin typeface="华文行楷" pitchFamily="2" charset="-122"/>
                <a:ea typeface="华文行楷" pitchFamily="2" charset="-122"/>
              </a:rPr>
              <a:t>      </a:t>
            </a:r>
            <a:r>
              <a:rPr lang="zh-CN" altLang="en-US" sz="2000" b="1" dirty="0">
                <a:solidFill>
                  <a:srgbClr val="3333FF"/>
                </a:solidFill>
                <a:latin typeface="楷体" pitchFamily="49" charset="-122"/>
                <a:ea typeface="楷体" pitchFamily="49" charset="-122"/>
              </a:rPr>
              <a:t>贯穿社会发展过程始终，规定社会发展过程的基本性质和基本趋势，并对社会历史发展起根本的推动作用的矛盾。</a:t>
            </a:r>
          </a:p>
        </p:txBody>
      </p:sp>
      <p:pic>
        <p:nvPicPr>
          <p:cNvPr id="9" name="图片 809992"/>
          <p:cNvPicPr>
            <a:picLocks noChangeAspect="1" noChangeArrowheads="1"/>
          </p:cNvPicPr>
          <p:nvPr/>
        </p:nvPicPr>
        <p:blipFill>
          <a:blip r:embed="rId2"/>
          <a:srcRect/>
          <a:stretch>
            <a:fillRect/>
          </a:stretch>
        </p:blipFill>
        <p:spPr bwMode="auto">
          <a:xfrm>
            <a:off x="714348" y="4429132"/>
            <a:ext cx="7848600" cy="8826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812033"/>
          <p:cNvSpPr>
            <a:spLocks noChangeArrowheads="1"/>
          </p:cNvSpPr>
          <p:nvPr/>
        </p:nvSpPr>
        <p:spPr bwMode="auto">
          <a:xfrm>
            <a:off x="357158" y="1785926"/>
            <a:ext cx="8497887" cy="1000132"/>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zh-CN" altLang="en-US" sz="2400" b="1" dirty="0" smtClean="0">
                <a:solidFill>
                  <a:srgbClr val="990000"/>
                </a:solidFill>
                <a:latin typeface="楷体" pitchFamily="49" charset="-122"/>
                <a:ea typeface="楷体" pitchFamily="49" charset="-122"/>
              </a:rPr>
              <a:t>首先，生产力</a:t>
            </a:r>
            <a:r>
              <a:rPr lang="zh-CN" altLang="en-US" sz="2400" b="1" dirty="0">
                <a:solidFill>
                  <a:srgbClr val="990000"/>
                </a:solidFill>
                <a:latin typeface="楷体" pitchFamily="49" charset="-122"/>
                <a:ea typeface="楷体" pitchFamily="49" charset="-122"/>
              </a:rPr>
              <a:t>是社会基本矛盾中最基本的动力因素，是人类社会发展和进步的最终决定力量。</a:t>
            </a:r>
          </a:p>
        </p:txBody>
      </p:sp>
      <p:sp>
        <p:nvSpPr>
          <p:cNvPr id="83973" name="矩形 812036"/>
          <p:cNvSpPr>
            <a:spLocks noChangeArrowheads="1"/>
          </p:cNvSpPr>
          <p:nvPr/>
        </p:nvSpPr>
        <p:spPr bwMode="auto">
          <a:xfrm>
            <a:off x="357158" y="2928934"/>
            <a:ext cx="8501122" cy="1428760"/>
          </a:xfrm>
          <a:prstGeom prst="rect">
            <a:avLst/>
          </a:prstGeom>
          <a:solidFill>
            <a:srgbClr val="FFFF99"/>
          </a:solidFill>
          <a:ln w="9525">
            <a:solidFill>
              <a:srgbClr val="FF9900"/>
            </a:solidFill>
            <a:miter lim="800000"/>
            <a:headEnd/>
            <a:tailEnd/>
          </a:ln>
        </p:spPr>
        <p:txBody>
          <a:bodyPr/>
          <a:lstStyle/>
          <a:p>
            <a:pPr eaLnBrk="1" hangingPunct="1">
              <a:lnSpc>
                <a:spcPct val="125000"/>
              </a:lnSpc>
              <a:spcBef>
                <a:spcPct val="20000"/>
              </a:spcBef>
            </a:pPr>
            <a:r>
              <a:rPr lang="en-US" altLang="zh-CN" sz="2400" dirty="0">
                <a:solidFill>
                  <a:srgbClr val="663300"/>
                </a:solidFill>
              </a:rPr>
              <a:t>    </a:t>
            </a:r>
            <a:r>
              <a:rPr lang="zh-CN" altLang="en-US" sz="2200" b="1" dirty="0">
                <a:solidFill>
                  <a:srgbClr val="3333FF"/>
                </a:solidFill>
                <a:latin typeface="幼圆" pitchFamily="49" charset="-122"/>
                <a:ea typeface="幼圆" pitchFamily="49" charset="-122"/>
              </a:rPr>
              <a:t>生产力是社会存在和发展的物质基础，是不能任意选择的物质力量和历史活动的</a:t>
            </a:r>
            <a:r>
              <a:rPr lang="zh-CN" altLang="en-US" sz="2200" b="1" dirty="0" smtClean="0">
                <a:solidFill>
                  <a:srgbClr val="3333FF"/>
                </a:solidFill>
                <a:latin typeface="幼圆" pitchFamily="49" charset="-122"/>
                <a:ea typeface="幼圆" pitchFamily="49" charset="-122"/>
              </a:rPr>
              <a:t>前提。          </a:t>
            </a:r>
            <a:endParaRPr lang="zh-CN" altLang="en-US" sz="2200" b="1" dirty="0">
              <a:solidFill>
                <a:srgbClr val="3333FF"/>
              </a:solidFill>
              <a:latin typeface="幼圆" pitchFamily="49" charset="-122"/>
              <a:ea typeface="幼圆" pitchFamily="49" charset="-122"/>
            </a:endParaRPr>
          </a:p>
          <a:p>
            <a:pPr eaLnBrk="1" hangingPunct="1">
              <a:lnSpc>
                <a:spcPct val="125000"/>
              </a:lnSpc>
            </a:pPr>
            <a:r>
              <a:rPr lang="zh-CN" altLang="en-US" sz="2200" b="1" dirty="0">
                <a:solidFill>
                  <a:srgbClr val="3333FF"/>
                </a:solidFill>
                <a:latin typeface="幼圆" pitchFamily="49" charset="-122"/>
                <a:ea typeface="幼圆" pitchFamily="49" charset="-122"/>
              </a:rPr>
              <a:t>   生产力是社会进步的根本内容，是衡量社会进步的根本</a:t>
            </a:r>
            <a:r>
              <a:rPr lang="zh-CN" altLang="en-US" sz="2200" b="1" dirty="0" smtClean="0">
                <a:solidFill>
                  <a:srgbClr val="3333FF"/>
                </a:solidFill>
                <a:latin typeface="幼圆" pitchFamily="49" charset="-122"/>
                <a:ea typeface="幼圆" pitchFamily="49" charset="-122"/>
              </a:rPr>
              <a:t>尺度。</a:t>
            </a:r>
            <a:endParaRPr lang="zh-CN" altLang="en-US" sz="2200" b="1" dirty="0">
              <a:solidFill>
                <a:srgbClr val="3333FF"/>
              </a:solidFill>
            </a:endParaRPr>
          </a:p>
        </p:txBody>
      </p:sp>
      <p:sp>
        <p:nvSpPr>
          <p:cNvPr id="7" name="矩形 811009"/>
          <p:cNvSpPr>
            <a:spLocks noChangeArrowheads="1"/>
          </p:cNvSpPr>
          <p:nvPr/>
        </p:nvSpPr>
        <p:spPr bwMode="auto">
          <a:xfrm>
            <a:off x="357158" y="214290"/>
            <a:ext cx="6391290" cy="553998"/>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400" dirty="0" smtClean="0">
                <a:solidFill>
                  <a:srgbClr val="0000FF"/>
                </a:solidFill>
                <a:latin typeface="黑体" pitchFamily="49" charset="-122"/>
                <a:ea typeface="黑体" pitchFamily="49" charset="-122"/>
              </a:rPr>
              <a:t>（一）</a:t>
            </a:r>
            <a:r>
              <a:rPr lang="zh-CN" altLang="en-US" sz="2400" dirty="0">
                <a:solidFill>
                  <a:srgbClr val="0000FF"/>
                </a:solidFill>
                <a:latin typeface="黑体" pitchFamily="49" charset="-122"/>
                <a:ea typeface="黑体" pitchFamily="49" charset="-122"/>
              </a:rPr>
              <a:t>社会</a:t>
            </a:r>
            <a:r>
              <a:rPr lang="zh-CN" altLang="en-US" sz="2400" dirty="0" smtClean="0">
                <a:solidFill>
                  <a:srgbClr val="0000FF"/>
                </a:solidFill>
                <a:latin typeface="黑体" pitchFamily="49" charset="-122"/>
                <a:ea typeface="黑体" pitchFamily="49" charset="-122"/>
              </a:rPr>
              <a:t>基本矛盾是历史发展的根本动力</a:t>
            </a:r>
            <a:endParaRPr lang="zh-CN" altLang="en-US" sz="2400" dirty="0">
              <a:solidFill>
                <a:srgbClr val="0000FF"/>
              </a:solidFill>
              <a:latin typeface="黑体" pitchFamily="49" charset="-122"/>
              <a:ea typeface="黑体" pitchFamily="49" charset="-122"/>
            </a:endParaRPr>
          </a:p>
        </p:txBody>
      </p:sp>
      <p:sp>
        <p:nvSpPr>
          <p:cNvPr id="8" name="矩形 811010"/>
          <p:cNvSpPr>
            <a:spLocks noChangeArrowheads="1"/>
          </p:cNvSpPr>
          <p:nvPr/>
        </p:nvSpPr>
        <p:spPr bwMode="auto">
          <a:xfrm>
            <a:off x="357158" y="857232"/>
            <a:ext cx="8501122" cy="857256"/>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en-US" altLang="zh-CN" sz="2000" dirty="0">
                <a:solidFill>
                  <a:srgbClr val="3333FF"/>
                </a:solidFill>
                <a:latin typeface="幼圆" pitchFamily="49" charset="-122"/>
                <a:ea typeface="幼圆" pitchFamily="49" charset="-122"/>
              </a:rPr>
              <a:t> </a:t>
            </a:r>
            <a:r>
              <a:rPr lang="zh-CN" altLang="en-US" sz="2200" b="1" dirty="0">
                <a:solidFill>
                  <a:srgbClr val="3333FF"/>
                </a:solidFill>
                <a:latin typeface="楷体" pitchFamily="49" charset="-122"/>
                <a:ea typeface="楷体" pitchFamily="49" charset="-122"/>
              </a:rPr>
              <a:t>社会基本矛盾是社会发展的根本动力，它在社会发展中的作用主要表现在：</a:t>
            </a:r>
          </a:p>
        </p:txBody>
      </p:sp>
      <p:sp>
        <p:nvSpPr>
          <p:cNvPr id="9" name="矩形 813057"/>
          <p:cNvSpPr>
            <a:spLocks noChangeArrowheads="1"/>
          </p:cNvSpPr>
          <p:nvPr/>
        </p:nvSpPr>
        <p:spPr bwMode="auto">
          <a:xfrm>
            <a:off x="357158" y="4500570"/>
            <a:ext cx="8501122" cy="1000132"/>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zh-CN" altLang="en-US" sz="2400" b="1" dirty="0" smtClean="0">
                <a:solidFill>
                  <a:srgbClr val="990000"/>
                </a:solidFill>
                <a:latin typeface="楷体" pitchFamily="49" charset="-122"/>
                <a:ea typeface="楷体" pitchFamily="49" charset="-122"/>
              </a:rPr>
              <a:t>其次，社会</a:t>
            </a:r>
            <a:r>
              <a:rPr lang="zh-CN" altLang="en-US" sz="2400" b="1" dirty="0">
                <a:solidFill>
                  <a:srgbClr val="990000"/>
                </a:solidFill>
                <a:latin typeface="楷体" pitchFamily="49" charset="-122"/>
                <a:ea typeface="楷体" pitchFamily="49" charset="-122"/>
              </a:rPr>
              <a:t>基本矛盾特别是生产力生产关系的矛盾，决定着社会中</a:t>
            </a:r>
            <a:r>
              <a:rPr lang="zh-CN" altLang="en-US" sz="2400" b="1" dirty="0" smtClean="0">
                <a:solidFill>
                  <a:srgbClr val="990000"/>
                </a:solidFill>
                <a:latin typeface="楷体" pitchFamily="49" charset="-122"/>
                <a:ea typeface="楷体" pitchFamily="49" charset="-122"/>
              </a:rPr>
              <a:t>其他矛盾</a:t>
            </a:r>
            <a:r>
              <a:rPr lang="zh-CN" altLang="en-US" sz="2400" b="1" dirty="0">
                <a:solidFill>
                  <a:srgbClr val="990000"/>
                </a:solidFill>
                <a:latin typeface="楷体" pitchFamily="49" charset="-122"/>
                <a:ea typeface="楷体" pitchFamily="49" charset="-122"/>
              </a:rPr>
              <a:t>的存在和发展。</a:t>
            </a:r>
          </a:p>
        </p:txBody>
      </p:sp>
      <p:sp>
        <p:nvSpPr>
          <p:cNvPr id="10" name="矩形 814081"/>
          <p:cNvSpPr>
            <a:spLocks noChangeArrowheads="1"/>
          </p:cNvSpPr>
          <p:nvPr/>
        </p:nvSpPr>
        <p:spPr bwMode="auto">
          <a:xfrm>
            <a:off x="357158" y="5643578"/>
            <a:ext cx="8496300" cy="1000132"/>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zh-CN" altLang="en-US" sz="2400" b="1" dirty="0" smtClean="0">
                <a:solidFill>
                  <a:srgbClr val="990000"/>
                </a:solidFill>
                <a:latin typeface="楷体" pitchFamily="49" charset="-122"/>
                <a:ea typeface="楷体" pitchFamily="49" charset="-122"/>
              </a:rPr>
              <a:t>最后，社会</a:t>
            </a:r>
            <a:r>
              <a:rPr lang="zh-CN" altLang="en-US" sz="2400" b="1" dirty="0">
                <a:solidFill>
                  <a:srgbClr val="990000"/>
                </a:solidFill>
                <a:latin typeface="楷体" pitchFamily="49" charset="-122"/>
                <a:ea typeface="楷体" pitchFamily="49" charset="-122"/>
              </a:rPr>
              <a:t>基本矛盾具有不同的表现形式和解决方式，并从根本上影响和促进社会形态的变化和发展。</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矩形 811009"/>
          <p:cNvSpPr>
            <a:spLocks noChangeArrowheads="1"/>
          </p:cNvSpPr>
          <p:nvPr/>
        </p:nvSpPr>
        <p:spPr bwMode="auto">
          <a:xfrm>
            <a:off x="395288" y="476250"/>
            <a:ext cx="5775325" cy="553998"/>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400" dirty="0" smtClean="0">
                <a:solidFill>
                  <a:srgbClr val="0000FF"/>
                </a:solidFill>
                <a:latin typeface="黑体" pitchFamily="49" charset="-122"/>
                <a:ea typeface="黑体" pitchFamily="49" charset="-122"/>
              </a:rPr>
              <a:t>（二）社会基本矛盾与社会主要矛盾</a:t>
            </a:r>
            <a:endParaRPr lang="zh-CN" altLang="en-US" sz="2400" dirty="0">
              <a:solidFill>
                <a:srgbClr val="0000FF"/>
              </a:solidFill>
              <a:latin typeface="黑体" pitchFamily="49" charset="-122"/>
              <a:ea typeface="黑体" pitchFamily="49" charset="-122"/>
            </a:endParaRPr>
          </a:p>
        </p:txBody>
      </p:sp>
      <p:sp>
        <p:nvSpPr>
          <p:cNvPr id="87043" name="矩形 811010"/>
          <p:cNvSpPr>
            <a:spLocks noChangeArrowheads="1"/>
          </p:cNvSpPr>
          <p:nvPr/>
        </p:nvSpPr>
        <p:spPr bwMode="auto">
          <a:xfrm>
            <a:off x="395288" y="1196975"/>
            <a:ext cx="8139112" cy="936625"/>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en-US" altLang="zh-CN" sz="2400" dirty="0">
                <a:solidFill>
                  <a:srgbClr val="3333FF"/>
                </a:solidFill>
                <a:latin typeface="幼圆" pitchFamily="49" charset="-122"/>
                <a:ea typeface="幼圆" pitchFamily="49" charset="-122"/>
              </a:rPr>
              <a:t> </a:t>
            </a:r>
            <a:r>
              <a:rPr lang="zh-CN" altLang="en-US" sz="2400" b="1" dirty="0">
                <a:solidFill>
                  <a:srgbClr val="3333FF"/>
                </a:solidFill>
                <a:latin typeface="幼圆" pitchFamily="49" charset="-122"/>
                <a:ea typeface="幼圆" pitchFamily="49" charset="-122"/>
              </a:rPr>
              <a:t>社会基本矛盾规定和制约着社会主要矛盾的存在和发展，社会主要矛盾是社会基本矛盾的具体体现。</a:t>
            </a:r>
          </a:p>
        </p:txBody>
      </p:sp>
      <p:sp>
        <p:nvSpPr>
          <p:cNvPr id="2" name="矩形 811020"/>
          <p:cNvSpPr>
            <a:spLocks noChangeArrowheads="1"/>
          </p:cNvSpPr>
          <p:nvPr/>
        </p:nvSpPr>
        <p:spPr bwMode="auto">
          <a:xfrm>
            <a:off x="395288" y="2286000"/>
            <a:ext cx="8139112" cy="914400"/>
          </a:xfrm>
          <a:prstGeom prst="rect">
            <a:avLst/>
          </a:prstGeom>
          <a:solidFill>
            <a:srgbClr val="D9F2AC"/>
          </a:solidFill>
          <a:ln w="9525">
            <a:solidFill>
              <a:srgbClr val="FF9900"/>
            </a:solidFill>
            <a:miter lim="800000"/>
            <a:headEnd/>
            <a:tailEnd/>
          </a:ln>
        </p:spPr>
        <p:txBody>
          <a:bodyPr/>
          <a:lstStyle/>
          <a:p>
            <a:pPr marL="342900" indent="-342900" eaLnBrk="1" hangingPunct="1">
              <a:lnSpc>
                <a:spcPct val="125000"/>
              </a:lnSpc>
              <a:spcBef>
                <a:spcPct val="20000"/>
              </a:spcBef>
              <a:buFont typeface="Arial" panose="020B0604020202020204" pitchFamily="34" charset="0"/>
              <a:buChar char="•"/>
              <a:defRPr/>
            </a:pPr>
            <a:r>
              <a:rPr lang="zh-CN" altLang="en-US" sz="2000" b="1" dirty="0">
                <a:solidFill>
                  <a:srgbClr val="000000"/>
                </a:solidFill>
                <a:latin typeface="楷体" pitchFamily="49" charset="-122"/>
                <a:ea typeface="楷体" pitchFamily="49" charset="-122"/>
              </a:rPr>
              <a:t>在社会发展过程的矛盾系统中，各种矛盾的地位和作用是不平衡的，存在主要矛盾和非主要矛盾的区别。</a:t>
            </a:r>
            <a:endParaRPr lang="en-US" altLang="zh-CN" sz="2000" b="1" dirty="0">
              <a:solidFill>
                <a:srgbClr val="000000"/>
              </a:solidFill>
              <a:latin typeface="楷体" pitchFamily="49" charset="-122"/>
              <a:ea typeface="楷体" pitchFamily="49" charset="-122"/>
            </a:endParaRPr>
          </a:p>
          <a:p>
            <a:pPr eaLnBrk="1" hangingPunct="1">
              <a:lnSpc>
                <a:spcPct val="125000"/>
              </a:lnSpc>
              <a:spcBef>
                <a:spcPct val="20000"/>
              </a:spcBef>
              <a:buFont typeface="Arial" panose="020B0604020202020204" pitchFamily="34" charset="0"/>
              <a:buNone/>
              <a:defRPr/>
            </a:pPr>
            <a:endParaRPr lang="zh-CN" altLang="en-US" sz="2000" dirty="0">
              <a:solidFill>
                <a:srgbClr val="990000"/>
              </a:solidFill>
              <a:latin typeface="楷体" pitchFamily="49" charset="-122"/>
              <a:ea typeface="楷体" pitchFamily="49" charset="-122"/>
            </a:endParaRPr>
          </a:p>
        </p:txBody>
      </p:sp>
      <p:sp>
        <p:nvSpPr>
          <p:cNvPr id="11" name="矩形 811020"/>
          <p:cNvSpPr>
            <a:spLocks noChangeArrowheads="1"/>
          </p:cNvSpPr>
          <p:nvPr/>
        </p:nvSpPr>
        <p:spPr bwMode="auto">
          <a:xfrm>
            <a:off x="392113" y="3429000"/>
            <a:ext cx="8142287" cy="576263"/>
          </a:xfrm>
          <a:prstGeom prst="rect">
            <a:avLst/>
          </a:prstGeom>
          <a:solidFill>
            <a:srgbClr val="D9F2AC"/>
          </a:solidFill>
          <a:ln w="9525">
            <a:solidFill>
              <a:srgbClr val="FF9900"/>
            </a:solidFill>
            <a:miter lim="800000"/>
            <a:headEnd/>
            <a:tailEnd/>
          </a:ln>
        </p:spPr>
        <p:txBody>
          <a:bodyPr/>
          <a:lstStyle/>
          <a:p>
            <a:pPr marL="342900" indent="-342900" eaLnBrk="1" hangingPunct="1">
              <a:lnSpc>
                <a:spcPct val="125000"/>
              </a:lnSpc>
              <a:spcBef>
                <a:spcPct val="20000"/>
              </a:spcBef>
              <a:buFont typeface="Arial" panose="020B0604020202020204" pitchFamily="34" charset="0"/>
              <a:buChar char="•"/>
              <a:defRPr/>
            </a:pPr>
            <a:r>
              <a:rPr lang="zh-CN" altLang="en-US" sz="2000" b="1" dirty="0">
                <a:solidFill>
                  <a:srgbClr val="000000"/>
                </a:solidFill>
                <a:latin typeface="楷体" pitchFamily="49" charset="-122"/>
                <a:ea typeface="楷体" pitchFamily="49" charset="-122"/>
              </a:rPr>
              <a:t>社会主要矛盾不是一成不变的，在一定条件下会发生转化。</a:t>
            </a:r>
            <a:endParaRPr lang="en-US" altLang="zh-CN" sz="2000" b="1" dirty="0">
              <a:solidFill>
                <a:srgbClr val="000000"/>
              </a:solidFill>
              <a:latin typeface="楷体" pitchFamily="49" charset="-122"/>
              <a:ea typeface="楷体" pitchFamily="49" charset="-122"/>
            </a:endParaRPr>
          </a:p>
          <a:p>
            <a:pPr eaLnBrk="1" hangingPunct="1">
              <a:lnSpc>
                <a:spcPct val="125000"/>
              </a:lnSpc>
              <a:spcBef>
                <a:spcPct val="20000"/>
              </a:spcBef>
              <a:buFont typeface="Arial" panose="020B0604020202020204" pitchFamily="34" charset="0"/>
              <a:buNone/>
              <a:defRPr/>
            </a:pPr>
            <a:endParaRPr lang="zh-CN" altLang="en-US" sz="2000" dirty="0">
              <a:solidFill>
                <a:srgbClr val="990000"/>
              </a:solidFill>
              <a:latin typeface="楷体" pitchFamily="49" charset="-122"/>
              <a:ea typeface="楷体" pitchFamily="49" charset="-122"/>
            </a:endParaRPr>
          </a:p>
        </p:txBody>
      </p:sp>
      <p:sp>
        <p:nvSpPr>
          <p:cNvPr id="87047" name="矩形 811020"/>
          <p:cNvSpPr>
            <a:spLocks noChangeArrowheads="1"/>
          </p:cNvSpPr>
          <p:nvPr/>
        </p:nvSpPr>
        <p:spPr bwMode="auto">
          <a:xfrm>
            <a:off x="392113" y="4191000"/>
            <a:ext cx="8142287" cy="914400"/>
          </a:xfrm>
          <a:prstGeom prst="rect">
            <a:avLst/>
          </a:prstGeom>
          <a:solidFill>
            <a:srgbClr val="D9F2AC"/>
          </a:solidFill>
          <a:ln w="9525">
            <a:solidFill>
              <a:srgbClr val="FF9900"/>
            </a:solidFill>
            <a:miter lim="800000"/>
            <a:headEnd/>
            <a:tailEnd/>
          </a:ln>
        </p:spPr>
        <p:txBody>
          <a:bodyPr/>
          <a:lstStyle/>
          <a:p>
            <a:pPr marL="342900" indent="-342900" eaLnBrk="1" hangingPunct="1">
              <a:lnSpc>
                <a:spcPct val="125000"/>
              </a:lnSpc>
              <a:spcBef>
                <a:spcPct val="20000"/>
              </a:spcBef>
              <a:buFontTx/>
              <a:buChar char="•"/>
            </a:pPr>
            <a:r>
              <a:rPr lang="zh-CN" altLang="en-US" sz="2000" b="1" dirty="0">
                <a:solidFill>
                  <a:srgbClr val="000000"/>
                </a:solidFill>
                <a:latin typeface="楷体" pitchFamily="49" charset="-122"/>
                <a:ea typeface="楷体" pitchFamily="49" charset="-122"/>
              </a:rPr>
              <a:t>正确认识和把握社会</a:t>
            </a:r>
            <a:r>
              <a:rPr lang="zh-CN" altLang="en-US" sz="2000" b="1" dirty="0" smtClean="0">
                <a:solidFill>
                  <a:srgbClr val="000000"/>
                </a:solidFill>
                <a:latin typeface="楷体" pitchFamily="49" charset="-122"/>
                <a:ea typeface="楷体" pitchFamily="49" charset="-122"/>
              </a:rPr>
              <a:t>主要矛盾</a:t>
            </a:r>
            <a:r>
              <a:rPr lang="zh-CN" altLang="en-US" sz="2000" b="1" dirty="0">
                <a:solidFill>
                  <a:srgbClr val="000000"/>
                </a:solidFill>
                <a:latin typeface="楷体" pitchFamily="49" charset="-122"/>
                <a:ea typeface="楷体" pitchFamily="49" charset="-122"/>
              </a:rPr>
              <a:t>，是无产阶级政党正确判断形势和确立工作重心的客观依据</a:t>
            </a:r>
            <a:r>
              <a:rPr lang="zh-CN" altLang="en-US" sz="2000" b="1" dirty="0" smtClean="0">
                <a:solidFill>
                  <a:srgbClr val="000000"/>
                </a:solidFill>
                <a:latin typeface="楷体" pitchFamily="49" charset="-122"/>
                <a:ea typeface="楷体" pitchFamily="49" charset="-122"/>
              </a:rPr>
              <a:t>。</a:t>
            </a:r>
            <a:endParaRPr lang="en-US" altLang="zh-CN" sz="2000" b="1" dirty="0">
              <a:solidFill>
                <a:srgbClr val="000000"/>
              </a:solidFill>
              <a:latin typeface="楷体" pitchFamily="49" charset="-122"/>
              <a:ea typeface="楷体" pitchFamily="49" charset="-122"/>
            </a:endParaRPr>
          </a:p>
        </p:txBody>
      </p:sp>
      <p:sp>
        <p:nvSpPr>
          <p:cNvPr id="87048" name="矩形 811020"/>
          <p:cNvSpPr>
            <a:spLocks noChangeArrowheads="1"/>
          </p:cNvSpPr>
          <p:nvPr/>
        </p:nvSpPr>
        <p:spPr bwMode="auto">
          <a:xfrm>
            <a:off x="395288" y="5257800"/>
            <a:ext cx="8139112" cy="914400"/>
          </a:xfrm>
          <a:prstGeom prst="rect">
            <a:avLst/>
          </a:prstGeom>
          <a:solidFill>
            <a:srgbClr val="D9F2AC"/>
          </a:solidFill>
          <a:ln w="9525">
            <a:solidFill>
              <a:srgbClr val="FF9900"/>
            </a:solidFill>
            <a:miter lim="800000"/>
            <a:headEnd/>
            <a:tailEnd/>
          </a:ln>
        </p:spPr>
        <p:txBody>
          <a:bodyPr/>
          <a:lstStyle/>
          <a:p>
            <a:pPr marL="342900" indent="-342900" eaLnBrk="1" hangingPunct="1">
              <a:lnSpc>
                <a:spcPct val="125000"/>
              </a:lnSpc>
              <a:spcBef>
                <a:spcPct val="20000"/>
              </a:spcBef>
              <a:buFontTx/>
              <a:buChar char="•"/>
            </a:pPr>
            <a:r>
              <a:rPr lang="zh-CN" altLang="en-US" sz="2000" b="1" dirty="0">
                <a:solidFill>
                  <a:srgbClr val="000000"/>
                </a:solidFill>
                <a:latin typeface="楷体" pitchFamily="49" charset="-122"/>
                <a:ea typeface="楷体" pitchFamily="49" charset="-122"/>
              </a:rPr>
              <a:t>社会</a:t>
            </a:r>
            <a:r>
              <a:rPr lang="zh-CN" altLang="en-US" sz="2000" b="1" dirty="0" smtClean="0">
                <a:solidFill>
                  <a:srgbClr val="000000"/>
                </a:solidFill>
                <a:latin typeface="楷体" pitchFamily="49" charset="-122"/>
                <a:ea typeface="楷体" pitchFamily="49" charset="-122"/>
              </a:rPr>
              <a:t>主要矛盾</a:t>
            </a:r>
            <a:r>
              <a:rPr lang="zh-CN" altLang="en-US" sz="2000" b="1" dirty="0">
                <a:solidFill>
                  <a:srgbClr val="000000"/>
                </a:solidFill>
                <a:latin typeface="楷体" pitchFamily="49" charset="-122"/>
                <a:ea typeface="楷体" pitchFamily="49" charset="-122"/>
              </a:rPr>
              <a:t>及其转化的原理，对于指导中国特色社会主义实践具有重要意义。</a:t>
            </a:r>
            <a:endParaRPr lang="en-US" altLang="zh-CN" sz="2000" b="1" dirty="0">
              <a:solidFill>
                <a:srgbClr val="000000"/>
              </a:solidFill>
              <a:latin typeface="楷体" pitchFamily="49" charset="-122"/>
              <a:ea typeface="楷体" pitchFamily="49" charset="-122"/>
            </a:endParaRPr>
          </a:p>
          <a:p>
            <a:pPr marL="342900" indent="-342900" eaLnBrk="1" hangingPunct="1">
              <a:lnSpc>
                <a:spcPct val="125000"/>
              </a:lnSpc>
              <a:spcBef>
                <a:spcPct val="20000"/>
              </a:spcBef>
              <a:buFontTx/>
              <a:buChar char="•"/>
            </a:pPr>
            <a:endParaRPr lang="zh-CN" altLang="en-US" sz="2000" b="1" dirty="0">
              <a:solidFill>
                <a:srgbClr val="000000"/>
              </a:solidFill>
              <a:latin typeface="楷体" pitchFamily="49" charset="-122"/>
              <a:ea typeface="楷体" pitchFamily="49"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矩形 816129"/>
          <p:cNvSpPr>
            <a:spLocks noChangeArrowheads="1"/>
          </p:cNvSpPr>
          <p:nvPr/>
        </p:nvSpPr>
        <p:spPr bwMode="auto">
          <a:xfrm>
            <a:off x="785786" y="2143116"/>
            <a:ext cx="7918476" cy="553998"/>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400" dirty="0">
                <a:solidFill>
                  <a:srgbClr val="0000FF"/>
                </a:solidFill>
                <a:latin typeface="黑体" pitchFamily="49" charset="-122"/>
                <a:ea typeface="幼圆" pitchFamily="49" charset="-122"/>
              </a:rPr>
              <a:t>（一</a:t>
            </a:r>
            <a:r>
              <a:rPr lang="zh-CN" altLang="en-US" sz="2400" dirty="0" smtClean="0">
                <a:solidFill>
                  <a:srgbClr val="0000FF"/>
                </a:solidFill>
                <a:latin typeface="黑体" pitchFamily="49" charset="-122"/>
                <a:ea typeface="幼圆" pitchFamily="49" charset="-122"/>
              </a:rPr>
              <a:t>）阶级斗争是阶级社会发展的直接动力</a:t>
            </a:r>
            <a:endParaRPr lang="zh-CN" altLang="en-US" sz="2400" dirty="0">
              <a:ea typeface="幼圆" pitchFamily="49" charset="-122"/>
            </a:endParaRPr>
          </a:p>
        </p:txBody>
      </p:sp>
      <p:sp>
        <p:nvSpPr>
          <p:cNvPr id="90115" name="矩形 816130"/>
          <p:cNvSpPr>
            <a:spLocks noChangeArrowheads="1"/>
          </p:cNvSpPr>
          <p:nvPr/>
        </p:nvSpPr>
        <p:spPr bwMode="auto">
          <a:xfrm>
            <a:off x="785786" y="2857496"/>
            <a:ext cx="4857784" cy="428628"/>
          </a:xfrm>
          <a:prstGeom prst="rect">
            <a:avLst/>
          </a:prstGeom>
          <a:solidFill>
            <a:srgbClr val="D9F2AC"/>
          </a:solidFill>
          <a:ln w="9525">
            <a:solidFill>
              <a:srgbClr val="FF9900"/>
            </a:solidFill>
            <a:miter lim="800000"/>
            <a:headEnd/>
            <a:tailEnd/>
          </a:ln>
        </p:spPr>
        <p:txBody>
          <a:bodyPr/>
          <a:lstStyle/>
          <a:p>
            <a:pPr marL="342900" indent="-342900" eaLnBrk="1" hangingPunct="1">
              <a:lnSpc>
                <a:spcPct val="120000"/>
              </a:lnSpc>
              <a:spcBef>
                <a:spcPct val="20000"/>
              </a:spcBef>
            </a:pPr>
            <a:r>
              <a:rPr lang="zh-CN" altLang="en-US" dirty="0">
                <a:solidFill>
                  <a:srgbClr val="990000"/>
                </a:solidFill>
                <a:ea typeface="幼圆" pitchFamily="49" charset="-122"/>
              </a:rPr>
              <a:t>阶级是一个经济范畴，也是一个历史范畴。</a:t>
            </a:r>
          </a:p>
        </p:txBody>
      </p:sp>
      <p:sp>
        <p:nvSpPr>
          <p:cNvPr id="90117" name="矩形 816132"/>
          <p:cNvSpPr>
            <a:spLocks noChangeArrowheads="1"/>
          </p:cNvSpPr>
          <p:nvPr/>
        </p:nvSpPr>
        <p:spPr bwMode="auto">
          <a:xfrm>
            <a:off x="785786" y="5214950"/>
            <a:ext cx="7943861" cy="503237"/>
          </a:xfrm>
          <a:prstGeom prst="rect">
            <a:avLst/>
          </a:prstGeom>
          <a:solidFill>
            <a:srgbClr val="D9F2AC"/>
          </a:solidFill>
          <a:ln w="9525">
            <a:solidFill>
              <a:srgbClr val="FF9900"/>
            </a:solidFill>
            <a:miter lim="800000"/>
            <a:headEnd/>
            <a:tailEnd/>
          </a:ln>
        </p:spPr>
        <p:txBody>
          <a:bodyPr/>
          <a:lstStyle/>
          <a:p>
            <a:pPr marL="342900" indent="-342900" eaLnBrk="1" hangingPunct="1">
              <a:lnSpc>
                <a:spcPct val="125000"/>
              </a:lnSpc>
              <a:spcBef>
                <a:spcPct val="20000"/>
              </a:spcBef>
            </a:pPr>
            <a:r>
              <a:rPr lang="zh-CN" altLang="en-US" b="1" dirty="0">
                <a:solidFill>
                  <a:srgbClr val="990000"/>
                </a:solidFill>
                <a:ea typeface="幼圆" pitchFamily="49" charset="-122"/>
              </a:rPr>
              <a:t>阶级斗争是阶级利益根本冲突的对抗阶级之间的对立和斗争。</a:t>
            </a:r>
          </a:p>
        </p:txBody>
      </p:sp>
      <p:sp>
        <p:nvSpPr>
          <p:cNvPr id="90118" name="矩形 816133"/>
          <p:cNvSpPr>
            <a:spLocks noChangeArrowheads="1" noChangeShapeType="1" noTextEdit="1"/>
          </p:cNvSpPr>
          <p:nvPr/>
        </p:nvSpPr>
        <p:spPr bwMode="auto">
          <a:xfrm rot="5400000">
            <a:off x="-15905" y="4087815"/>
            <a:ext cx="914400" cy="311150"/>
          </a:xfrm>
          <a:prstGeom prst="rect">
            <a:avLst/>
          </a:prstGeom>
        </p:spPr>
        <p:txBody>
          <a:bodyPr vert="eaVert" wrap="none" fromWordArt="1">
            <a:prstTxWarp prst="textPlain">
              <a:avLst>
                <a:gd name="adj" fmla="val 50000"/>
              </a:avLst>
            </a:prstTxWarp>
            <a:scene3d>
              <a:camera prst="legacyPerspectiveFront">
                <a:rot lat="20639990" lon="20699975" rev="0"/>
              </a:camera>
              <a:lightRig rig="legacyNormal3" dir="l"/>
            </a:scene3d>
            <a:sp3d extrusionH="201600" prstMaterial="legacyPlastic">
              <a:extrusionClr>
                <a:srgbClr val="FF9966"/>
              </a:extrusionClr>
            </a:sp3d>
          </a:bodyPr>
          <a:lstStyle/>
          <a:p>
            <a:pPr algn="ctr" fontAlgn="auto"/>
            <a:r>
              <a:rPr lang="zh-CN" altLang="en-US" sz="3600" kern="10" dirty="0">
                <a:ln w="9525">
                  <a:round/>
                  <a:headEnd/>
                  <a:tailEnd/>
                </a:ln>
                <a:solidFill>
                  <a:srgbClr val="CC0000"/>
                </a:solidFill>
                <a:latin typeface="宋体"/>
                <a:ea typeface="宋体"/>
              </a:rPr>
              <a:t>阶 级</a:t>
            </a:r>
          </a:p>
        </p:txBody>
      </p:sp>
      <p:sp>
        <p:nvSpPr>
          <p:cNvPr id="90119" name="矩形 816134"/>
          <p:cNvSpPr>
            <a:spLocks noChangeArrowheads="1" noChangeShapeType="1" noTextEdit="1"/>
          </p:cNvSpPr>
          <p:nvPr/>
        </p:nvSpPr>
        <p:spPr bwMode="auto">
          <a:xfrm rot="5400000">
            <a:off x="-277842" y="5707074"/>
            <a:ext cx="1439862" cy="312738"/>
          </a:xfrm>
          <a:prstGeom prst="rect">
            <a:avLst/>
          </a:prstGeom>
        </p:spPr>
        <p:txBody>
          <a:bodyPr vert="eaVert" wrap="none" fromWordArt="1">
            <a:prstTxWarp prst="textPlain">
              <a:avLst>
                <a:gd name="adj" fmla="val 50000"/>
              </a:avLst>
            </a:prstTxWarp>
            <a:scene3d>
              <a:camera prst="legacyPerspectiveFront">
                <a:rot lat="20639990" lon="20699975" rev="0"/>
              </a:camera>
              <a:lightRig rig="legacyNormal3" dir="l"/>
            </a:scene3d>
            <a:sp3d extrusionH="201600" prstMaterial="legacyPlastic">
              <a:extrusionClr>
                <a:srgbClr val="FF9966"/>
              </a:extrusionClr>
            </a:sp3d>
          </a:bodyPr>
          <a:lstStyle/>
          <a:p>
            <a:pPr algn="ctr" fontAlgn="auto"/>
            <a:r>
              <a:rPr lang="zh-CN" altLang="en-US" sz="3600" kern="10" dirty="0">
                <a:ln w="9525">
                  <a:round/>
                  <a:headEnd/>
                  <a:tailEnd/>
                </a:ln>
                <a:solidFill>
                  <a:srgbClr val="CC0000"/>
                </a:solidFill>
                <a:latin typeface="宋体"/>
                <a:ea typeface="宋体"/>
              </a:rPr>
              <a:t>阶级斗争</a:t>
            </a:r>
          </a:p>
        </p:txBody>
      </p:sp>
      <p:pic>
        <p:nvPicPr>
          <p:cNvPr id="90120" name="图片 816135"/>
          <p:cNvPicPr>
            <a:picLocks noChangeAspect="1" noChangeArrowheads="1"/>
          </p:cNvPicPr>
          <p:nvPr/>
        </p:nvPicPr>
        <p:blipFill>
          <a:blip r:embed="rId2"/>
          <a:srcRect/>
          <a:stretch>
            <a:fillRect/>
          </a:stretch>
        </p:blipFill>
        <p:spPr bwMode="auto">
          <a:xfrm>
            <a:off x="785786" y="3357562"/>
            <a:ext cx="4857784" cy="1785950"/>
          </a:xfrm>
          <a:prstGeom prst="rect">
            <a:avLst/>
          </a:prstGeom>
          <a:noFill/>
          <a:ln w="9525">
            <a:noFill/>
            <a:miter lim="800000"/>
            <a:headEnd/>
            <a:tailEnd/>
          </a:ln>
        </p:spPr>
      </p:pic>
      <p:sp>
        <p:nvSpPr>
          <p:cNvPr id="90122" name="矩形 816138"/>
          <p:cNvSpPr>
            <a:spLocks noChangeArrowheads="1"/>
          </p:cNvSpPr>
          <p:nvPr/>
        </p:nvSpPr>
        <p:spPr bwMode="auto">
          <a:xfrm>
            <a:off x="785786" y="5786454"/>
            <a:ext cx="7929618" cy="869946"/>
          </a:xfrm>
          <a:prstGeom prst="rect">
            <a:avLst/>
          </a:prstGeom>
          <a:solidFill>
            <a:srgbClr val="FFFF99"/>
          </a:solidFill>
          <a:ln w="9525">
            <a:solidFill>
              <a:srgbClr val="FF9900"/>
            </a:solidFill>
            <a:miter lim="800000"/>
            <a:headEnd/>
            <a:tailEnd/>
          </a:ln>
        </p:spPr>
        <p:txBody>
          <a:bodyPr/>
          <a:lstStyle/>
          <a:p>
            <a:pPr eaLnBrk="1" hangingPunct="1">
              <a:lnSpc>
                <a:spcPct val="125000"/>
              </a:lnSpc>
              <a:spcBef>
                <a:spcPct val="20000"/>
              </a:spcBef>
            </a:pPr>
            <a:r>
              <a:rPr lang="en-US" altLang="zh-CN" sz="1600" dirty="0">
                <a:solidFill>
                  <a:srgbClr val="3333FF"/>
                </a:solidFill>
                <a:latin typeface="幼圆" pitchFamily="49" charset="-122"/>
                <a:ea typeface="幼圆" pitchFamily="49" charset="-122"/>
              </a:rPr>
              <a:t>   </a:t>
            </a:r>
            <a:r>
              <a:rPr lang="zh-CN" altLang="en-US" b="1" dirty="0">
                <a:solidFill>
                  <a:srgbClr val="3333FF"/>
                </a:solidFill>
                <a:latin typeface="幼圆" pitchFamily="49" charset="-122"/>
                <a:ea typeface="幼圆" pitchFamily="49" charset="-122"/>
              </a:rPr>
              <a:t>阶级斗争根源于阶级之间</a:t>
            </a:r>
            <a:r>
              <a:rPr lang="zh-CN" altLang="en-US" b="1" dirty="0">
                <a:solidFill>
                  <a:srgbClr val="FF0000"/>
                </a:solidFill>
                <a:latin typeface="幼圆" pitchFamily="49" charset="-122"/>
                <a:ea typeface="幼圆" pitchFamily="49" charset="-122"/>
              </a:rPr>
              <a:t>物质利益的根本对立</a:t>
            </a:r>
            <a:r>
              <a:rPr lang="zh-CN" altLang="en-US" b="1" dirty="0">
                <a:solidFill>
                  <a:srgbClr val="3333FF"/>
                </a:solidFill>
                <a:latin typeface="幼圆" pitchFamily="49" charset="-122"/>
                <a:ea typeface="幼圆" pitchFamily="49" charset="-122"/>
              </a:rPr>
              <a:t>，根源于</a:t>
            </a:r>
            <a:r>
              <a:rPr lang="zh-CN" altLang="en-US" b="1" dirty="0">
                <a:solidFill>
                  <a:srgbClr val="FF0000"/>
                </a:solidFill>
                <a:latin typeface="幼圆" pitchFamily="49" charset="-122"/>
                <a:ea typeface="幼圆" pitchFamily="49" charset="-122"/>
              </a:rPr>
              <a:t>社会经济关系的冲突</a:t>
            </a:r>
            <a:r>
              <a:rPr lang="zh-CN" altLang="en-US" b="1" dirty="0">
                <a:solidFill>
                  <a:srgbClr val="3333FF"/>
                </a:solidFill>
                <a:latin typeface="幼圆" pitchFamily="49" charset="-122"/>
                <a:ea typeface="幼圆" pitchFamily="49" charset="-122"/>
              </a:rPr>
              <a:t>。一切阶级斗争，归根结底都是围绕着</a:t>
            </a:r>
            <a:r>
              <a:rPr lang="zh-CN" altLang="en-US" b="1" dirty="0">
                <a:solidFill>
                  <a:srgbClr val="FF0000"/>
                </a:solidFill>
                <a:latin typeface="幼圆" pitchFamily="49" charset="-122"/>
                <a:ea typeface="幼圆" pitchFamily="49" charset="-122"/>
              </a:rPr>
              <a:t>经济利益</a:t>
            </a:r>
            <a:r>
              <a:rPr lang="zh-CN" altLang="en-US" b="1" dirty="0">
                <a:solidFill>
                  <a:srgbClr val="3333FF"/>
                </a:solidFill>
                <a:latin typeface="幼圆" pitchFamily="49" charset="-122"/>
                <a:ea typeface="幼圆" pitchFamily="49" charset="-122"/>
              </a:rPr>
              <a:t>这个轴心展开的。</a:t>
            </a:r>
          </a:p>
        </p:txBody>
      </p:sp>
      <p:sp>
        <p:nvSpPr>
          <p:cNvPr id="10" name="矩形 815105"/>
          <p:cNvSpPr>
            <a:spLocks noChangeArrowheads="1"/>
          </p:cNvSpPr>
          <p:nvPr/>
        </p:nvSpPr>
        <p:spPr bwMode="auto">
          <a:xfrm>
            <a:off x="357158" y="285728"/>
            <a:ext cx="8572560" cy="630942"/>
          </a:xfrm>
          <a:prstGeom prst="rect">
            <a:avLst/>
          </a:prstGeom>
          <a:solidFill>
            <a:srgbClr val="CCECFF"/>
          </a:solidFill>
          <a:ln w="38100">
            <a:noFill/>
            <a:miter lim="800000"/>
            <a:headEnd/>
            <a:tailEnd/>
          </a:ln>
        </p:spPr>
        <p:txBody>
          <a:bodyPr wrap="square">
            <a:spAutoFit/>
          </a:bodyPr>
          <a:lstStyle/>
          <a:p>
            <a:pPr>
              <a:lnSpc>
                <a:spcPct val="125000"/>
              </a:lnSpc>
              <a:spcBef>
                <a:spcPct val="50000"/>
              </a:spcBef>
            </a:pPr>
            <a:r>
              <a:rPr lang="zh-CN" altLang="en-US" sz="2800" b="1" noProof="1">
                <a:solidFill>
                  <a:srgbClr val="FF0066"/>
                </a:solidFill>
                <a:latin typeface="幼圆" pitchFamily="49" charset="-122"/>
                <a:ea typeface="幼圆" pitchFamily="49" charset="-122"/>
                <a:sym typeface="+mn-ea"/>
              </a:rPr>
              <a:t>二、</a:t>
            </a:r>
            <a:r>
              <a:rPr lang="zh-CN" altLang="en-US" sz="2800" b="1" noProof="1" smtClean="0">
                <a:solidFill>
                  <a:srgbClr val="FF0066"/>
                </a:solidFill>
                <a:latin typeface="幼圆" pitchFamily="49" charset="-122"/>
                <a:ea typeface="幼圆" pitchFamily="49" charset="-122"/>
                <a:sym typeface="+mn-ea"/>
              </a:rPr>
              <a:t>阶级斗争、社会</a:t>
            </a:r>
            <a:r>
              <a:rPr lang="zh-CN" altLang="en-US" sz="2800" b="1" noProof="1">
                <a:solidFill>
                  <a:srgbClr val="FF0066"/>
                </a:solidFill>
                <a:latin typeface="幼圆" pitchFamily="49" charset="-122"/>
                <a:ea typeface="幼圆" pitchFamily="49" charset="-122"/>
                <a:sym typeface="+mn-ea"/>
              </a:rPr>
              <a:t>革命</a:t>
            </a:r>
            <a:r>
              <a:rPr lang="zh-CN" altLang="en-US" sz="2800" b="1" noProof="1" smtClean="0">
                <a:solidFill>
                  <a:srgbClr val="FF0066"/>
                </a:solidFill>
                <a:latin typeface="幼圆" pitchFamily="49" charset="-122"/>
                <a:ea typeface="幼圆" pitchFamily="49" charset="-122"/>
                <a:sym typeface="+mn-ea"/>
              </a:rPr>
              <a:t>在社会</a:t>
            </a:r>
            <a:r>
              <a:rPr lang="zh-CN" altLang="en-US" sz="2800" b="1" noProof="1">
                <a:solidFill>
                  <a:srgbClr val="FF0066"/>
                </a:solidFill>
                <a:latin typeface="幼圆" pitchFamily="49" charset="-122"/>
                <a:ea typeface="幼圆" pitchFamily="49" charset="-122"/>
                <a:sym typeface="+mn-ea"/>
              </a:rPr>
              <a:t>发展中的作用</a:t>
            </a:r>
          </a:p>
        </p:txBody>
      </p:sp>
      <p:sp>
        <p:nvSpPr>
          <p:cNvPr id="11" name="矩形 815109"/>
          <p:cNvSpPr>
            <a:spLocks noChangeArrowheads="1"/>
          </p:cNvSpPr>
          <p:nvPr/>
        </p:nvSpPr>
        <p:spPr bwMode="auto">
          <a:xfrm>
            <a:off x="323850" y="1125538"/>
            <a:ext cx="8567738" cy="790575"/>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en-US" altLang="zh-CN" sz="1600" dirty="0">
                <a:solidFill>
                  <a:srgbClr val="3333FF"/>
                </a:solidFill>
                <a:latin typeface="幼圆" pitchFamily="49" charset="-122"/>
                <a:ea typeface="幼圆" pitchFamily="49" charset="-122"/>
              </a:rPr>
              <a:t> </a:t>
            </a:r>
            <a:r>
              <a:rPr lang="zh-CN" altLang="en-US" sz="1600" b="1" dirty="0">
                <a:solidFill>
                  <a:srgbClr val="3333FF"/>
                </a:solidFill>
                <a:latin typeface="宋体" pitchFamily="2" charset="-122"/>
              </a:rPr>
              <a:t>阶级斗争是社会基本矛盾在阶级社会中的表现，是阶级对立社会发展的直接动力。</a:t>
            </a:r>
          </a:p>
          <a:p>
            <a:pPr eaLnBrk="1" hangingPunct="1">
              <a:lnSpc>
                <a:spcPct val="125000"/>
              </a:lnSpc>
              <a:spcBef>
                <a:spcPct val="20000"/>
              </a:spcBef>
            </a:pPr>
            <a:r>
              <a:rPr lang="zh-CN" altLang="en-US" sz="1600" b="1" dirty="0">
                <a:solidFill>
                  <a:srgbClr val="3333FF"/>
                </a:solidFill>
                <a:latin typeface="宋体" pitchFamily="2" charset="-122"/>
              </a:rPr>
              <a:t> 革命是阶级斗争发展到一定阶段的产物。社会革命是推动社会发展的重要动力。</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矩形 817153"/>
          <p:cNvSpPr>
            <a:spLocks noChangeArrowheads="1"/>
          </p:cNvSpPr>
          <p:nvPr/>
        </p:nvSpPr>
        <p:spPr bwMode="auto">
          <a:xfrm>
            <a:off x="142844" y="476250"/>
            <a:ext cx="8572560" cy="552450"/>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400" dirty="0" smtClean="0">
                <a:solidFill>
                  <a:srgbClr val="0000FF"/>
                </a:solidFill>
                <a:latin typeface="黑体" pitchFamily="49" charset="-122"/>
                <a:ea typeface="黑体" pitchFamily="49" charset="-122"/>
              </a:rPr>
              <a:t>阶级斗争</a:t>
            </a:r>
            <a:r>
              <a:rPr lang="zh-CN" altLang="en-US" sz="2400" dirty="0">
                <a:solidFill>
                  <a:srgbClr val="0000FF"/>
                </a:solidFill>
                <a:latin typeface="黑体" pitchFamily="49" charset="-122"/>
                <a:ea typeface="黑体" pitchFamily="49" charset="-122"/>
              </a:rPr>
              <a:t>推动</a:t>
            </a:r>
            <a:r>
              <a:rPr lang="zh-CN" altLang="en-US" sz="2400" dirty="0" smtClean="0">
                <a:solidFill>
                  <a:srgbClr val="0000FF"/>
                </a:solidFill>
                <a:latin typeface="黑体" pitchFamily="49" charset="-122"/>
                <a:ea typeface="黑体" pitchFamily="49" charset="-122"/>
              </a:rPr>
              <a:t>阶级社会</a:t>
            </a:r>
            <a:r>
              <a:rPr lang="zh-CN" altLang="en-US" sz="2400" dirty="0">
                <a:solidFill>
                  <a:srgbClr val="0000FF"/>
                </a:solidFill>
                <a:latin typeface="黑体" pitchFamily="49" charset="-122"/>
                <a:ea typeface="黑体" pitchFamily="49" charset="-122"/>
              </a:rPr>
              <a:t>发展</a:t>
            </a:r>
            <a:r>
              <a:rPr lang="zh-CN" altLang="en-US" sz="2400" dirty="0" smtClean="0">
                <a:solidFill>
                  <a:srgbClr val="0000FF"/>
                </a:solidFill>
                <a:latin typeface="黑体" pitchFamily="49" charset="-122"/>
                <a:ea typeface="黑体" pitchFamily="49" charset="-122"/>
              </a:rPr>
              <a:t>的</a:t>
            </a:r>
            <a:r>
              <a:rPr lang="zh-CN" altLang="en-US" sz="2400" dirty="0" smtClean="0">
                <a:solidFill>
                  <a:srgbClr val="0000FF"/>
                </a:solidFill>
                <a:latin typeface="黑体" pitchFamily="49" charset="-122"/>
                <a:ea typeface="黑体" pitchFamily="49" charset="-122"/>
              </a:rPr>
              <a:t>表现：</a:t>
            </a:r>
            <a:endParaRPr lang="zh-CN" altLang="en-US" sz="2400" dirty="0">
              <a:solidFill>
                <a:srgbClr val="0000FF"/>
              </a:solidFill>
              <a:latin typeface="黑体" pitchFamily="49" charset="-122"/>
              <a:ea typeface="黑体" pitchFamily="49" charset="-122"/>
            </a:endParaRPr>
          </a:p>
        </p:txBody>
      </p:sp>
      <p:sp>
        <p:nvSpPr>
          <p:cNvPr id="91139" name="矩形 817154"/>
          <p:cNvSpPr>
            <a:spLocks noChangeArrowheads="1"/>
          </p:cNvSpPr>
          <p:nvPr/>
        </p:nvSpPr>
        <p:spPr bwMode="auto">
          <a:xfrm>
            <a:off x="142844" y="1142984"/>
            <a:ext cx="8572560" cy="874703"/>
          </a:xfrm>
          <a:prstGeom prst="rect">
            <a:avLst/>
          </a:prstGeom>
          <a:solidFill>
            <a:srgbClr val="D9F2AC"/>
          </a:solidFill>
          <a:ln w="9525">
            <a:solidFill>
              <a:srgbClr val="FF9900"/>
            </a:solidFill>
            <a:miter lim="800000"/>
            <a:headEnd/>
            <a:tailEnd/>
          </a:ln>
        </p:spPr>
        <p:txBody>
          <a:bodyPr/>
          <a:lstStyle/>
          <a:p>
            <a:pPr marL="342900" indent="-342900" eaLnBrk="1" hangingPunct="1">
              <a:lnSpc>
                <a:spcPct val="120000"/>
              </a:lnSpc>
              <a:spcBef>
                <a:spcPct val="20000"/>
              </a:spcBef>
              <a:buFontTx/>
              <a:buChar char="•"/>
            </a:pPr>
            <a:r>
              <a:rPr lang="zh-CN" altLang="en-US" sz="2000" b="1" dirty="0">
                <a:solidFill>
                  <a:srgbClr val="990000"/>
                </a:solidFill>
                <a:latin typeface="楷体" pitchFamily="49" charset="-122"/>
                <a:ea typeface="楷体" pitchFamily="49" charset="-122"/>
              </a:rPr>
              <a:t>在阶级社会中，生产力和生产关系、经济基础和上层建筑的矛盾必然会通过阶级斗争表现出来。</a:t>
            </a:r>
          </a:p>
        </p:txBody>
      </p:sp>
      <p:sp>
        <p:nvSpPr>
          <p:cNvPr id="91140" name="矩形 817157"/>
          <p:cNvSpPr>
            <a:spLocks noChangeArrowheads="1"/>
          </p:cNvSpPr>
          <p:nvPr/>
        </p:nvSpPr>
        <p:spPr bwMode="auto">
          <a:xfrm>
            <a:off x="142844" y="2143116"/>
            <a:ext cx="8572560" cy="500066"/>
          </a:xfrm>
          <a:prstGeom prst="rect">
            <a:avLst/>
          </a:prstGeom>
          <a:solidFill>
            <a:srgbClr val="D9F2AC"/>
          </a:solidFill>
          <a:ln w="9525">
            <a:solidFill>
              <a:srgbClr val="FF9900"/>
            </a:solidFill>
            <a:miter lim="800000"/>
            <a:headEnd/>
            <a:tailEnd/>
          </a:ln>
        </p:spPr>
        <p:txBody>
          <a:bodyPr/>
          <a:lstStyle/>
          <a:p>
            <a:pPr marL="342900" indent="-342900" eaLnBrk="1" hangingPunct="1">
              <a:lnSpc>
                <a:spcPct val="120000"/>
              </a:lnSpc>
              <a:spcBef>
                <a:spcPct val="20000"/>
              </a:spcBef>
              <a:buFontTx/>
              <a:buChar char="•"/>
            </a:pPr>
            <a:r>
              <a:rPr lang="zh-CN" altLang="en-US" sz="2000" b="1" dirty="0">
                <a:solidFill>
                  <a:srgbClr val="990000"/>
                </a:solidFill>
                <a:latin typeface="楷体" pitchFamily="49" charset="-122"/>
                <a:ea typeface="楷体" pitchFamily="49" charset="-122"/>
              </a:rPr>
              <a:t>阶级斗争对阶级社会发展的推动作用突出地表现在社会形态的更替中。</a:t>
            </a:r>
          </a:p>
        </p:txBody>
      </p:sp>
      <p:sp>
        <p:nvSpPr>
          <p:cNvPr id="91141" name="矩形 817158"/>
          <p:cNvSpPr>
            <a:spLocks noChangeArrowheads="1"/>
          </p:cNvSpPr>
          <p:nvPr/>
        </p:nvSpPr>
        <p:spPr bwMode="auto">
          <a:xfrm>
            <a:off x="142844" y="3429000"/>
            <a:ext cx="8572560" cy="500066"/>
          </a:xfrm>
          <a:prstGeom prst="rect">
            <a:avLst/>
          </a:prstGeom>
          <a:solidFill>
            <a:srgbClr val="D9F2AC"/>
          </a:solidFill>
          <a:ln w="9525">
            <a:solidFill>
              <a:srgbClr val="FF9900"/>
            </a:solidFill>
            <a:miter lim="800000"/>
            <a:headEnd/>
            <a:tailEnd/>
          </a:ln>
        </p:spPr>
        <p:txBody>
          <a:bodyPr/>
          <a:lstStyle/>
          <a:p>
            <a:pPr marL="342900" indent="-342900" eaLnBrk="1" hangingPunct="1">
              <a:lnSpc>
                <a:spcPct val="120000"/>
              </a:lnSpc>
              <a:spcBef>
                <a:spcPct val="20000"/>
              </a:spcBef>
              <a:buFontTx/>
              <a:buChar char="•"/>
            </a:pPr>
            <a:r>
              <a:rPr lang="zh-CN" altLang="en-US" sz="2000" b="1" dirty="0">
                <a:solidFill>
                  <a:srgbClr val="990000"/>
                </a:solidFill>
                <a:latin typeface="楷体" pitchFamily="49" charset="-122"/>
                <a:ea typeface="楷体" pitchFamily="49" charset="-122"/>
              </a:rPr>
              <a:t>阶级斗争及其作用受到一定社会历史条件的制约。</a:t>
            </a:r>
          </a:p>
        </p:txBody>
      </p:sp>
      <p:sp>
        <p:nvSpPr>
          <p:cNvPr id="91143" name="矩形 817160"/>
          <p:cNvSpPr>
            <a:spLocks noChangeArrowheads="1"/>
          </p:cNvSpPr>
          <p:nvPr/>
        </p:nvSpPr>
        <p:spPr bwMode="auto">
          <a:xfrm>
            <a:off x="142844" y="2786058"/>
            <a:ext cx="8572560" cy="500066"/>
          </a:xfrm>
          <a:prstGeom prst="rect">
            <a:avLst/>
          </a:prstGeom>
          <a:solidFill>
            <a:srgbClr val="D9F2AC"/>
          </a:solidFill>
          <a:ln w="9525">
            <a:solidFill>
              <a:srgbClr val="FF9900"/>
            </a:solidFill>
            <a:miter lim="800000"/>
            <a:headEnd/>
            <a:tailEnd/>
          </a:ln>
        </p:spPr>
        <p:txBody>
          <a:bodyPr/>
          <a:lstStyle/>
          <a:p>
            <a:pPr marL="342900" indent="-342900" eaLnBrk="1" hangingPunct="1">
              <a:lnSpc>
                <a:spcPct val="120000"/>
              </a:lnSpc>
              <a:spcBef>
                <a:spcPct val="20000"/>
              </a:spcBef>
              <a:buFontTx/>
              <a:buChar char="•"/>
            </a:pPr>
            <a:r>
              <a:rPr lang="zh-CN" altLang="en-US" sz="2000" b="1" dirty="0">
                <a:solidFill>
                  <a:srgbClr val="990000"/>
                </a:solidFill>
                <a:latin typeface="楷体" pitchFamily="49" charset="-122"/>
                <a:ea typeface="楷体" pitchFamily="49" charset="-122"/>
              </a:rPr>
              <a:t>阶级斗争的作用还表现在同一社会形态的量变过程中。</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1" name="矩形 872450"/>
          <p:cNvSpPr/>
          <p:nvPr/>
        </p:nvSpPr>
        <p:spPr>
          <a:xfrm>
            <a:off x="357158" y="2214554"/>
            <a:ext cx="8429684" cy="857256"/>
          </a:xfrm>
          <a:prstGeom prst="rect">
            <a:avLst/>
          </a:prstGeom>
          <a:solidFill>
            <a:srgbClr val="D9F2AC"/>
          </a:solidFill>
          <a:ln w="9525" cap="flat" cmpd="sng">
            <a:solidFill>
              <a:srgbClr val="FF9900"/>
            </a:solidFill>
            <a:prstDash val="solid"/>
            <a:miter/>
            <a:headEnd type="none" w="med" len="med"/>
            <a:tailEnd type="none" w="med" len="med"/>
          </a:ln>
        </p:spPr>
        <p:txBody>
          <a:bodyPr/>
          <a:lstStyle>
            <a:lvl1pPr>
              <a:spcBef>
                <a:spcPct val="20000"/>
              </a:spcBef>
              <a:buChar char="•"/>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25000"/>
              </a:lnSpc>
              <a:defRPr/>
            </a:pPr>
            <a:r>
              <a:rPr lang="zh-CN" altLang="zh-CN" sz="2000" noProof="1" smtClean="0">
                <a:solidFill>
                  <a:srgbClr val="663300"/>
                </a:solidFill>
                <a:latin typeface="楷体" panose="02010609060101010101" pitchFamily="49" charset="-122"/>
                <a:ea typeface="楷体" panose="02010609060101010101" pitchFamily="49" charset="-122"/>
                <a:sym typeface="+mn-ea"/>
              </a:rPr>
              <a:t>  </a:t>
            </a:r>
            <a:r>
              <a:rPr lang="zh-CN" altLang="en-US" sz="2000" b="1" noProof="1" smtClean="0">
                <a:solidFill>
                  <a:srgbClr val="990000"/>
                </a:solidFill>
                <a:latin typeface="楷体" panose="02010609060101010101" pitchFamily="49" charset="-122"/>
                <a:ea typeface="楷体" panose="02010609060101010101" pitchFamily="49" charset="-122"/>
                <a:sym typeface="+mn-ea"/>
              </a:rPr>
              <a:t>革命阶级推翻反动阶级的统治，用新的社会制度代替旧的社会制度，解放生产力，推动社会发展。</a:t>
            </a:r>
            <a:endParaRPr lang="zh-CN" altLang="en-US" sz="2000" b="1" noProof="1" smtClean="0">
              <a:solidFill>
                <a:srgbClr val="990000"/>
              </a:solidFill>
              <a:effectLst>
                <a:outerShdw blurRad="38100" dist="38100" dir="2700000" algn="tl">
                  <a:srgbClr val="000000"/>
                </a:outerShdw>
              </a:effectLst>
              <a:latin typeface="楷体" panose="02010609060101010101" pitchFamily="49" charset="-122"/>
              <a:ea typeface="楷体" panose="02010609060101010101" pitchFamily="49" charset="-122"/>
              <a:sym typeface="+mn-ea"/>
            </a:endParaRPr>
          </a:p>
        </p:txBody>
      </p:sp>
      <p:sp>
        <p:nvSpPr>
          <p:cNvPr id="872455" name="矩形 872454"/>
          <p:cNvSpPr/>
          <p:nvPr/>
        </p:nvSpPr>
        <p:spPr>
          <a:xfrm>
            <a:off x="357158" y="3143248"/>
            <a:ext cx="8429684" cy="785818"/>
          </a:xfrm>
          <a:prstGeom prst="rect">
            <a:avLst/>
          </a:prstGeom>
          <a:solidFill>
            <a:srgbClr val="D9F2AC"/>
          </a:solidFill>
          <a:ln w="9525" cap="flat" cmpd="sng">
            <a:solidFill>
              <a:srgbClr val="FF9900"/>
            </a:solidFill>
            <a:prstDash val="solid"/>
            <a:miter/>
            <a:headEnd type="none" w="med" len="med"/>
            <a:tailEnd type="none" w="med" len="med"/>
          </a:ln>
        </p:spPr>
        <p:txBody>
          <a:bodyPr/>
          <a:lstStyle>
            <a:lvl1pPr>
              <a:spcBef>
                <a:spcPct val="20000"/>
              </a:spcBef>
              <a:buChar char="•"/>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25000"/>
              </a:lnSpc>
              <a:defRPr/>
            </a:pPr>
            <a:r>
              <a:rPr lang="zh-CN" altLang="zh-CN" sz="2000" noProof="1" smtClean="0">
                <a:solidFill>
                  <a:srgbClr val="663300"/>
                </a:solidFill>
                <a:latin typeface="楷体" panose="02010609060101010101" pitchFamily="49" charset="-122"/>
                <a:ea typeface="楷体" panose="02010609060101010101" pitchFamily="49" charset="-122"/>
                <a:sym typeface="+mn-ea"/>
              </a:rPr>
              <a:t>  </a:t>
            </a:r>
            <a:r>
              <a:rPr lang="zh-CN" altLang="en-US" sz="2000" b="1" noProof="1" smtClean="0">
                <a:solidFill>
                  <a:srgbClr val="990000"/>
                </a:solidFill>
                <a:latin typeface="楷体" panose="02010609060101010101" pitchFamily="49" charset="-122"/>
                <a:ea typeface="楷体" panose="02010609060101010101" pitchFamily="49" charset="-122"/>
                <a:sym typeface="+mn-ea"/>
              </a:rPr>
              <a:t>国家政权从反动阶级手里转移到革命阶级手里，是实现社会形态变革的首要的、基本的标志。</a:t>
            </a:r>
          </a:p>
        </p:txBody>
      </p:sp>
      <p:grpSp>
        <p:nvGrpSpPr>
          <p:cNvPr id="2" name="组合 872461"/>
          <p:cNvGrpSpPr>
            <a:grpSpLocks/>
          </p:cNvGrpSpPr>
          <p:nvPr/>
        </p:nvGrpSpPr>
        <p:grpSpPr bwMode="auto">
          <a:xfrm>
            <a:off x="357158" y="1571612"/>
            <a:ext cx="3024187" cy="576262"/>
            <a:chOff x="1338" y="1109"/>
            <a:chExt cx="3696" cy="384"/>
          </a:xfrm>
        </p:grpSpPr>
        <p:sp>
          <p:nvSpPr>
            <p:cNvPr id="94215" name="圆角矩形 872462"/>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94216" name="文本框 872463"/>
            <p:cNvSpPr txBox="1">
              <a:spLocks noChangeArrowheads="1"/>
            </p:cNvSpPr>
            <p:nvPr/>
          </p:nvSpPr>
          <p:spPr bwMode="auto">
            <a:xfrm>
              <a:off x="1441" y="1122"/>
              <a:ext cx="3550" cy="307"/>
            </a:xfrm>
            <a:prstGeom prst="rect">
              <a:avLst/>
            </a:prstGeom>
            <a:noFill/>
            <a:ln w="9525">
              <a:noFill/>
              <a:miter lim="800000"/>
              <a:headEnd/>
              <a:tailEnd/>
            </a:ln>
          </p:spPr>
          <p:txBody>
            <a:bodyPr>
              <a:spAutoFit/>
            </a:bodyPr>
            <a:lstStyle/>
            <a:p>
              <a:pPr eaLnBrk="1" hangingPunct="1"/>
              <a:r>
                <a:rPr lang="en-US" altLang="zh-CN" sz="2400" b="1">
                  <a:solidFill>
                    <a:schemeClr val="bg1"/>
                  </a:solidFill>
                  <a:latin typeface="楷体" pitchFamily="49" charset="-122"/>
                  <a:ea typeface="楷体" pitchFamily="49" charset="-122"/>
                </a:rPr>
                <a:t>1 </a:t>
              </a:r>
              <a:r>
                <a:rPr lang="zh-CN" altLang="en-US" sz="2400" b="1">
                  <a:solidFill>
                    <a:schemeClr val="bg1"/>
                  </a:solidFill>
                  <a:latin typeface="楷体" pitchFamily="49" charset="-122"/>
                  <a:ea typeface="楷体" pitchFamily="49" charset="-122"/>
                </a:rPr>
                <a:t>社会革命的实质</a:t>
              </a:r>
              <a:r>
                <a:rPr lang="zh-CN" altLang="en-US" sz="2400" b="1">
                  <a:solidFill>
                    <a:schemeClr val="bg1"/>
                  </a:solidFill>
                  <a:latin typeface="楷体_GB2312" pitchFamily="49" charset="-122"/>
                  <a:ea typeface="楷体_GB2312" pitchFamily="49" charset="-122"/>
                </a:rPr>
                <a:t> </a:t>
              </a:r>
            </a:p>
          </p:txBody>
        </p:sp>
      </p:grpSp>
      <p:sp>
        <p:nvSpPr>
          <p:cNvPr id="9" name="矩形 819201"/>
          <p:cNvSpPr>
            <a:spLocks noChangeArrowheads="1"/>
          </p:cNvSpPr>
          <p:nvPr/>
        </p:nvSpPr>
        <p:spPr bwMode="auto">
          <a:xfrm>
            <a:off x="357158" y="142852"/>
            <a:ext cx="4319588" cy="552450"/>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400" dirty="0" smtClean="0">
                <a:solidFill>
                  <a:srgbClr val="0000FF"/>
                </a:solidFill>
                <a:latin typeface="黑体" pitchFamily="49" charset="-122"/>
                <a:ea typeface="黑体" pitchFamily="49" charset="-122"/>
              </a:rPr>
              <a:t>（二）</a:t>
            </a:r>
            <a:r>
              <a:rPr lang="zh-CN" altLang="en-US" sz="2400" dirty="0">
                <a:solidFill>
                  <a:srgbClr val="0000FF"/>
                </a:solidFill>
                <a:latin typeface="黑体" pitchFamily="49" charset="-122"/>
                <a:ea typeface="黑体" pitchFamily="49" charset="-122"/>
              </a:rPr>
              <a:t>社会革命的实质和作用 </a:t>
            </a:r>
            <a:endParaRPr lang="zh-CN" altLang="en-US" dirty="0">
              <a:latin typeface="黑体" pitchFamily="49" charset="-122"/>
              <a:ea typeface="黑体" pitchFamily="49" charset="-122"/>
            </a:endParaRPr>
          </a:p>
        </p:txBody>
      </p:sp>
      <p:sp>
        <p:nvSpPr>
          <p:cNvPr id="10" name="矩形 819205"/>
          <p:cNvSpPr>
            <a:spLocks noChangeArrowheads="1"/>
          </p:cNvSpPr>
          <p:nvPr/>
        </p:nvSpPr>
        <p:spPr bwMode="auto">
          <a:xfrm>
            <a:off x="357158" y="785794"/>
            <a:ext cx="8439150" cy="719137"/>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en-US" altLang="zh-CN" sz="1600" dirty="0">
                <a:solidFill>
                  <a:srgbClr val="3333FF"/>
                </a:solidFill>
                <a:latin typeface="幼圆" pitchFamily="49" charset="-122"/>
                <a:ea typeface="幼圆" pitchFamily="49" charset="-122"/>
              </a:rPr>
              <a:t>    </a:t>
            </a:r>
            <a:r>
              <a:rPr lang="zh-CN" altLang="en-US" b="1" dirty="0">
                <a:solidFill>
                  <a:srgbClr val="3333FF"/>
                </a:solidFill>
                <a:latin typeface="幼圆" pitchFamily="49" charset="-122"/>
                <a:ea typeface="幼圆" pitchFamily="49" charset="-122"/>
              </a:rPr>
              <a:t>阶级斗争发展到一定程度，必然导致革命。作为历史唯物主义范畴的革命，亦称社会革命，是阶级斗争的最高形式。</a:t>
            </a:r>
          </a:p>
        </p:txBody>
      </p:sp>
      <p:grpSp>
        <p:nvGrpSpPr>
          <p:cNvPr id="3" name="组合 820239"/>
          <p:cNvGrpSpPr>
            <a:grpSpLocks/>
          </p:cNvGrpSpPr>
          <p:nvPr/>
        </p:nvGrpSpPr>
        <p:grpSpPr bwMode="auto">
          <a:xfrm>
            <a:off x="357158" y="4000504"/>
            <a:ext cx="3024187" cy="576262"/>
            <a:chOff x="1338" y="1109"/>
            <a:chExt cx="3696" cy="384"/>
          </a:xfrm>
        </p:grpSpPr>
        <p:sp>
          <p:nvSpPr>
            <p:cNvPr id="12" name="圆角矩形 82024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3" name="文本框 820241"/>
            <p:cNvSpPr txBox="1">
              <a:spLocks noChangeArrowheads="1"/>
            </p:cNvSpPr>
            <p:nvPr/>
          </p:nvSpPr>
          <p:spPr bwMode="auto">
            <a:xfrm>
              <a:off x="1441" y="1122"/>
              <a:ext cx="3550" cy="307"/>
            </a:xfrm>
            <a:prstGeom prst="rect">
              <a:avLst/>
            </a:prstGeom>
            <a:noFill/>
            <a:ln w="9525">
              <a:noFill/>
              <a:miter lim="800000"/>
              <a:headEnd/>
              <a:tailEnd/>
            </a:ln>
          </p:spPr>
          <p:txBody>
            <a:bodyPr>
              <a:spAutoFit/>
            </a:bodyPr>
            <a:lstStyle/>
            <a:p>
              <a:pPr eaLnBrk="1" hangingPunct="1"/>
              <a:r>
                <a:rPr lang="en-US" altLang="zh-CN" sz="2400" b="1">
                  <a:solidFill>
                    <a:schemeClr val="bg1"/>
                  </a:solidFill>
                  <a:latin typeface="楷体" pitchFamily="49" charset="-122"/>
                  <a:ea typeface="楷体" pitchFamily="49" charset="-122"/>
                </a:rPr>
                <a:t>2 </a:t>
              </a:r>
              <a:r>
                <a:rPr lang="zh-CN" altLang="en-US" sz="2400" b="1">
                  <a:solidFill>
                    <a:schemeClr val="bg1"/>
                  </a:solidFill>
                  <a:latin typeface="楷体" pitchFamily="49" charset="-122"/>
                  <a:ea typeface="楷体" pitchFamily="49" charset="-122"/>
                </a:rPr>
                <a:t>社会革命的根源</a:t>
              </a:r>
              <a:r>
                <a:rPr lang="zh-CN" altLang="en-US" sz="2400" b="1">
                  <a:solidFill>
                    <a:schemeClr val="bg1"/>
                  </a:solidFill>
                  <a:latin typeface="楷体_GB2312" pitchFamily="49" charset="-122"/>
                  <a:ea typeface="楷体_GB2312" pitchFamily="49" charset="-122"/>
                </a:rPr>
                <a:t> </a:t>
              </a:r>
            </a:p>
          </p:txBody>
        </p:sp>
      </p:grpSp>
      <p:sp>
        <p:nvSpPr>
          <p:cNvPr id="14" name="矩形 820237"/>
          <p:cNvSpPr>
            <a:spLocks noChangeArrowheads="1"/>
          </p:cNvSpPr>
          <p:nvPr/>
        </p:nvSpPr>
        <p:spPr bwMode="auto">
          <a:xfrm>
            <a:off x="357158" y="4643446"/>
            <a:ext cx="8429684" cy="2097079"/>
          </a:xfrm>
          <a:prstGeom prst="rect">
            <a:avLst/>
          </a:prstGeom>
          <a:solidFill>
            <a:srgbClr val="D9F2AC"/>
          </a:solidFill>
          <a:ln w="9525">
            <a:solidFill>
              <a:srgbClr val="FF9900"/>
            </a:solidFill>
            <a:miter lim="800000"/>
            <a:headEnd/>
            <a:tailEnd/>
          </a:ln>
        </p:spPr>
        <p:txBody>
          <a:bodyPr/>
          <a:lstStyle/>
          <a:p>
            <a:pPr marL="342900" indent="-342900" eaLnBrk="1" hangingPunct="1">
              <a:lnSpc>
                <a:spcPct val="125000"/>
              </a:lnSpc>
              <a:spcBef>
                <a:spcPct val="20000"/>
              </a:spcBef>
              <a:buFontTx/>
              <a:buChar char="•"/>
            </a:pPr>
            <a:r>
              <a:rPr lang="zh-CN" altLang="en-US" sz="2000" b="1" dirty="0">
                <a:solidFill>
                  <a:srgbClr val="990000"/>
                </a:solidFill>
                <a:latin typeface="楷体" pitchFamily="49" charset="-122"/>
                <a:ea typeface="楷体" pitchFamily="49" charset="-122"/>
              </a:rPr>
              <a:t>生产力的发展和旧的生产关系、经济基础的发展和旧的上层建筑之间出现矛盾冲突，是社会革命爆发的根本原因。</a:t>
            </a:r>
          </a:p>
          <a:p>
            <a:pPr marL="342900" indent="-342900" eaLnBrk="1" hangingPunct="1">
              <a:lnSpc>
                <a:spcPct val="125000"/>
              </a:lnSpc>
              <a:spcBef>
                <a:spcPct val="20000"/>
              </a:spcBef>
              <a:buFontTx/>
              <a:buChar char="•"/>
            </a:pPr>
            <a:r>
              <a:rPr lang="zh-CN" altLang="en-US" sz="2000" b="1" dirty="0">
                <a:solidFill>
                  <a:srgbClr val="990000"/>
                </a:solidFill>
                <a:latin typeface="楷体" pitchFamily="49" charset="-122"/>
                <a:ea typeface="楷体" pitchFamily="49" charset="-122"/>
              </a:rPr>
              <a:t>社会革命是在一定的形式和条件下发生的。它的爆发要具备一定的客观条件（经济、政治、）、主观条件（革命阶级的觉悟程度、组织程度、群众的发动程度等）。</a:t>
            </a:r>
          </a:p>
        </p:txBody>
      </p:sp>
      <p:sp>
        <p:nvSpPr>
          <p:cNvPr id="15" name="矩形 820242" descr="白色大理石"/>
          <p:cNvSpPr>
            <a:spLocks noChangeArrowheads="1" noChangeShapeType="1" noTextEdit="1"/>
          </p:cNvSpPr>
          <p:nvPr/>
        </p:nvSpPr>
        <p:spPr bwMode="auto">
          <a:xfrm>
            <a:off x="3714744" y="4071942"/>
            <a:ext cx="4968875" cy="4572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kern="10" dirty="0">
                <a:ln w="9525">
                  <a:round/>
                  <a:headEnd/>
                  <a:tailEnd/>
                </a:ln>
                <a:blipFill dpi="0" rotWithShape="0">
                  <a:blip r:embed="rId2"/>
                  <a:srcRect/>
                  <a:tile tx="0" ty="0" sx="100000" sy="100000" flip="none" algn="tl"/>
                </a:blipFill>
                <a:latin typeface="宋体"/>
                <a:ea typeface="宋体"/>
              </a:rPr>
              <a:t>社会革命根源于社会基本矛盾的尖锐化</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矩形 821250"/>
          <p:cNvSpPr>
            <a:spLocks noChangeArrowheads="1"/>
          </p:cNvSpPr>
          <p:nvPr/>
        </p:nvSpPr>
        <p:spPr bwMode="auto">
          <a:xfrm>
            <a:off x="357158" y="1571612"/>
            <a:ext cx="8572560" cy="1143008"/>
          </a:xfrm>
          <a:prstGeom prst="rect">
            <a:avLst/>
          </a:prstGeom>
          <a:solidFill>
            <a:srgbClr val="D9F2AC"/>
          </a:solidFill>
          <a:ln w="9525">
            <a:solidFill>
              <a:srgbClr val="FF9900"/>
            </a:solidFill>
            <a:miter lim="800000"/>
            <a:headEnd/>
            <a:tailEnd/>
          </a:ln>
        </p:spPr>
        <p:txBody>
          <a:bodyPr/>
          <a:lstStyle/>
          <a:p>
            <a:pPr marL="342900" indent="-342900" eaLnBrk="1" hangingPunct="1">
              <a:lnSpc>
                <a:spcPct val="125000"/>
              </a:lnSpc>
              <a:spcBef>
                <a:spcPct val="20000"/>
              </a:spcBef>
              <a:buFontTx/>
              <a:buChar char="•"/>
            </a:pPr>
            <a:r>
              <a:rPr lang="zh-CN" altLang="en-US" sz="2400" b="1" dirty="0">
                <a:solidFill>
                  <a:srgbClr val="990000"/>
                </a:solidFill>
                <a:latin typeface="楷体" pitchFamily="49" charset="-122"/>
                <a:ea typeface="楷体" pitchFamily="49" charset="-122"/>
              </a:rPr>
              <a:t>社会革命是实现社会形态更替的重要手段和决定性环节。</a:t>
            </a:r>
          </a:p>
          <a:p>
            <a:pPr marL="342900" indent="-342900" eaLnBrk="1" hangingPunct="1">
              <a:lnSpc>
                <a:spcPct val="125000"/>
              </a:lnSpc>
              <a:spcBef>
                <a:spcPct val="20000"/>
              </a:spcBef>
              <a:buFontTx/>
              <a:buChar char="•"/>
            </a:pPr>
            <a:r>
              <a:rPr lang="zh-CN" altLang="en-US" sz="2400" b="1" dirty="0">
                <a:solidFill>
                  <a:srgbClr val="990000"/>
                </a:solidFill>
                <a:latin typeface="楷体" pitchFamily="49" charset="-122"/>
                <a:ea typeface="楷体" pitchFamily="49" charset="-122"/>
              </a:rPr>
              <a:t>社会革命能充分发挥人民群众创造历史的积极性和伟大作用</a:t>
            </a:r>
            <a:r>
              <a:rPr lang="zh-CN" altLang="en-US" sz="2400" b="1" dirty="0" smtClean="0">
                <a:solidFill>
                  <a:srgbClr val="990000"/>
                </a:solidFill>
                <a:latin typeface="楷体" pitchFamily="49" charset="-122"/>
                <a:ea typeface="楷体" pitchFamily="49" charset="-122"/>
              </a:rPr>
              <a:t>。</a:t>
            </a:r>
            <a:endParaRPr lang="zh-CN" altLang="en-US" sz="2400" b="1" dirty="0">
              <a:solidFill>
                <a:srgbClr val="990000"/>
              </a:solidFill>
              <a:latin typeface="楷体" pitchFamily="49" charset="-122"/>
              <a:ea typeface="楷体" pitchFamily="49" charset="-122"/>
            </a:endParaRPr>
          </a:p>
        </p:txBody>
      </p:sp>
      <p:grpSp>
        <p:nvGrpSpPr>
          <p:cNvPr id="2" name="组合 821261"/>
          <p:cNvGrpSpPr>
            <a:grpSpLocks/>
          </p:cNvGrpSpPr>
          <p:nvPr/>
        </p:nvGrpSpPr>
        <p:grpSpPr bwMode="auto">
          <a:xfrm>
            <a:off x="500034" y="428604"/>
            <a:ext cx="3024187" cy="576263"/>
            <a:chOff x="1338" y="1109"/>
            <a:chExt cx="3696" cy="384"/>
          </a:xfrm>
        </p:grpSpPr>
        <p:sp>
          <p:nvSpPr>
            <p:cNvPr id="96264" name="圆角矩形 821262"/>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96265" name="文本框 821263"/>
            <p:cNvSpPr txBox="1">
              <a:spLocks noChangeArrowheads="1"/>
            </p:cNvSpPr>
            <p:nvPr/>
          </p:nvSpPr>
          <p:spPr bwMode="auto">
            <a:xfrm>
              <a:off x="1441" y="1122"/>
              <a:ext cx="3550" cy="307"/>
            </a:xfrm>
            <a:prstGeom prst="rect">
              <a:avLst/>
            </a:prstGeom>
            <a:noFill/>
            <a:ln w="9525">
              <a:noFill/>
              <a:miter lim="800000"/>
              <a:headEnd/>
              <a:tailEnd/>
            </a:ln>
          </p:spPr>
          <p:txBody>
            <a:bodyPr>
              <a:spAutoFit/>
            </a:bodyPr>
            <a:lstStyle/>
            <a:p>
              <a:pPr eaLnBrk="1" hangingPunct="1"/>
              <a:r>
                <a:rPr lang="en-US" altLang="zh-CN" sz="2400" b="1" dirty="0">
                  <a:solidFill>
                    <a:schemeClr val="bg1"/>
                  </a:solidFill>
                  <a:latin typeface="楷体" pitchFamily="49" charset="-122"/>
                  <a:ea typeface="楷体" pitchFamily="49" charset="-122"/>
                </a:rPr>
                <a:t>3 </a:t>
              </a:r>
              <a:r>
                <a:rPr lang="zh-CN" altLang="en-US" sz="2400" b="1" dirty="0">
                  <a:solidFill>
                    <a:schemeClr val="bg1"/>
                  </a:solidFill>
                  <a:latin typeface="楷体" pitchFamily="49" charset="-122"/>
                  <a:ea typeface="楷体" pitchFamily="49" charset="-122"/>
                </a:rPr>
                <a:t>社会革命的作用</a:t>
              </a:r>
            </a:p>
          </p:txBody>
        </p:sp>
      </p:grpSp>
      <p:sp>
        <p:nvSpPr>
          <p:cNvPr id="6" name="矩形 818177"/>
          <p:cNvSpPr>
            <a:spLocks noChangeArrowheads="1"/>
          </p:cNvSpPr>
          <p:nvPr/>
        </p:nvSpPr>
        <p:spPr bwMode="auto">
          <a:xfrm>
            <a:off x="357158" y="2928934"/>
            <a:ext cx="8569325" cy="552450"/>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400">
                <a:solidFill>
                  <a:srgbClr val="0000FF"/>
                </a:solidFill>
                <a:latin typeface="黑体" pitchFamily="49" charset="-122"/>
                <a:ea typeface="黑体" pitchFamily="49" charset="-122"/>
              </a:rPr>
              <a:t>（三）马克思主义的阶级分析方法是认识阶级社会的科学方法</a:t>
            </a:r>
          </a:p>
        </p:txBody>
      </p:sp>
      <p:sp>
        <p:nvSpPr>
          <p:cNvPr id="7" name="矩形 818181"/>
          <p:cNvSpPr>
            <a:spLocks noChangeArrowheads="1"/>
          </p:cNvSpPr>
          <p:nvPr/>
        </p:nvSpPr>
        <p:spPr bwMode="auto">
          <a:xfrm>
            <a:off x="357158" y="3643314"/>
            <a:ext cx="8569325" cy="790575"/>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en-US" altLang="zh-CN" sz="1600" dirty="0">
                <a:solidFill>
                  <a:srgbClr val="3333FF"/>
                </a:solidFill>
                <a:latin typeface="幼圆" pitchFamily="49" charset="-122"/>
                <a:ea typeface="幼圆" pitchFamily="49" charset="-122"/>
              </a:rPr>
              <a:t> </a:t>
            </a:r>
            <a:r>
              <a:rPr lang="zh-CN" altLang="en-US" b="1" dirty="0">
                <a:solidFill>
                  <a:srgbClr val="3333FF"/>
                </a:solidFill>
                <a:latin typeface="幼圆" pitchFamily="49" charset="-122"/>
                <a:ea typeface="幼圆" pitchFamily="49" charset="-122"/>
              </a:rPr>
              <a:t>坚持阶级分析方法，就是运用马克思主义的阶级和阶级斗争观点去观察和认识阶级社会的社会历史现象。</a:t>
            </a:r>
          </a:p>
        </p:txBody>
      </p:sp>
      <p:sp>
        <p:nvSpPr>
          <p:cNvPr id="8" name="矩形 818178"/>
          <p:cNvSpPr>
            <a:spLocks noChangeArrowheads="1"/>
          </p:cNvSpPr>
          <p:nvPr/>
        </p:nvSpPr>
        <p:spPr bwMode="auto">
          <a:xfrm>
            <a:off x="357158" y="4572008"/>
            <a:ext cx="8528079" cy="911222"/>
          </a:xfrm>
          <a:prstGeom prst="rect">
            <a:avLst/>
          </a:prstGeom>
          <a:solidFill>
            <a:srgbClr val="D9F2AC"/>
          </a:solidFill>
          <a:ln w="9525">
            <a:solidFill>
              <a:srgbClr val="FF9900"/>
            </a:solidFill>
            <a:miter lim="800000"/>
            <a:headEnd/>
            <a:tailEnd/>
          </a:ln>
        </p:spPr>
        <p:txBody>
          <a:bodyPr/>
          <a:lstStyle/>
          <a:p>
            <a:pPr eaLnBrk="1" hangingPunct="1">
              <a:lnSpc>
                <a:spcPct val="120000"/>
              </a:lnSpc>
              <a:spcBef>
                <a:spcPct val="20000"/>
              </a:spcBef>
            </a:pPr>
            <a:r>
              <a:rPr lang="en-US" altLang="zh-CN" sz="2000" dirty="0">
                <a:solidFill>
                  <a:srgbClr val="663300"/>
                </a:solidFill>
              </a:rPr>
              <a:t>    </a:t>
            </a:r>
            <a:r>
              <a:rPr lang="en-US" altLang="zh-CN" sz="2000" dirty="0">
                <a:solidFill>
                  <a:srgbClr val="6633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阶级分析方法为我们透过纷繁复杂的阶级社会现象，认识阶级社会的本质和规律，提供了科学的指导。</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矩形 825346"/>
          <p:cNvSpPr>
            <a:spLocks noChangeArrowheads="1"/>
          </p:cNvSpPr>
          <p:nvPr/>
        </p:nvSpPr>
        <p:spPr bwMode="auto">
          <a:xfrm>
            <a:off x="468313" y="2357430"/>
            <a:ext cx="8175653" cy="1071571"/>
          </a:xfrm>
          <a:prstGeom prst="rect">
            <a:avLst/>
          </a:prstGeom>
          <a:solidFill>
            <a:srgbClr val="D9F2AC"/>
          </a:solidFill>
          <a:ln w="9525">
            <a:solidFill>
              <a:srgbClr val="FF9900"/>
            </a:solidFill>
            <a:miter lim="800000"/>
            <a:headEnd/>
            <a:tailEnd/>
          </a:ln>
        </p:spPr>
        <p:txBody>
          <a:bodyPr/>
          <a:lstStyle/>
          <a:p>
            <a:pPr marL="342900" indent="-342900" eaLnBrk="1" hangingPunct="1">
              <a:lnSpc>
                <a:spcPct val="120000"/>
              </a:lnSpc>
              <a:spcBef>
                <a:spcPct val="20000"/>
              </a:spcBef>
              <a:buFontTx/>
              <a:buChar char="•"/>
            </a:pPr>
            <a:r>
              <a:rPr lang="zh-CN" altLang="en-US" sz="2400" b="1" dirty="0">
                <a:solidFill>
                  <a:srgbClr val="990000"/>
                </a:solidFill>
                <a:latin typeface="楷体" pitchFamily="49" charset="-122"/>
                <a:ea typeface="楷体" pitchFamily="49" charset="-122"/>
              </a:rPr>
              <a:t>是在一定程度上解决社会基本矛盾，促进生产力发展，推动社会进步的有效途径和手段。</a:t>
            </a:r>
          </a:p>
        </p:txBody>
      </p:sp>
      <p:sp>
        <p:nvSpPr>
          <p:cNvPr id="98308" name="矩形 825355"/>
          <p:cNvSpPr>
            <a:spLocks noChangeArrowheads="1"/>
          </p:cNvSpPr>
          <p:nvPr/>
        </p:nvSpPr>
        <p:spPr bwMode="auto">
          <a:xfrm>
            <a:off x="500034" y="3500438"/>
            <a:ext cx="8143932" cy="927108"/>
          </a:xfrm>
          <a:prstGeom prst="rect">
            <a:avLst/>
          </a:prstGeom>
          <a:solidFill>
            <a:srgbClr val="D9F2AC"/>
          </a:solidFill>
          <a:ln w="9525">
            <a:solidFill>
              <a:srgbClr val="FF9900"/>
            </a:solidFill>
            <a:miter lim="800000"/>
            <a:headEnd/>
            <a:tailEnd/>
          </a:ln>
        </p:spPr>
        <p:txBody>
          <a:bodyPr/>
          <a:lstStyle/>
          <a:p>
            <a:pPr marL="342900" indent="-342900" eaLnBrk="1" hangingPunct="1">
              <a:lnSpc>
                <a:spcPct val="120000"/>
              </a:lnSpc>
              <a:spcBef>
                <a:spcPct val="20000"/>
              </a:spcBef>
              <a:buFontTx/>
              <a:buChar char="•"/>
            </a:pPr>
            <a:r>
              <a:rPr lang="zh-CN" altLang="en-US" sz="2400" b="1" dirty="0">
                <a:solidFill>
                  <a:srgbClr val="990000"/>
                </a:solidFill>
                <a:latin typeface="楷体" pitchFamily="49" charset="-122"/>
                <a:ea typeface="楷体" pitchFamily="49" charset="-122"/>
              </a:rPr>
              <a:t>所涉及的领域是多方面的，包括经济改革、政治改革、文化改革等。</a:t>
            </a:r>
          </a:p>
        </p:txBody>
      </p:sp>
      <p:grpSp>
        <p:nvGrpSpPr>
          <p:cNvPr id="2" name="组合 825356"/>
          <p:cNvGrpSpPr>
            <a:grpSpLocks/>
          </p:cNvGrpSpPr>
          <p:nvPr/>
        </p:nvGrpSpPr>
        <p:grpSpPr bwMode="auto">
          <a:xfrm>
            <a:off x="428596" y="1500174"/>
            <a:ext cx="5545137" cy="647700"/>
            <a:chOff x="1338" y="1109"/>
            <a:chExt cx="3696" cy="384"/>
          </a:xfrm>
        </p:grpSpPr>
        <p:sp>
          <p:nvSpPr>
            <p:cNvPr id="98310" name="圆角矩形 825357"/>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98311" name="文本框 825358"/>
            <p:cNvSpPr txBox="1">
              <a:spLocks noChangeArrowheads="1"/>
            </p:cNvSpPr>
            <p:nvPr/>
          </p:nvSpPr>
          <p:spPr bwMode="auto">
            <a:xfrm>
              <a:off x="1442" y="1122"/>
              <a:ext cx="3549" cy="273"/>
            </a:xfrm>
            <a:prstGeom prst="rect">
              <a:avLst/>
            </a:prstGeom>
            <a:noFill/>
            <a:ln w="9525">
              <a:noFill/>
              <a:miter lim="800000"/>
              <a:headEnd/>
              <a:tailEnd/>
            </a:ln>
          </p:spPr>
          <p:txBody>
            <a:bodyPr>
              <a:spAutoFit/>
            </a:bodyPr>
            <a:lstStyle/>
            <a:p>
              <a:pPr eaLnBrk="1" hangingPunct="1"/>
              <a:r>
                <a:rPr lang="en-US" altLang="zh-CN" sz="2400" b="1" dirty="0">
                  <a:solidFill>
                    <a:schemeClr val="bg1"/>
                  </a:solidFill>
                  <a:latin typeface="楷体" pitchFamily="49" charset="-122"/>
                  <a:ea typeface="楷体" pitchFamily="49" charset="-122"/>
                </a:rPr>
                <a:t>1 </a:t>
              </a:r>
              <a:r>
                <a:rPr lang="zh-CN" altLang="en-US" sz="2400" b="1" dirty="0">
                  <a:solidFill>
                    <a:schemeClr val="bg1"/>
                  </a:solidFill>
                  <a:latin typeface="楷体" pitchFamily="49" charset="-122"/>
                  <a:ea typeface="楷体" pitchFamily="49" charset="-122"/>
                </a:rPr>
                <a:t>改革在社会历史发展中的重要作用</a:t>
              </a:r>
            </a:p>
          </p:txBody>
        </p:sp>
      </p:grpSp>
      <p:sp>
        <p:nvSpPr>
          <p:cNvPr id="17" name="矩形 824326"/>
          <p:cNvSpPr>
            <a:spLocks noChangeArrowheads="1"/>
          </p:cNvSpPr>
          <p:nvPr/>
        </p:nvSpPr>
        <p:spPr bwMode="auto">
          <a:xfrm>
            <a:off x="428596" y="928670"/>
            <a:ext cx="8215370" cy="431800"/>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en-US" altLang="zh-CN" sz="1600" dirty="0">
                <a:solidFill>
                  <a:srgbClr val="3333FF"/>
                </a:solidFill>
                <a:latin typeface="幼圆" pitchFamily="49" charset="-122"/>
                <a:ea typeface="幼圆" pitchFamily="49" charset="-122"/>
              </a:rPr>
              <a:t>   </a:t>
            </a:r>
            <a:r>
              <a:rPr lang="zh-CN" altLang="en-US" b="1" dirty="0">
                <a:solidFill>
                  <a:srgbClr val="3333FF"/>
                </a:solidFill>
                <a:latin typeface="幼圆" pitchFamily="49" charset="-122"/>
                <a:ea typeface="幼圆" pitchFamily="49" charset="-122"/>
              </a:rPr>
              <a:t>改革是同一种社会形态发展过程中的量变，是推动社会发展的又一重要动力。</a:t>
            </a:r>
          </a:p>
        </p:txBody>
      </p:sp>
      <p:grpSp>
        <p:nvGrpSpPr>
          <p:cNvPr id="3" name="组合 826376"/>
          <p:cNvGrpSpPr>
            <a:grpSpLocks/>
          </p:cNvGrpSpPr>
          <p:nvPr/>
        </p:nvGrpSpPr>
        <p:grpSpPr bwMode="auto">
          <a:xfrm>
            <a:off x="500034" y="4643446"/>
            <a:ext cx="3602038" cy="576262"/>
            <a:chOff x="1338" y="1109"/>
            <a:chExt cx="3696" cy="384"/>
          </a:xfrm>
        </p:grpSpPr>
        <p:sp>
          <p:nvSpPr>
            <p:cNvPr id="19" name="圆角矩形 826377"/>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20" name="文本框 826378"/>
            <p:cNvSpPr txBox="1">
              <a:spLocks noChangeArrowheads="1"/>
            </p:cNvSpPr>
            <p:nvPr/>
          </p:nvSpPr>
          <p:spPr bwMode="auto">
            <a:xfrm>
              <a:off x="1442" y="1122"/>
              <a:ext cx="3549" cy="307"/>
            </a:xfrm>
            <a:prstGeom prst="rect">
              <a:avLst/>
            </a:prstGeom>
            <a:noFill/>
            <a:ln w="9525">
              <a:noFill/>
              <a:miter lim="800000"/>
              <a:headEnd/>
              <a:tailEnd/>
            </a:ln>
          </p:spPr>
          <p:txBody>
            <a:bodyPr>
              <a:spAutoFit/>
            </a:bodyPr>
            <a:lstStyle/>
            <a:p>
              <a:pPr eaLnBrk="1" hangingPunct="1"/>
              <a:r>
                <a:rPr lang="en-US" altLang="zh-CN" sz="2400" b="1" dirty="0">
                  <a:solidFill>
                    <a:schemeClr val="bg1"/>
                  </a:solidFill>
                  <a:latin typeface="楷体" pitchFamily="49" charset="-122"/>
                  <a:ea typeface="楷体" pitchFamily="49" charset="-122"/>
                </a:rPr>
                <a:t>2 </a:t>
              </a:r>
              <a:r>
                <a:rPr lang="zh-CN" altLang="en-US" sz="2400" b="1" dirty="0">
                  <a:solidFill>
                    <a:schemeClr val="bg1"/>
                  </a:solidFill>
                  <a:latin typeface="楷体" pitchFamily="49" charset="-122"/>
                  <a:ea typeface="楷体" pitchFamily="49" charset="-122"/>
                </a:rPr>
                <a:t>社会发展离不开改革</a:t>
              </a:r>
            </a:p>
          </p:txBody>
        </p:sp>
      </p:grpSp>
      <p:sp>
        <p:nvSpPr>
          <p:cNvPr id="21" name="矩形 826370"/>
          <p:cNvSpPr>
            <a:spLocks noChangeArrowheads="1"/>
          </p:cNvSpPr>
          <p:nvPr/>
        </p:nvSpPr>
        <p:spPr bwMode="auto">
          <a:xfrm>
            <a:off x="4214810" y="4500571"/>
            <a:ext cx="4429156" cy="857256"/>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sz="2000" dirty="0">
                <a:solidFill>
                  <a:srgbClr val="6633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不同历史时期的统治阶级都曾经采取过一定的改革措施。</a:t>
            </a:r>
          </a:p>
        </p:txBody>
      </p:sp>
      <p:grpSp>
        <p:nvGrpSpPr>
          <p:cNvPr id="4" name="组合 827402"/>
          <p:cNvGrpSpPr>
            <a:grpSpLocks/>
          </p:cNvGrpSpPr>
          <p:nvPr/>
        </p:nvGrpSpPr>
        <p:grpSpPr bwMode="auto">
          <a:xfrm>
            <a:off x="500034" y="5572140"/>
            <a:ext cx="6480175" cy="576263"/>
            <a:chOff x="1338" y="1109"/>
            <a:chExt cx="3696" cy="384"/>
          </a:xfrm>
        </p:grpSpPr>
        <p:sp>
          <p:nvSpPr>
            <p:cNvPr id="23" name="圆角矩形 827403"/>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24" name="文本框 827404"/>
            <p:cNvSpPr txBox="1">
              <a:spLocks noChangeArrowheads="1"/>
            </p:cNvSpPr>
            <p:nvPr/>
          </p:nvSpPr>
          <p:spPr bwMode="auto">
            <a:xfrm>
              <a:off x="1379" y="1109"/>
              <a:ext cx="3549" cy="307"/>
            </a:xfrm>
            <a:prstGeom prst="rect">
              <a:avLst/>
            </a:prstGeom>
            <a:noFill/>
            <a:ln w="9525">
              <a:noFill/>
              <a:miter lim="800000"/>
              <a:headEnd/>
              <a:tailEnd/>
            </a:ln>
          </p:spPr>
          <p:txBody>
            <a:bodyPr>
              <a:spAutoFit/>
            </a:bodyPr>
            <a:lstStyle/>
            <a:p>
              <a:pPr eaLnBrk="1" hangingPunct="1"/>
              <a:r>
                <a:rPr lang="en-US" altLang="zh-CN" sz="2400" b="1" dirty="0">
                  <a:solidFill>
                    <a:schemeClr val="bg1"/>
                  </a:solidFill>
                  <a:latin typeface="楷体" pitchFamily="49" charset="-122"/>
                  <a:ea typeface="楷体" pitchFamily="49" charset="-122"/>
                </a:rPr>
                <a:t>3 </a:t>
              </a:r>
              <a:r>
                <a:rPr lang="zh-CN" altLang="en-US" sz="2400" b="1" dirty="0">
                  <a:solidFill>
                    <a:schemeClr val="bg1"/>
                  </a:solidFill>
                  <a:latin typeface="楷体" pitchFamily="49" charset="-122"/>
                  <a:ea typeface="楷体" pitchFamily="49" charset="-122"/>
                </a:rPr>
                <a:t>社会主义社会的改革是一场伟大</a:t>
              </a:r>
              <a:r>
                <a:rPr lang="zh-CN" altLang="en-US" sz="2400" b="1" dirty="0" smtClean="0">
                  <a:solidFill>
                    <a:schemeClr val="bg1"/>
                  </a:solidFill>
                  <a:latin typeface="楷体" pitchFamily="49" charset="-122"/>
                  <a:ea typeface="楷体" pitchFamily="49" charset="-122"/>
                </a:rPr>
                <a:t>的革命</a:t>
              </a:r>
              <a:endParaRPr lang="zh-CN" altLang="en-US" sz="2400" b="1" dirty="0">
                <a:solidFill>
                  <a:schemeClr val="bg1"/>
                </a:solidFill>
                <a:latin typeface="楷体" pitchFamily="49" charset="-122"/>
                <a:ea typeface="楷体" pitchFamily="49" charset="-122"/>
              </a:endParaRPr>
            </a:p>
          </p:txBody>
        </p:sp>
      </p:grpSp>
      <p:sp>
        <p:nvSpPr>
          <p:cNvPr id="25" name="圆角矩形 6"/>
          <p:cNvSpPr>
            <a:spLocks noChangeArrowheads="1"/>
          </p:cNvSpPr>
          <p:nvPr/>
        </p:nvSpPr>
        <p:spPr bwMode="auto">
          <a:xfrm>
            <a:off x="500034" y="6215082"/>
            <a:ext cx="8215370" cy="503237"/>
          </a:xfrm>
          <a:prstGeom prst="roundRect">
            <a:avLst>
              <a:gd name="adj" fmla="val 16667"/>
            </a:avLst>
          </a:prstGeom>
          <a:solidFill>
            <a:srgbClr val="DDF0C8"/>
          </a:solidFill>
          <a:ln w="9525">
            <a:noFill/>
            <a:round/>
            <a:headEnd/>
            <a:tailEnd/>
          </a:ln>
        </p:spPr>
        <p:txBody>
          <a:bodyPr/>
          <a:lstStyle/>
          <a:p>
            <a:pPr eaLnBrk="1" hangingPunct="1">
              <a:lnSpc>
                <a:spcPct val="125000"/>
              </a:lnSpc>
            </a:pPr>
            <a:r>
              <a:rPr lang="en-US" altLang="zh-CN" dirty="0">
                <a:solidFill>
                  <a:srgbClr val="960000"/>
                </a:solidFill>
                <a:latin typeface="华文新魏" pitchFamily="2" charset="-122"/>
                <a:ea typeface="华文新魏" pitchFamily="2" charset="-122"/>
              </a:rPr>
              <a:t>    </a:t>
            </a:r>
            <a:r>
              <a:rPr lang="zh-CN" altLang="en-US" sz="1600" b="1" dirty="0">
                <a:solidFill>
                  <a:srgbClr val="0000FF"/>
                </a:solidFill>
                <a:latin typeface="幼圆" pitchFamily="49" charset="-122"/>
                <a:ea typeface="幼圆" pitchFamily="49" charset="-122"/>
              </a:rPr>
              <a:t>从用新体制代替旧体制并解放生产力这个意义上说，</a:t>
            </a:r>
            <a:r>
              <a:rPr lang="zh-CN" altLang="en-US" b="1" dirty="0">
                <a:solidFill>
                  <a:srgbClr val="FF0000"/>
                </a:solidFill>
                <a:latin typeface="幼圆" pitchFamily="49" charset="-122"/>
                <a:ea typeface="幼圆" pitchFamily="49" charset="-122"/>
              </a:rPr>
              <a:t>改革也是一场革命。</a:t>
            </a:r>
          </a:p>
        </p:txBody>
      </p:sp>
      <p:sp>
        <p:nvSpPr>
          <p:cNvPr id="18" name="矩形 818177"/>
          <p:cNvSpPr>
            <a:spLocks noChangeArrowheads="1"/>
          </p:cNvSpPr>
          <p:nvPr/>
        </p:nvSpPr>
        <p:spPr bwMode="auto">
          <a:xfrm>
            <a:off x="428597" y="142852"/>
            <a:ext cx="8215370" cy="553998"/>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400" dirty="0" smtClean="0">
                <a:solidFill>
                  <a:srgbClr val="0000FF"/>
                </a:solidFill>
                <a:latin typeface="黑体" pitchFamily="49" charset="-122"/>
                <a:ea typeface="黑体" pitchFamily="49" charset="-122"/>
              </a:rPr>
              <a:t>（四）改革在社会发展中的作用</a:t>
            </a:r>
            <a:endParaRPr lang="zh-CN" altLang="en-US" sz="2400" dirty="0">
              <a:solidFill>
                <a:srgbClr val="0000FF"/>
              </a:solidFill>
              <a:latin typeface="黑体" pitchFamily="49" charset="-122"/>
              <a:ea typeface="黑体" pitchFamily="49"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矩形 830465"/>
          <p:cNvSpPr>
            <a:spLocks noChangeArrowheads="1"/>
          </p:cNvSpPr>
          <p:nvPr/>
        </p:nvSpPr>
        <p:spPr bwMode="auto">
          <a:xfrm>
            <a:off x="323850" y="333375"/>
            <a:ext cx="5976938" cy="630238"/>
          </a:xfrm>
          <a:prstGeom prst="rect">
            <a:avLst/>
          </a:prstGeom>
          <a:solidFill>
            <a:srgbClr val="CCECFF"/>
          </a:solidFill>
          <a:ln w="38100">
            <a:noFill/>
            <a:miter lim="800000"/>
            <a:headEnd/>
            <a:tailEnd/>
          </a:ln>
        </p:spPr>
        <p:txBody>
          <a:bodyPr>
            <a:spAutoFit/>
          </a:bodyPr>
          <a:lstStyle/>
          <a:p>
            <a:pPr>
              <a:lnSpc>
                <a:spcPct val="125000"/>
              </a:lnSpc>
              <a:spcBef>
                <a:spcPct val="50000"/>
              </a:spcBef>
            </a:pPr>
            <a:r>
              <a:rPr lang="zh-CN" altLang="en-US" sz="2800" b="1" noProof="1">
                <a:solidFill>
                  <a:srgbClr val="FF0066"/>
                </a:solidFill>
                <a:latin typeface="幼圆" pitchFamily="49" charset="-122"/>
                <a:ea typeface="幼圆" pitchFamily="49" charset="-122"/>
                <a:sym typeface="+mn-ea"/>
              </a:rPr>
              <a:t>三</a:t>
            </a:r>
            <a:r>
              <a:rPr lang="zh-CN" altLang="en-US" sz="2800" b="1" noProof="1" smtClean="0">
                <a:solidFill>
                  <a:srgbClr val="FF0066"/>
                </a:solidFill>
                <a:latin typeface="幼圆" pitchFamily="49" charset="-122"/>
                <a:ea typeface="幼圆" pitchFamily="49" charset="-122"/>
                <a:sym typeface="+mn-ea"/>
              </a:rPr>
              <a:t>、</a:t>
            </a:r>
            <a:r>
              <a:rPr lang="zh-CN" altLang="en-US" sz="2800" b="1" noProof="1">
                <a:solidFill>
                  <a:srgbClr val="FF0066"/>
                </a:solidFill>
                <a:latin typeface="幼圆" pitchFamily="49" charset="-122"/>
                <a:ea typeface="幼圆" pitchFamily="49" charset="-122"/>
                <a:sym typeface="+mn-ea"/>
              </a:rPr>
              <a:t>科学技术在社会发展中的作用</a:t>
            </a:r>
          </a:p>
        </p:txBody>
      </p:sp>
      <p:sp>
        <p:nvSpPr>
          <p:cNvPr id="102404" name="矩形 830467"/>
          <p:cNvSpPr>
            <a:spLocks noChangeArrowheads="1"/>
          </p:cNvSpPr>
          <p:nvPr/>
        </p:nvSpPr>
        <p:spPr bwMode="auto">
          <a:xfrm>
            <a:off x="357158" y="1071546"/>
            <a:ext cx="7429552" cy="431800"/>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zh-CN" altLang="en-US" sz="1600" b="1" dirty="0">
                <a:solidFill>
                  <a:srgbClr val="3333FF"/>
                </a:solidFill>
                <a:latin typeface="幼圆" pitchFamily="49" charset="-122"/>
                <a:ea typeface="幼圆" pitchFamily="49" charset="-122"/>
              </a:rPr>
              <a:t>科学技术作为先进生产力的标志，对于推动社会发展有着非常重要的作用。</a:t>
            </a:r>
          </a:p>
        </p:txBody>
      </p:sp>
      <p:sp>
        <p:nvSpPr>
          <p:cNvPr id="102405" name="矩形 830470"/>
          <p:cNvSpPr>
            <a:spLocks noChangeArrowheads="1"/>
          </p:cNvSpPr>
          <p:nvPr/>
        </p:nvSpPr>
        <p:spPr bwMode="auto">
          <a:xfrm>
            <a:off x="684213" y="1700213"/>
            <a:ext cx="4248150" cy="1800225"/>
          </a:xfrm>
          <a:prstGeom prst="rect">
            <a:avLst/>
          </a:prstGeom>
          <a:solidFill>
            <a:srgbClr val="D9F2AC"/>
          </a:solidFill>
          <a:ln w="9525">
            <a:solidFill>
              <a:srgbClr val="FF9900"/>
            </a:solidFill>
            <a:miter lim="800000"/>
            <a:headEnd/>
            <a:tailEnd/>
          </a:ln>
        </p:spPr>
        <p:txBody>
          <a:bodyPr/>
          <a:lstStyle/>
          <a:p>
            <a:pPr eaLnBrk="1" hangingPunct="1">
              <a:lnSpc>
                <a:spcPct val="120000"/>
              </a:lnSpc>
              <a:spcBef>
                <a:spcPct val="20000"/>
              </a:spcBef>
            </a:pPr>
            <a:r>
              <a:rPr lang="zh-CN" altLang="en-US" sz="2000" b="1">
                <a:solidFill>
                  <a:srgbClr val="3333FF"/>
                </a:solidFill>
                <a:latin typeface="幼圆" pitchFamily="49" charset="-122"/>
                <a:ea typeface="幼圆" pitchFamily="49" charset="-122"/>
              </a:rPr>
              <a:t>科 学</a:t>
            </a:r>
          </a:p>
          <a:p>
            <a:pPr eaLnBrk="1" hangingPunct="1">
              <a:lnSpc>
                <a:spcPct val="120000"/>
              </a:lnSpc>
              <a:spcBef>
                <a:spcPct val="20000"/>
              </a:spcBef>
            </a:pPr>
            <a:r>
              <a:rPr lang="zh-CN" altLang="en-US" sz="1600" b="1">
                <a:solidFill>
                  <a:srgbClr val="990000"/>
                </a:solidFill>
              </a:rPr>
              <a:t> </a:t>
            </a:r>
            <a:r>
              <a:rPr lang="zh-CN" altLang="en-US" sz="1600" b="1">
                <a:solidFill>
                  <a:srgbClr val="990000"/>
                </a:solidFill>
                <a:latin typeface="楷体" pitchFamily="49" charset="-122"/>
                <a:ea typeface="楷体" pitchFamily="49" charset="-122"/>
              </a:rPr>
              <a:t> </a:t>
            </a:r>
            <a:r>
              <a:rPr lang="zh-CN" altLang="en-US" b="1">
                <a:solidFill>
                  <a:srgbClr val="990000"/>
                </a:solidFill>
                <a:latin typeface="楷体" pitchFamily="49" charset="-122"/>
                <a:ea typeface="楷体" pitchFamily="49" charset="-122"/>
              </a:rPr>
              <a:t>对客观世界的认识，是反映客观事实和客观规律的知识体系及其相关的活动。主要分为自然科学、社会科学和思维科学。</a:t>
            </a:r>
          </a:p>
        </p:txBody>
      </p:sp>
      <p:sp>
        <p:nvSpPr>
          <p:cNvPr id="102407" name="矩形 830473"/>
          <p:cNvSpPr>
            <a:spLocks noChangeArrowheads="1"/>
          </p:cNvSpPr>
          <p:nvPr/>
        </p:nvSpPr>
        <p:spPr bwMode="auto">
          <a:xfrm>
            <a:off x="5072066" y="1714489"/>
            <a:ext cx="3786214" cy="1785950"/>
          </a:xfrm>
          <a:prstGeom prst="rect">
            <a:avLst/>
          </a:prstGeom>
          <a:solidFill>
            <a:srgbClr val="D9F2AC"/>
          </a:solidFill>
          <a:ln w="9525">
            <a:solidFill>
              <a:srgbClr val="FF9900"/>
            </a:solidFill>
            <a:miter lim="800000"/>
            <a:headEnd/>
            <a:tailEnd/>
          </a:ln>
        </p:spPr>
        <p:txBody>
          <a:bodyPr/>
          <a:lstStyle/>
          <a:p>
            <a:pPr marL="266700" indent="-266700" eaLnBrk="1" hangingPunct="1">
              <a:lnSpc>
                <a:spcPct val="120000"/>
              </a:lnSpc>
              <a:spcBef>
                <a:spcPct val="20000"/>
              </a:spcBef>
            </a:pPr>
            <a:r>
              <a:rPr lang="zh-CN" altLang="en-US" sz="2000" b="1" dirty="0">
                <a:solidFill>
                  <a:srgbClr val="3333FF"/>
                </a:solidFill>
                <a:latin typeface="幼圆" pitchFamily="49" charset="-122"/>
                <a:ea typeface="幼圆" pitchFamily="49" charset="-122"/>
              </a:rPr>
              <a:t>技 术</a:t>
            </a:r>
          </a:p>
          <a:p>
            <a:pPr marL="266700" indent="-266700" eaLnBrk="1" hangingPunct="1">
              <a:lnSpc>
                <a:spcPct val="120000"/>
              </a:lnSpc>
              <a:spcBef>
                <a:spcPct val="20000"/>
              </a:spcBef>
            </a:pPr>
            <a:r>
              <a:rPr lang="zh-CN" altLang="en-US" b="1" dirty="0">
                <a:solidFill>
                  <a:srgbClr val="990000"/>
                </a:solidFill>
                <a:latin typeface="楷体" pitchFamily="49" charset="-122"/>
                <a:ea typeface="楷体" pitchFamily="49" charset="-122"/>
              </a:rPr>
              <a:t>广义：包括生产技术和非生产技术。</a:t>
            </a:r>
          </a:p>
          <a:p>
            <a:pPr marL="266700" indent="-266700" eaLnBrk="1" hangingPunct="1">
              <a:lnSpc>
                <a:spcPct val="120000"/>
              </a:lnSpc>
              <a:spcBef>
                <a:spcPct val="20000"/>
              </a:spcBef>
            </a:pPr>
            <a:r>
              <a:rPr lang="zh-CN" altLang="en-US" b="1" dirty="0">
                <a:solidFill>
                  <a:srgbClr val="990000"/>
                </a:solidFill>
                <a:latin typeface="楷体" pitchFamily="49" charset="-122"/>
                <a:ea typeface="楷体" pitchFamily="49" charset="-122"/>
              </a:rPr>
              <a:t>狭义：生产技术，即人类改造自然、进行生产的方法与手段。</a:t>
            </a:r>
          </a:p>
        </p:txBody>
      </p:sp>
      <p:sp>
        <p:nvSpPr>
          <p:cNvPr id="102409" name="矩形 830479"/>
          <p:cNvSpPr>
            <a:spLocks noChangeArrowheads="1"/>
          </p:cNvSpPr>
          <p:nvPr/>
        </p:nvSpPr>
        <p:spPr bwMode="auto">
          <a:xfrm>
            <a:off x="714348" y="3786190"/>
            <a:ext cx="8143932"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dirty="0">
                <a:solidFill>
                  <a:srgbClr val="0000FF"/>
                </a:solidFill>
                <a:latin typeface="黑体" pitchFamily="49" charset="-122"/>
                <a:ea typeface="黑体" pitchFamily="49" charset="-122"/>
              </a:rPr>
              <a:t>（一）科技革命是推动经济和社会发展的强大杠杆 </a:t>
            </a:r>
          </a:p>
        </p:txBody>
      </p:sp>
      <p:sp>
        <p:nvSpPr>
          <p:cNvPr id="102410" name="矩形 830480"/>
          <p:cNvSpPr>
            <a:spLocks noChangeArrowheads="1"/>
          </p:cNvSpPr>
          <p:nvPr/>
        </p:nvSpPr>
        <p:spPr bwMode="auto">
          <a:xfrm>
            <a:off x="714348" y="5929330"/>
            <a:ext cx="8143932"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dirty="0">
                <a:solidFill>
                  <a:srgbClr val="0000FF"/>
                </a:solidFill>
                <a:latin typeface="黑体" pitchFamily="49" charset="-122"/>
                <a:ea typeface="黑体" pitchFamily="49" charset="-122"/>
              </a:rPr>
              <a:t>（二）正确把握科学技术的社会</a:t>
            </a:r>
            <a:r>
              <a:rPr lang="zh-CN" altLang="en-US" sz="2000" dirty="0" smtClean="0">
                <a:solidFill>
                  <a:srgbClr val="0000FF"/>
                </a:solidFill>
                <a:latin typeface="黑体" pitchFamily="49" charset="-122"/>
                <a:ea typeface="黑体" pitchFamily="49" charset="-122"/>
              </a:rPr>
              <a:t>作用（克服消极影响，保证正确运用）</a:t>
            </a:r>
            <a:endParaRPr lang="zh-CN" altLang="en-US" sz="2000" dirty="0">
              <a:solidFill>
                <a:srgbClr val="0000FF"/>
              </a:solidFill>
              <a:latin typeface="黑体" pitchFamily="49" charset="-122"/>
              <a:ea typeface="黑体" pitchFamily="49" charset="-122"/>
            </a:endParaRPr>
          </a:p>
        </p:txBody>
      </p:sp>
      <p:sp>
        <p:nvSpPr>
          <p:cNvPr id="102411" name="矩形 830478"/>
          <p:cNvSpPr>
            <a:spLocks noChangeArrowheads="1" noChangeShapeType="1" noTextEdit="1"/>
          </p:cNvSpPr>
          <p:nvPr/>
        </p:nvSpPr>
        <p:spPr bwMode="auto">
          <a:xfrm rot="5400000">
            <a:off x="-1908174" y="3644900"/>
            <a:ext cx="4464050" cy="288925"/>
          </a:xfrm>
          <a:prstGeom prst="rect">
            <a:avLst/>
          </a:prstGeom>
        </p:spPr>
        <p:txBody>
          <a:bodyPr vert="eaVert" wrap="none" fromWordArt="1">
            <a:prstTxWarp prst="textPlain">
              <a:avLst>
                <a:gd name="adj" fmla="val 50000"/>
              </a:avLst>
            </a:prstTxWarp>
            <a:scene3d>
              <a:camera prst="legacyPerspectiveFront">
                <a:rot lat="20639990" lon="20699975" rev="0"/>
              </a:camera>
              <a:lightRig rig="legacyNormal3" dir="l"/>
            </a:scene3d>
            <a:sp3d extrusionH="201600" prstMaterial="legacyPlastic">
              <a:extrusionClr>
                <a:srgbClr val="FF9966"/>
              </a:extrusionClr>
            </a:sp3d>
          </a:bodyPr>
          <a:lstStyle/>
          <a:p>
            <a:pPr algn="ctr" fontAlgn="auto"/>
            <a:r>
              <a:rPr lang="zh-CN" altLang="en-US" sz="3600" kern="10">
                <a:ln w="9525">
                  <a:round/>
                  <a:headEnd/>
                  <a:tailEnd/>
                </a:ln>
                <a:solidFill>
                  <a:srgbClr val="CC0000"/>
                </a:solidFill>
                <a:latin typeface="宋体"/>
                <a:ea typeface="宋体"/>
              </a:rPr>
              <a:t>科学技术是一个复合概念</a:t>
            </a:r>
          </a:p>
        </p:txBody>
      </p:sp>
      <p:grpSp>
        <p:nvGrpSpPr>
          <p:cNvPr id="2" name="组合 832523"/>
          <p:cNvGrpSpPr>
            <a:grpSpLocks/>
          </p:cNvGrpSpPr>
          <p:nvPr/>
        </p:nvGrpSpPr>
        <p:grpSpPr bwMode="auto">
          <a:xfrm>
            <a:off x="714349" y="4357694"/>
            <a:ext cx="8143931" cy="629515"/>
            <a:chOff x="1338" y="1109"/>
            <a:chExt cx="3696" cy="384"/>
          </a:xfrm>
        </p:grpSpPr>
        <p:sp>
          <p:nvSpPr>
            <p:cNvPr id="12" name="圆角矩形 832524"/>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3" name="文本框 832525"/>
            <p:cNvSpPr txBox="1">
              <a:spLocks noChangeArrowheads="1"/>
            </p:cNvSpPr>
            <p:nvPr/>
          </p:nvSpPr>
          <p:spPr bwMode="auto">
            <a:xfrm>
              <a:off x="1435" y="1196"/>
              <a:ext cx="3547" cy="244"/>
            </a:xfrm>
            <a:prstGeom prst="rect">
              <a:avLst/>
            </a:prstGeom>
            <a:noFill/>
            <a:ln w="9525">
              <a:noFill/>
              <a:miter lim="800000"/>
              <a:headEnd/>
              <a:tailEnd/>
            </a:ln>
          </p:spPr>
          <p:txBody>
            <a:bodyPr>
              <a:spAutoFit/>
            </a:bodyPr>
            <a:lstStyle/>
            <a:p>
              <a:pPr eaLnBrk="1" hangingPunct="1"/>
              <a:r>
                <a:rPr lang="en-US" altLang="zh-CN" sz="2000" b="1" dirty="0">
                  <a:solidFill>
                    <a:schemeClr val="bg1"/>
                  </a:solidFill>
                  <a:latin typeface="楷体" pitchFamily="49" charset="-122"/>
                  <a:ea typeface="楷体" pitchFamily="49" charset="-122"/>
                </a:rPr>
                <a:t>1 </a:t>
              </a:r>
              <a:r>
                <a:rPr lang="zh-CN" altLang="en-US" sz="2000" b="1" dirty="0">
                  <a:solidFill>
                    <a:schemeClr val="bg1"/>
                  </a:solidFill>
                  <a:latin typeface="楷体" pitchFamily="49" charset="-122"/>
                  <a:ea typeface="楷体" pitchFamily="49" charset="-122"/>
                </a:rPr>
                <a:t>科技革命极大地推动了社会历史的进步</a:t>
              </a:r>
            </a:p>
          </p:txBody>
        </p:sp>
      </p:grpSp>
      <p:grpSp>
        <p:nvGrpSpPr>
          <p:cNvPr id="3" name="组合 832526"/>
          <p:cNvGrpSpPr>
            <a:grpSpLocks/>
          </p:cNvGrpSpPr>
          <p:nvPr/>
        </p:nvGrpSpPr>
        <p:grpSpPr bwMode="auto">
          <a:xfrm>
            <a:off x="714349" y="5143512"/>
            <a:ext cx="8143932" cy="555619"/>
            <a:chOff x="1338" y="1109"/>
            <a:chExt cx="3696" cy="384"/>
          </a:xfrm>
        </p:grpSpPr>
        <p:sp>
          <p:nvSpPr>
            <p:cNvPr id="15" name="圆角矩形 832527"/>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6" name="文本框 832528"/>
            <p:cNvSpPr txBox="1">
              <a:spLocks noChangeArrowheads="1"/>
            </p:cNvSpPr>
            <p:nvPr/>
          </p:nvSpPr>
          <p:spPr bwMode="auto">
            <a:xfrm>
              <a:off x="1442" y="1122"/>
              <a:ext cx="3548" cy="277"/>
            </a:xfrm>
            <a:prstGeom prst="rect">
              <a:avLst/>
            </a:prstGeom>
            <a:noFill/>
            <a:ln w="9525">
              <a:noFill/>
              <a:miter lim="800000"/>
              <a:headEnd/>
              <a:tailEnd/>
            </a:ln>
          </p:spPr>
          <p:txBody>
            <a:bodyPr>
              <a:spAutoFit/>
            </a:bodyPr>
            <a:lstStyle/>
            <a:p>
              <a:pPr eaLnBrk="1" hangingPunct="1"/>
              <a:r>
                <a:rPr lang="en-US" altLang="zh-CN" sz="2000" b="1" dirty="0">
                  <a:solidFill>
                    <a:schemeClr val="bg1"/>
                  </a:solidFill>
                  <a:latin typeface="楷体" pitchFamily="49" charset="-122"/>
                  <a:ea typeface="楷体" pitchFamily="49" charset="-122"/>
                </a:rPr>
                <a:t>2 </a:t>
              </a:r>
              <a:r>
                <a:rPr lang="zh-CN" altLang="en-US" sz="2000" b="1" dirty="0">
                  <a:solidFill>
                    <a:schemeClr val="bg1"/>
                  </a:solidFill>
                  <a:latin typeface="楷体" pitchFamily="49" charset="-122"/>
                  <a:ea typeface="楷体" pitchFamily="49" charset="-122"/>
                </a:rPr>
                <a:t>科技革命</a:t>
              </a:r>
              <a:r>
                <a:rPr lang="zh-CN" altLang="en-US" sz="2000" b="1" dirty="0" smtClean="0">
                  <a:solidFill>
                    <a:schemeClr val="bg1"/>
                  </a:solidFill>
                  <a:latin typeface="楷体" pitchFamily="49" charset="-122"/>
                  <a:ea typeface="楷体" pitchFamily="49" charset="-122"/>
                </a:rPr>
                <a:t>对生产</a:t>
              </a:r>
              <a:r>
                <a:rPr lang="zh-CN" altLang="en-US" sz="2000" b="1" dirty="0" smtClean="0">
                  <a:solidFill>
                    <a:schemeClr val="bg1"/>
                  </a:solidFill>
                  <a:latin typeface="楷体" pitchFamily="49" charset="-122"/>
                  <a:ea typeface="楷体" pitchFamily="49" charset="-122"/>
                </a:rPr>
                <a:t>、</a:t>
              </a:r>
              <a:r>
                <a:rPr lang="zh-CN" altLang="en-US" sz="2000" b="1" dirty="0" smtClean="0">
                  <a:solidFill>
                    <a:schemeClr val="bg1"/>
                  </a:solidFill>
                  <a:latin typeface="楷体" pitchFamily="49" charset="-122"/>
                  <a:ea typeface="楷体" pitchFamily="49" charset="-122"/>
                </a:rPr>
                <a:t>生活和思维方式的影响</a:t>
              </a:r>
              <a:endParaRPr lang="zh-CN" altLang="en-US" sz="2000" b="1" dirty="0">
                <a:solidFill>
                  <a:schemeClr val="bg1"/>
                </a:solidFill>
                <a:latin typeface="楷体" pitchFamily="49" charset="-122"/>
                <a:ea typeface="楷体" pitchFamily="49" charset="-122"/>
              </a:endParaRPr>
            </a:p>
          </p:txBody>
        </p:sp>
      </p:gr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矩形 756740"/>
          <p:cNvSpPr>
            <a:spLocks noChangeArrowheads="1"/>
          </p:cNvSpPr>
          <p:nvPr/>
        </p:nvSpPr>
        <p:spPr bwMode="auto">
          <a:xfrm>
            <a:off x="357158" y="3429000"/>
            <a:ext cx="8101042" cy="2843234"/>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zh-CN" altLang="en-US" sz="2400" b="1" dirty="0" smtClean="0">
                <a:solidFill>
                  <a:srgbClr val="3333FF"/>
                </a:solidFill>
                <a:latin typeface="楷体" pitchFamily="49" charset="-122"/>
                <a:ea typeface="楷体" pitchFamily="49" charset="-122"/>
              </a:rPr>
              <a:t>文化对社会发展有着巨大的影响：</a:t>
            </a:r>
            <a:endParaRPr lang="en-US" altLang="zh-CN" sz="2400" b="1" dirty="0" smtClean="0">
              <a:solidFill>
                <a:srgbClr val="3333FF"/>
              </a:solidFill>
              <a:latin typeface="楷体" pitchFamily="49" charset="-122"/>
              <a:ea typeface="楷体" pitchFamily="49" charset="-122"/>
            </a:endParaRPr>
          </a:p>
          <a:p>
            <a:pPr eaLnBrk="1" hangingPunct="1">
              <a:lnSpc>
                <a:spcPct val="125000"/>
              </a:lnSpc>
              <a:spcBef>
                <a:spcPct val="20000"/>
              </a:spcBef>
            </a:pPr>
            <a:r>
              <a:rPr lang="zh-CN" altLang="en-US" sz="2400" b="1" dirty="0" smtClean="0">
                <a:solidFill>
                  <a:srgbClr val="3333FF"/>
                </a:solidFill>
                <a:latin typeface="楷体" pitchFamily="49" charset="-122"/>
                <a:ea typeface="楷体" pitchFamily="49" charset="-122"/>
              </a:rPr>
              <a:t>第一</a:t>
            </a:r>
            <a:r>
              <a:rPr lang="zh-CN" altLang="en-US" sz="2400" b="1" dirty="0" smtClean="0">
                <a:solidFill>
                  <a:srgbClr val="3333FF"/>
                </a:solidFill>
                <a:latin typeface="楷体" pitchFamily="49" charset="-122"/>
                <a:ea typeface="楷体" pitchFamily="49" charset="-122"/>
              </a:rPr>
              <a:t>，文化为社会发展提供</a:t>
            </a:r>
            <a:r>
              <a:rPr lang="zh-CN" altLang="en-US" sz="2400" b="1" dirty="0" smtClean="0">
                <a:solidFill>
                  <a:srgbClr val="3333FF"/>
                </a:solidFill>
                <a:latin typeface="楷体" pitchFamily="49" charset="-122"/>
                <a:ea typeface="楷体" pitchFamily="49" charset="-122"/>
              </a:rPr>
              <a:t>思想</a:t>
            </a:r>
            <a:r>
              <a:rPr lang="zh-CN" altLang="en-US" sz="2400" b="1" dirty="0" smtClean="0">
                <a:solidFill>
                  <a:srgbClr val="3333FF"/>
                </a:solidFill>
                <a:latin typeface="楷体" pitchFamily="49" charset="-122"/>
                <a:ea typeface="楷体" pitchFamily="49" charset="-122"/>
              </a:rPr>
              <a:t>指引</a:t>
            </a:r>
            <a:r>
              <a:rPr lang="zh-CN" altLang="en-US" sz="2400" b="1" dirty="0" smtClean="0">
                <a:solidFill>
                  <a:srgbClr val="3333FF"/>
                </a:solidFill>
                <a:latin typeface="楷体" pitchFamily="49" charset="-122"/>
                <a:ea typeface="楷体" pitchFamily="49" charset="-122"/>
              </a:rPr>
              <a:t>。</a:t>
            </a:r>
            <a:endParaRPr lang="en-US" altLang="zh-CN" sz="2400" b="1" dirty="0" smtClean="0">
              <a:solidFill>
                <a:srgbClr val="3333FF"/>
              </a:solidFill>
              <a:latin typeface="楷体" pitchFamily="49" charset="-122"/>
              <a:ea typeface="楷体" pitchFamily="49" charset="-122"/>
            </a:endParaRPr>
          </a:p>
          <a:p>
            <a:pPr eaLnBrk="1" hangingPunct="1">
              <a:lnSpc>
                <a:spcPct val="125000"/>
              </a:lnSpc>
              <a:spcBef>
                <a:spcPct val="20000"/>
              </a:spcBef>
            </a:pPr>
            <a:r>
              <a:rPr lang="zh-CN" altLang="en-US" sz="2400" b="1" dirty="0" smtClean="0">
                <a:solidFill>
                  <a:srgbClr val="3333FF"/>
                </a:solidFill>
                <a:latin typeface="楷体" pitchFamily="49" charset="-122"/>
                <a:ea typeface="楷体" pitchFamily="49" charset="-122"/>
              </a:rPr>
              <a:t>第二，文化为社会发展提供精神动力。</a:t>
            </a:r>
            <a:endParaRPr lang="en-US" altLang="zh-CN" sz="2400" b="1" dirty="0" smtClean="0">
              <a:solidFill>
                <a:srgbClr val="3333FF"/>
              </a:solidFill>
              <a:latin typeface="楷体" pitchFamily="49" charset="-122"/>
              <a:ea typeface="楷体" pitchFamily="49" charset="-122"/>
            </a:endParaRPr>
          </a:p>
          <a:p>
            <a:pPr eaLnBrk="1" hangingPunct="1">
              <a:lnSpc>
                <a:spcPct val="125000"/>
              </a:lnSpc>
              <a:spcBef>
                <a:spcPct val="20000"/>
              </a:spcBef>
            </a:pPr>
            <a:r>
              <a:rPr lang="zh-CN" altLang="en-US" sz="2400" b="1" dirty="0" smtClean="0">
                <a:solidFill>
                  <a:srgbClr val="3333FF"/>
                </a:solidFill>
                <a:latin typeface="楷体" pitchFamily="49" charset="-122"/>
                <a:ea typeface="楷体" pitchFamily="49" charset="-122"/>
              </a:rPr>
              <a:t>第三</a:t>
            </a:r>
            <a:r>
              <a:rPr lang="zh-CN" altLang="en-US" sz="2400" b="1" dirty="0" smtClean="0">
                <a:solidFill>
                  <a:srgbClr val="3333FF"/>
                </a:solidFill>
                <a:latin typeface="楷体" pitchFamily="49" charset="-122"/>
                <a:ea typeface="楷体" pitchFamily="49" charset="-122"/>
              </a:rPr>
              <a:t>，文化</a:t>
            </a:r>
            <a:r>
              <a:rPr lang="zh-CN" altLang="en-US" sz="2400" b="1" dirty="0" smtClean="0">
                <a:solidFill>
                  <a:srgbClr val="3333FF"/>
                </a:solidFill>
                <a:latin typeface="楷体" pitchFamily="49" charset="-122"/>
                <a:ea typeface="楷体" pitchFamily="49" charset="-122"/>
              </a:rPr>
              <a:t>为社会发展提供凝聚力量。</a:t>
            </a:r>
            <a:endParaRPr lang="zh-CN" altLang="en-US" sz="2400" b="1" dirty="0">
              <a:solidFill>
                <a:srgbClr val="3333FF"/>
              </a:solidFill>
              <a:latin typeface="楷体" pitchFamily="49" charset="-122"/>
              <a:ea typeface="楷体" pitchFamily="49" charset="-122"/>
            </a:endParaRPr>
          </a:p>
        </p:txBody>
      </p:sp>
      <p:sp>
        <p:nvSpPr>
          <p:cNvPr id="27651" name="矩形 756741"/>
          <p:cNvSpPr>
            <a:spLocks noChangeArrowheads="1"/>
          </p:cNvSpPr>
          <p:nvPr/>
        </p:nvSpPr>
        <p:spPr bwMode="auto">
          <a:xfrm>
            <a:off x="357158" y="1071547"/>
            <a:ext cx="8102630" cy="2071702"/>
          </a:xfrm>
          <a:prstGeom prst="rect">
            <a:avLst/>
          </a:prstGeom>
          <a:solidFill>
            <a:srgbClr val="CCFFFF"/>
          </a:solidFill>
          <a:ln w="9525">
            <a:solidFill>
              <a:srgbClr val="FF9900"/>
            </a:solidFill>
            <a:miter lim="800000"/>
            <a:headEnd/>
            <a:tailEnd/>
          </a:ln>
        </p:spPr>
        <p:txBody>
          <a:bodyPr/>
          <a:lstStyle/>
          <a:p>
            <a:pPr eaLnBrk="1" hangingPunct="1">
              <a:lnSpc>
                <a:spcPct val="125000"/>
              </a:lnSpc>
              <a:spcBef>
                <a:spcPct val="20000"/>
              </a:spcBef>
              <a:buFontTx/>
              <a:buChar char="•"/>
            </a:pPr>
            <a:r>
              <a:rPr lang="zh-CN" altLang="en-US" b="1" dirty="0" smtClean="0">
                <a:solidFill>
                  <a:srgbClr val="990000"/>
                </a:solidFill>
                <a:latin typeface="楷体" pitchFamily="49" charset="-122"/>
                <a:ea typeface="楷体" pitchFamily="49" charset="-122"/>
              </a:rPr>
              <a:t> </a:t>
            </a:r>
            <a:r>
              <a:rPr lang="zh-CN" altLang="en-US" sz="2400" b="1" dirty="0" smtClean="0">
                <a:solidFill>
                  <a:srgbClr val="990000"/>
                </a:solidFill>
                <a:latin typeface="楷体" pitchFamily="49" charset="-122"/>
                <a:ea typeface="楷体" pitchFamily="49" charset="-122"/>
              </a:rPr>
              <a:t>文化</a:t>
            </a:r>
            <a:r>
              <a:rPr lang="zh-CN" altLang="en-US" sz="2400" b="1" dirty="0" smtClean="0">
                <a:solidFill>
                  <a:srgbClr val="990000"/>
                </a:solidFill>
                <a:latin typeface="楷体" pitchFamily="49" charset="-122"/>
                <a:ea typeface="楷体" pitchFamily="49" charset="-122"/>
              </a:rPr>
              <a:t>是推动社会发展的重要力量，</a:t>
            </a:r>
            <a:r>
              <a:rPr lang="zh-CN" altLang="en-US" sz="2400" b="1" dirty="0" smtClean="0">
                <a:solidFill>
                  <a:srgbClr val="990000"/>
                </a:solidFill>
                <a:latin typeface="楷体" pitchFamily="49" charset="-122"/>
                <a:ea typeface="楷体" pitchFamily="49" charset="-122"/>
              </a:rPr>
              <a:t>蕴含着人类的思想智慧、价值追求和审美情趣，是一个国家、一个民族的灵魂。</a:t>
            </a:r>
            <a:endParaRPr lang="en-US" altLang="zh-CN" sz="2400" b="1" dirty="0" smtClean="0">
              <a:solidFill>
                <a:srgbClr val="990000"/>
              </a:solidFill>
              <a:latin typeface="楷体" pitchFamily="49" charset="-122"/>
              <a:ea typeface="楷体" pitchFamily="49" charset="-122"/>
            </a:endParaRPr>
          </a:p>
          <a:p>
            <a:pPr eaLnBrk="1" hangingPunct="1">
              <a:lnSpc>
                <a:spcPct val="125000"/>
              </a:lnSpc>
              <a:spcBef>
                <a:spcPct val="20000"/>
              </a:spcBef>
              <a:buFontTx/>
              <a:buChar char="•"/>
            </a:pPr>
            <a:r>
              <a:rPr lang="zh-CN" altLang="en-US" sz="2400" b="1" dirty="0" smtClean="0">
                <a:solidFill>
                  <a:srgbClr val="990000"/>
                </a:solidFill>
                <a:latin typeface="楷体" pitchFamily="49" charset="-122"/>
                <a:ea typeface="楷体" pitchFamily="49" charset="-122"/>
              </a:rPr>
              <a:t> </a:t>
            </a:r>
            <a:r>
              <a:rPr lang="zh-CN" altLang="en-US" sz="2400" b="1" dirty="0" smtClean="0">
                <a:solidFill>
                  <a:srgbClr val="990000"/>
                </a:solidFill>
                <a:latin typeface="楷体" pitchFamily="49" charset="-122"/>
                <a:ea typeface="楷体" pitchFamily="49" charset="-122"/>
              </a:rPr>
              <a:t>在</a:t>
            </a:r>
            <a:r>
              <a:rPr lang="zh-CN" altLang="en-US" sz="2400" b="1" dirty="0" smtClean="0">
                <a:solidFill>
                  <a:srgbClr val="990000"/>
                </a:solidFill>
                <a:latin typeface="楷体" pitchFamily="49" charset="-122"/>
                <a:ea typeface="楷体" pitchFamily="49" charset="-122"/>
              </a:rPr>
              <a:t>当代，文化成为民族复兴和社会发展的重要源泉，成为综合国力竞争的重要因素。</a:t>
            </a:r>
            <a:endParaRPr lang="en-US" altLang="zh-CN" sz="2400" b="1" dirty="0" smtClean="0">
              <a:solidFill>
                <a:srgbClr val="990000"/>
              </a:solidFill>
              <a:latin typeface="楷体" pitchFamily="49" charset="-122"/>
              <a:ea typeface="楷体" pitchFamily="49" charset="-122"/>
            </a:endParaRPr>
          </a:p>
        </p:txBody>
      </p:sp>
      <p:sp>
        <p:nvSpPr>
          <p:cNvPr id="5" name="矩形 830465"/>
          <p:cNvSpPr>
            <a:spLocks noChangeArrowheads="1"/>
          </p:cNvSpPr>
          <p:nvPr/>
        </p:nvSpPr>
        <p:spPr bwMode="auto">
          <a:xfrm>
            <a:off x="323850" y="333375"/>
            <a:ext cx="5976938" cy="630238"/>
          </a:xfrm>
          <a:prstGeom prst="rect">
            <a:avLst/>
          </a:prstGeom>
          <a:solidFill>
            <a:srgbClr val="CCECFF"/>
          </a:solidFill>
          <a:ln w="38100">
            <a:noFill/>
            <a:miter lim="800000"/>
            <a:headEnd/>
            <a:tailEnd/>
          </a:ln>
        </p:spPr>
        <p:txBody>
          <a:bodyPr>
            <a:spAutoFit/>
          </a:bodyPr>
          <a:lstStyle/>
          <a:p>
            <a:pPr>
              <a:lnSpc>
                <a:spcPct val="125000"/>
              </a:lnSpc>
              <a:spcBef>
                <a:spcPct val="50000"/>
              </a:spcBef>
            </a:pPr>
            <a:r>
              <a:rPr lang="zh-CN" altLang="en-US" sz="2800" b="1" noProof="1" smtClean="0">
                <a:solidFill>
                  <a:srgbClr val="FF0066"/>
                </a:solidFill>
                <a:latin typeface="幼圆" pitchFamily="49" charset="-122"/>
                <a:ea typeface="幼圆" pitchFamily="49" charset="-122"/>
                <a:sym typeface="+mn-ea"/>
              </a:rPr>
              <a:t>四</a:t>
            </a:r>
            <a:r>
              <a:rPr lang="zh-CN" altLang="en-US" sz="2800" b="1" noProof="1" smtClean="0">
                <a:solidFill>
                  <a:srgbClr val="FF0066"/>
                </a:solidFill>
                <a:latin typeface="幼圆" pitchFamily="49" charset="-122"/>
                <a:ea typeface="幼圆" pitchFamily="49" charset="-122"/>
                <a:sym typeface="+mn-ea"/>
              </a:rPr>
              <a:t>、文化在</a:t>
            </a:r>
            <a:r>
              <a:rPr lang="zh-CN" altLang="en-US" sz="2800" b="1" noProof="1">
                <a:solidFill>
                  <a:srgbClr val="FF0066"/>
                </a:solidFill>
                <a:latin typeface="幼圆" pitchFamily="49" charset="-122"/>
                <a:ea typeface="幼圆" pitchFamily="49" charset="-122"/>
                <a:sym typeface="+mn-ea"/>
              </a:rPr>
              <a:t>社会发展中的作用</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702470"/>
          <p:cNvSpPr/>
          <p:nvPr/>
        </p:nvSpPr>
        <p:spPr>
          <a:xfrm>
            <a:off x="1714480" y="3786190"/>
            <a:ext cx="5791200" cy="1477328"/>
          </a:xfrm>
          <a:prstGeom prst="rect">
            <a:avLst/>
          </a:prstGeom>
          <a:solidFill>
            <a:schemeClr val="accent3">
              <a:lumMod val="95000"/>
            </a:schemeClr>
          </a:solidFill>
          <a:ln w="9525">
            <a:noFill/>
          </a:ln>
        </p:spPr>
        <p:txBody>
          <a:bodyPr wrap="square">
            <a:spAutoFit/>
          </a:bodyPr>
          <a:lstStyle/>
          <a:p>
            <a:pPr eaLnBrk="1" hangingPunct="1">
              <a:lnSpc>
                <a:spcPct val="125000"/>
              </a:lnSpc>
              <a:buFont typeface="Arial" panose="020B0604020202020204" pitchFamily="34" charset="0"/>
              <a:buNone/>
              <a:defRPr/>
            </a:pPr>
            <a:r>
              <a:rPr lang="zh-CN" altLang="en-US" sz="2400" b="1" noProof="1">
                <a:solidFill>
                  <a:srgbClr val="0000FF"/>
                </a:solidFill>
                <a:ea typeface="幼圆" panose="02010509060101010101" pitchFamily="49" charset="-122"/>
              </a:rPr>
              <a:t>一、人民群众是历史的创造者</a:t>
            </a:r>
          </a:p>
          <a:p>
            <a:pPr eaLnBrk="1" hangingPunct="1">
              <a:lnSpc>
                <a:spcPct val="125000"/>
              </a:lnSpc>
              <a:buFont typeface="Arial" panose="020B0604020202020204" pitchFamily="34" charset="0"/>
              <a:buNone/>
              <a:defRPr/>
            </a:pPr>
            <a:r>
              <a:rPr lang="zh-CN" altLang="en-US" sz="2400" b="1" noProof="1">
                <a:solidFill>
                  <a:srgbClr val="0000FF"/>
                </a:solidFill>
                <a:ea typeface="幼圆" panose="02010509060101010101" pitchFamily="49" charset="-122"/>
              </a:rPr>
              <a:t>二、个人在社会历史中的</a:t>
            </a:r>
            <a:r>
              <a:rPr lang="zh-CN" altLang="en-US" sz="2400" b="1" noProof="1" smtClean="0">
                <a:solidFill>
                  <a:srgbClr val="0000FF"/>
                </a:solidFill>
                <a:ea typeface="幼圆" panose="02010509060101010101" pitchFamily="49" charset="-122"/>
              </a:rPr>
              <a:t>作用</a:t>
            </a:r>
            <a:endParaRPr lang="en-US" altLang="zh-CN" sz="2400" b="1" noProof="1" smtClean="0">
              <a:solidFill>
                <a:srgbClr val="0000FF"/>
              </a:solidFill>
              <a:ea typeface="幼圆" panose="02010509060101010101" pitchFamily="49" charset="-122"/>
            </a:endParaRPr>
          </a:p>
          <a:p>
            <a:pPr eaLnBrk="1" hangingPunct="1">
              <a:lnSpc>
                <a:spcPct val="125000"/>
              </a:lnSpc>
              <a:buFont typeface="Arial" panose="020B0604020202020204" pitchFamily="34" charset="0"/>
              <a:buNone/>
              <a:defRPr/>
            </a:pPr>
            <a:r>
              <a:rPr lang="zh-CN" altLang="en-US" sz="2400" b="1" noProof="1" smtClean="0">
                <a:solidFill>
                  <a:srgbClr val="0000FF"/>
                </a:solidFill>
                <a:ea typeface="幼圆" panose="02010509060101010101" pitchFamily="49" charset="-122"/>
              </a:rPr>
              <a:t>三、群众、阶级、政党、领袖的关系</a:t>
            </a:r>
            <a:endParaRPr lang="zh-CN" altLang="en-US" sz="2400" b="1" noProof="1">
              <a:solidFill>
                <a:srgbClr val="0000FF"/>
              </a:solidFill>
              <a:ea typeface="幼圆" panose="02010509060101010101" pitchFamily="49" charset="-122"/>
            </a:endParaRPr>
          </a:p>
        </p:txBody>
      </p:sp>
      <p:sp>
        <p:nvSpPr>
          <p:cNvPr id="3076" name="矩形 702471"/>
          <p:cNvSpPr>
            <a:spLocks noChangeArrowheads="1" noChangeShapeType="1" noTextEdit="1"/>
          </p:cNvSpPr>
          <p:nvPr/>
        </p:nvSpPr>
        <p:spPr bwMode="auto">
          <a:xfrm>
            <a:off x="1000100" y="1571612"/>
            <a:ext cx="7273925" cy="1296988"/>
          </a:xfrm>
          <a:prstGeom prst="rect">
            <a:avLst/>
          </a:prstGeom>
        </p:spPr>
        <p:txBody>
          <a:bodyPr wrap="none" fromWordArt="1">
            <a:prstTxWarp prst="textDeflate">
              <a:avLst>
                <a:gd name="adj" fmla="val 26259"/>
              </a:avLst>
            </a:prstTxWarp>
          </a:bodyPr>
          <a:lstStyle/>
          <a:p>
            <a:pPr algn="ctr"/>
            <a:r>
              <a:rPr lang="zh-CN" altLang="en-US" sz="5400" b="1" kern="10" dirty="0">
                <a:ln w="0">
                  <a:solidFill>
                    <a:srgbClr val="000080"/>
                  </a:solidFill>
                  <a:round/>
                  <a:headEnd/>
                  <a:tailEnd/>
                </a:ln>
                <a:solidFill>
                  <a:srgbClr val="FF0000"/>
                </a:solidFill>
                <a:latin typeface="华文隶书"/>
                <a:ea typeface="华文隶书"/>
              </a:rPr>
              <a:t>第三节 人民群众在历史发展中的作用</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715782"/>
          <p:cNvSpPr>
            <a:spLocks noChangeArrowheads="1"/>
          </p:cNvSpPr>
          <p:nvPr/>
        </p:nvSpPr>
        <p:spPr bwMode="auto">
          <a:xfrm>
            <a:off x="285720" y="2000240"/>
            <a:ext cx="8286808"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b="1" dirty="0">
                <a:solidFill>
                  <a:srgbClr val="0000FF"/>
                </a:solidFill>
                <a:latin typeface="黑体" pitchFamily="49" charset="-122"/>
                <a:ea typeface="黑体" pitchFamily="49" charset="-122"/>
              </a:rPr>
              <a:t>（一）两种历史观在历史创造者问题上的对立 </a:t>
            </a:r>
            <a:endParaRPr lang="zh-CN" altLang="en-US" sz="2000" dirty="0"/>
          </a:p>
        </p:txBody>
      </p:sp>
      <p:sp>
        <p:nvSpPr>
          <p:cNvPr id="4100" name="矩形 715787"/>
          <p:cNvSpPr>
            <a:spLocks noChangeArrowheads="1"/>
          </p:cNvSpPr>
          <p:nvPr/>
        </p:nvSpPr>
        <p:spPr bwMode="auto">
          <a:xfrm>
            <a:off x="250825" y="260350"/>
            <a:ext cx="5235575" cy="630238"/>
          </a:xfrm>
          <a:prstGeom prst="rect">
            <a:avLst/>
          </a:prstGeom>
          <a:solidFill>
            <a:srgbClr val="CCECFF"/>
          </a:solidFill>
          <a:ln w="38100">
            <a:noFill/>
            <a:miter lim="800000"/>
            <a:headEnd/>
            <a:tailEnd/>
          </a:ln>
        </p:spPr>
        <p:txBody>
          <a:bodyPr>
            <a:spAutoFit/>
          </a:bodyPr>
          <a:lstStyle/>
          <a:p>
            <a:pPr>
              <a:lnSpc>
                <a:spcPct val="125000"/>
              </a:lnSpc>
              <a:spcBef>
                <a:spcPct val="50000"/>
              </a:spcBef>
            </a:pPr>
            <a:r>
              <a:rPr lang="zh-CN" altLang="en-US" sz="2800" b="1" noProof="1">
                <a:solidFill>
                  <a:srgbClr val="FF0066"/>
                </a:solidFill>
                <a:latin typeface="幼圆" pitchFamily="49" charset="-122"/>
                <a:ea typeface="幼圆" pitchFamily="49" charset="-122"/>
              </a:rPr>
              <a:t>一、人民群众是历史的创造者</a:t>
            </a:r>
          </a:p>
        </p:txBody>
      </p:sp>
      <p:sp>
        <p:nvSpPr>
          <p:cNvPr id="4101" name="矩形 715792"/>
          <p:cNvSpPr>
            <a:spLocks noChangeArrowheads="1"/>
          </p:cNvSpPr>
          <p:nvPr/>
        </p:nvSpPr>
        <p:spPr bwMode="auto">
          <a:xfrm>
            <a:off x="250825" y="1052513"/>
            <a:ext cx="8321703" cy="719137"/>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defRPr/>
            </a:pPr>
            <a:r>
              <a:rPr lang="en-US" altLang="zh-CN" sz="1600" b="1" dirty="0">
                <a:solidFill>
                  <a:srgbClr val="3333FF"/>
                </a:solidFill>
                <a:latin typeface="幼圆" pitchFamily="49" charset="-122"/>
                <a:ea typeface="幼圆" pitchFamily="49" charset="-122"/>
              </a:rPr>
              <a:t>   </a:t>
            </a:r>
            <a:r>
              <a:rPr lang="zh-CN" altLang="en-US" b="1" dirty="0">
                <a:solidFill>
                  <a:srgbClr val="FF0000"/>
                </a:solidFill>
                <a:latin typeface="幼圆" pitchFamily="49" charset="-122"/>
                <a:ea typeface="幼圆" pitchFamily="49" charset="-122"/>
              </a:rPr>
              <a:t>谁是历史的创造者？怎样看待人民群众和个人的历史作用</a:t>
            </a:r>
            <a:r>
              <a:rPr lang="zh-CN" altLang="en-US" b="1" dirty="0">
                <a:solidFill>
                  <a:srgbClr val="3333FF"/>
                </a:solidFill>
                <a:latin typeface="幼圆" pitchFamily="49" charset="-122"/>
                <a:ea typeface="幼圆" pitchFamily="49" charset="-122"/>
              </a:rPr>
              <a:t>？这是在社会认识史上长期困扰人们的难题。唯物史观第一次科学地回答了这些问题。</a:t>
            </a:r>
          </a:p>
        </p:txBody>
      </p:sp>
      <p:grpSp>
        <p:nvGrpSpPr>
          <p:cNvPr id="2" name="组合 768018"/>
          <p:cNvGrpSpPr>
            <a:grpSpLocks/>
          </p:cNvGrpSpPr>
          <p:nvPr/>
        </p:nvGrpSpPr>
        <p:grpSpPr bwMode="auto">
          <a:xfrm>
            <a:off x="285720" y="2786058"/>
            <a:ext cx="2295525" cy="647700"/>
            <a:chOff x="1338" y="1109"/>
            <a:chExt cx="2266" cy="384"/>
          </a:xfrm>
        </p:grpSpPr>
        <p:sp>
          <p:nvSpPr>
            <p:cNvPr id="10" name="圆角矩形 768019"/>
            <p:cNvSpPr>
              <a:spLocks noChangeArrowheads="1"/>
            </p:cNvSpPr>
            <p:nvPr/>
          </p:nvSpPr>
          <p:spPr bwMode="auto">
            <a:xfrm>
              <a:off x="1338" y="1109"/>
              <a:ext cx="2105"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11" name="文本框 768020"/>
            <p:cNvSpPr txBox="1">
              <a:spLocks noChangeArrowheads="1"/>
            </p:cNvSpPr>
            <p:nvPr/>
          </p:nvSpPr>
          <p:spPr bwMode="auto">
            <a:xfrm>
              <a:off x="1441" y="1122"/>
              <a:ext cx="2163" cy="328"/>
            </a:xfrm>
            <a:prstGeom prst="rect">
              <a:avLst/>
            </a:prstGeom>
            <a:noFill/>
            <a:ln w="9525">
              <a:noFill/>
              <a:miter lim="800000"/>
              <a:headEnd/>
              <a:tailEnd/>
            </a:ln>
          </p:spPr>
          <p:txBody>
            <a:bodyPr>
              <a:spAutoFit/>
            </a:bodyPr>
            <a:lstStyle/>
            <a:p>
              <a:pPr eaLnBrk="1" hangingPunct="1">
                <a:lnSpc>
                  <a:spcPct val="125000"/>
                </a:lnSpc>
              </a:pPr>
              <a:r>
                <a:rPr lang="en-US" altLang="zh-CN" sz="2400" b="1" dirty="0">
                  <a:solidFill>
                    <a:schemeClr val="bg1"/>
                  </a:solidFill>
                  <a:latin typeface="楷体" pitchFamily="49" charset="-122"/>
                  <a:ea typeface="楷体" pitchFamily="49" charset="-122"/>
                </a:rPr>
                <a:t>1 </a:t>
              </a:r>
              <a:r>
                <a:rPr lang="zh-CN" altLang="en-US" sz="2400" b="1" dirty="0">
                  <a:solidFill>
                    <a:schemeClr val="bg1"/>
                  </a:solidFill>
                  <a:latin typeface="楷体" pitchFamily="49" charset="-122"/>
                  <a:ea typeface="楷体" pitchFamily="49" charset="-122"/>
                </a:rPr>
                <a:t>英雄史观</a:t>
              </a:r>
            </a:p>
          </p:txBody>
        </p:sp>
      </p:grpSp>
      <p:grpSp>
        <p:nvGrpSpPr>
          <p:cNvPr id="3" name="组合 768018"/>
          <p:cNvGrpSpPr>
            <a:grpSpLocks/>
          </p:cNvGrpSpPr>
          <p:nvPr/>
        </p:nvGrpSpPr>
        <p:grpSpPr bwMode="auto">
          <a:xfrm>
            <a:off x="357158" y="5072074"/>
            <a:ext cx="2295525" cy="647700"/>
            <a:chOff x="1338" y="1109"/>
            <a:chExt cx="2266" cy="384"/>
          </a:xfrm>
        </p:grpSpPr>
        <p:sp>
          <p:nvSpPr>
            <p:cNvPr id="13" name="圆角矩形 768019"/>
            <p:cNvSpPr>
              <a:spLocks noChangeArrowheads="1"/>
            </p:cNvSpPr>
            <p:nvPr/>
          </p:nvSpPr>
          <p:spPr bwMode="auto">
            <a:xfrm>
              <a:off x="1338" y="1109"/>
              <a:ext cx="2105"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14" name="文本框 768020"/>
            <p:cNvSpPr txBox="1">
              <a:spLocks noChangeArrowheads="1"/>
            </p:cNvSpPr>
            <p:nvPr/>
          </p:nvSpPr>
          <p:spPr bwMode="auto">
            <a:xfrm>
              <a:off x="1441" y="1122"/>
              <a:ext cx="2163" cy="328"/>
            </a:xfrm>
            <a:prstGeom prst="rect">
              <a:avLst/>
            </a:prstGeom>
            <a:noFill/>
            <a:ln w="9525">
              <a:noFill/>
              <a:miter lim="800000"/>
              <a:headEnd/>
              <a:tailEnd/>
            </a:ln>
          </p:spPr>
          <p:txBody>
            <a:bodyPr>
              <a:spAutoFit/>
            </a:bodyPr>
            <a:lstStyle/>
            <a:p>
              <a:pPr eaLnBrk="1" hangingPunct="1">
                <a:lnSpc>
                  <a:spcPct val="125000"/>
                </a:lnSpc>
              </a:pPr>
              <a:r>
                <a:rPr lang="en-US" altLang="zh-CN" sz="2400" b="1" dirty="0">
                  <a:solidFill>
                    <a:schemeClr val="bg1"/>
                  </a:solidFill>
                  <a:latin typeface="楷体" pitchFamily="49" charset="-122"/>
                  <a:ea typeface="楷体" pitchFamily="49" charset="-122"/>
                </a:rPr>
                <a:t>2 </a:t>
              </a:r>
              <a:r>
                <a:rPr lang="zh-CN" altLang="en-US" sz="2400" b="1" dirty="0">
                  <a:solidFill>
                    <a:schemeClr val="bg1"/>
                  </a:solidFill>
                  <a:latin typeface="楷体" pitchFamily="49" charset="-122"/>
                  <a:ea typeface="楷体" pitchFamily="49" charset="-122"/>
                </a:rPr>
                <a:t>群众史观</a:t>
              </a:r>
              <a:endParaRPr lang="zh-CN" altLang="en-US" sz="2400" b="1" dirty="0">
                <a:solidFill>
                  <a:schemeClr val="bg1"/>
                </a:solidFill>
                <a:latin typeface="楷体" pitchFamily="49" charset="-122"/>
                <a:ea typeface="楷体" pitchFamily="49" charset="-122"/>
                <a:sym typeface="宋体" pitchFamily="2" charset="-122"/>
              </a:endParaRPr>
            </a:p>
          </p:txBody>
        </p:sp>
      </p:grpSp>
      <p:sp>
        <p:nvSpPr>
          <p:cNvPr id="15" name="矩形 763916"/>
          <p:cNvSpPr>
            <a:spLocks noChangeArrowheads="1"/>
          </p:cNvSpPr>
          <p:nvPr/>
        </p:nvSpPr>
        <p:spPr bwMode="auto">
          <a:xfrm>
            <a:off x="2571736" y="2571745"/>
            <a:ext cx="6000792" cy="1285884"/>
          </a:xfrm>
          <a:prstGeom prst="rect">
            <a:avLst/>
          </a:prstGeom>
          <a:solidFill>
            <a:srgbClr val="CCFFFF"/>
          </a:solidFill>
          <a:ln w="9525">
            <a:solidFill>
              <a:srgbClr val="FF9900"/>
            </a:solidFill>
            <a:miter lim="800000"/>
            <a:headEnd/>
            <a:tailEnd/>
          </a:ln>
        </p:spPr>
        <p:txBody>
          <a:bodyPr/>
          <a:lstStyle/>
          <a:p>
            <a:pPr eaLnBrk="1" hangingPunct="1">
              <a:lnSpc>
                <a:spcPct val="125000"/>
              </a:lnSpc>
              <a:spcBef>
                <a:spcPct val="20000"/>
              </a:spcBef>
            </a:pPr>
            <a:r>
              <a:rPr lang="en-US" altLang="zh-CN" sz="2000" b="1" dirty="0">
                <a:solidFill>
                  <a:srgbClr val="663300"/>
                </a:solidFill>
                <a:latin typeface="楷体_GB2312" pitchFamily="49" charset="-122"/>
                <a:ea typeface="楷体_GB2312" pitchFamily="49" charset="-122"/>
              </a:rPr>
              <a:t>   </a:t>
            </a:r>
            <a:r>
              <a:rPr lang="zh-CN" altLang="en-US" sz="2000" b="1" dirty="0">
                <a:solidFill>
                  <a:srgbClr val="990000"/>
                </a:solidFill>
                <a:latin typeface="楷体" pitchFamily="49" charset="-122"/>
                <a:ea typeface="楷体" pitchFamily="49" charset="-122"/>
              </a:rPr>
              <a:t>从社会意识决定社会存在的基本前提出发，否认物质资料的生产方式是社会发展的决定力量，抹杀人民群众的历史作用，宣扬</a:t>
            </a:r>
            <a:r>
              <a:rPr lang="zh-CN" altLang="en-US" sz="2000" b="1" dirty="0">
                <a:solidFill>
                  <a:srgbClr val="FF0000"/>
                </a:solidFill>
                <a:latin typeface="幼圆" pitchFamily="49" charset="-122"/>
                <a:ea typeface="幼圆" pitchFamily="49" charset="-122"/>
              </a:rPr>
              <a:t>少数英雄人物创造历史</a:t>
            </a:r>
            <a:r>
              <a:rPr lang="zh-CN" altLang="en-US" sz="2000" b="1" dirty="0">
                <a:solidFill>
                  <a:srgbClr val="663300"/>
                </a:solidFill>
                <a:latin typeface="楷体_GB2312" pitchFamily="49" charset="-122"/>
                <a:ea typeface="楷体_GB2312" pitchFamily="49" charset="-122"/>
              </a:rPr>
              <a:t>。</a:t>
            </a:r>
          </a:p>
        </p:txBody>
      </p:sp>
      <p:sp>
        <p:nvSpPr>
          <p:cNvPr id="16" name="圆角矩形 6"/>
          <p:cNvSpPr>
            <a:spLocks noChangeArrowheads="1"/>
          </p:cNvSpPr>
          <p:nvPr/>
        </p:nvSpPr>
        <p:spPr bwMode="auto">
          <a:xfrm>
            <a:off x="357158" y="3929067"/>
            <a:ext cx="8215370" cy="571504"/>
          </a:xfrm>
          <a:prstGeom prst="roundRect">
            <a:avLst>
              <a:gd name="adj" fmla="val 16667"/>
            </a:avLst>
          </a:prstGeom>
          <a:solidFill>
            <a:srgbClr val="FFFFCC"/>
          </a:solidFill>
          <a:ln w="28575">
            <a:solidFill>
              <a:srgbClr val="FF00FF"/>
            </a:solidFill>
            <a:round/>
            <a:headEnd/>
            <a:tailEnd/>
          </a:ln>
        </p:spPr>
        <p:txBody>
          <a:bodyPr/>
          <a:lstStyle/>
          <a:p>
            <a:pPr eaLnBrk="1" hangingPunct="1">
              <a:lnSpc>
                <a:spcPct val="125000"/>
              </a:lnSpc>
            </a:pPr>
            <a:r>
              <a:rPr lang="en-US" altLang="zh-CN" dirty="0">
                <a:solidFill>
                  <a:srgbClr val="0000FF"/>
                </a:solidFill>
                <a:latin typeface="楷体" pitchFamily="49" charset="-122"/>
                <a:ea typeface="楷体" pitchFamily="49" charset="-122"/>
              </a:rPr>
              <a:t>  </a:t>
            </a:r>
            <a:r>
              <a:rPr lang="en-US" altLang="zh-CN" b="1" dirty="0">
                <a:solidFill>
                  <a:srgbClr val="0000FF"/>
                </a:solidFill>
                <a:latin typeface="楷体" pitchFamily="49" charset="-122"/>
                <a:ea typeface="楷体" pitchFamily="49" charset="-122"/>
              </a:rPr>
              <a:t> </a:t>
            </a:r>
            <a:r>
              <a:rPr lang="zh-CN" altLang="en-US" sz="2000" b="1" dirty="0">
                <a:solidFill>
                  <a:srgbClr val="0000FF"/>
                </a:solidFill>
                <a:latin typeface="楷体" pitchFamily="49" charset="-122"/>
                <a:ea typeface="楷体" pitchFamily="49" charset="-122"/>
              </a:rPr>
              <a:t>英雄史观的产生有其深刻的认识根源、社会历史根源和阶级根源。</a:t>
            </a:r>
          </a:p>
        </p:txBody>
      </p:sp>
      <p:sp>
        <p:nvSpPr>
          <p:cNvPr id="17" name="矩形 763916"/>
          <p:cNvSpPr>
            <a:spLocks noChangeArrowheads="1"/>
          </p:cNvSpPr>
          <p:nvPr/>
        </p:nvSpPr>
        <p:spPr bwMode="auto">
          <a:xfrm>
            <a:off x="2643174" y="4857760"/>
            <a:ext cx="5929354" cy="1165225"/>
          </a:xfrm>
          <a:prstGeom prst="rect">
            <a:avLst/>
          </a:prstGeom>
          <a:solidFill>
            <a:srgbClr val="CCFFFF"/>
          </a:solidFill>
          <a:ln w="9525">
            <a:solidFill>
              <a:srgbClr val="FF9900"/>
            </a:solidFill>
            <a:miter lim="800000"/>
            <a:headEnd/>
            <a:tailEnd/>
          </a:ln>
        </p:spPr>
        <p:txBody>
          <a:bodyPr/>
          <a:lstStyle/>
          <a:p>
            <a:pPr eaLnBrk="1" hangingPunct="1">
              <a:lnSpc>
                <a:spcPct val="135000"/>
              </a:lnSpc>
            </a:pPr>
            <a:r>
              <a:rPr lang="en-US" altLang="zh-CN" sz="2000" b="1" dirty="0">
                <a:solidFill>
                  <a:srgbClr val="663300"/>
                </a:solidFill>
                <a:latin typeface="楷体_GB2312" pitchFamily="49" charset="-122"/>
                <a:ea typeface="楷体_GB2312" pitchFamily="49" charset="-122"/>
              </a:rPr>
              <a:t> </a:t>
            </a:r>
            <a:r>
              <a:rPr lang="en-US" altLang="zh-CN" sz="2400" b="1" dirty="0">
                <a:solidFill>
                  <a:srgbClr val="663300"/>
                </a:solidFill>
                <a:latin typeface="楷体_GB2312" pitchFamily="49" charset="-122"/>
                <a:ea typeface="楷体_GB2312" pitchFamily="49" charset="-122"/>
              </a:rPr>
              <a:t> </a:t>
            </a:r>
            <a:r>
              <a:rPr lang="zh-CN" altLang="en-US" sz="2400" b="1" dirty="0">
                <a:solidFill>
                  <a:srgbClr val="FF0000"/>
                </a:solidFill>
                <a:latin typeface="幼圆" pitchFamily="49" charset="-122"/>
                <a:ea typeface="幼圆" pitchFamily="49" charset="-122"/>
              </a:rPr>
              <a:t>历史的创造者不是个别英雄，而是人民群众。</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矩形 764939"/>
          <p:cNvSpPr/>
          <p:nvPr/>
        </p:nvSpPr>
        <p:spPr>
          <a:xfrm>
            <a:off x="642910" y="142852"/>
            <a:ext cx="5922962" cy="476250"/>
          </a:xfrm>
          <a:prstGeom prst="rect">
            <a:avLst/>
          </a:prstGeom>
          <a:solidFill>
            <a:schemeClr val="bg2"/>
          </a:solidFill>
          <a:ln w="9525">
            <a:noFill/>
          </a:ln>
        </p:spPr>
        <p:txBody>
          <a:bodyPr>
            <a:spAutoFit/>
          </a:bodyPr>
          <a:lstStyle/>
          <a:p>
            <a:pPr eaLnBrk="1" hangingPunct="1">
              <a:lnSpc>
                <a:spcPct val="125000"/>
              </a:lnSpc>
              <a:spcBef>
                <a:spcPct val="20000"/>
              </a:spcBef>
              <a:buFont typeface="Arial" panose="020B0604020202020204" pitchFamily="34" charset="0"/>
              <a:buNone/>
              <a:defRPr/>
            </a:pPr>
            <a:r>
              <a:rPr lang="en-US" altLang="zh-CN" sz="2000" b="1" noProof="1">
                <a:solidFill>
                  <a:srgbClr val="FF0000"/>
                </a:solidFill>
                <a:ea typeface="黑体" panose="02010609060101010101" pitchFamily="2" charset="-122"/>
              </a:rPr>
              <a:t>  </a:t>
            </a:r>
            <a:r>
              <a:rPr lang="zh-CN" altLang="en-US" sz="2000" b="1" noProof="1">
                <a:solidFill>
                  <a:srgbClr val="FF0000"/>
                </a:solidFill>
                <a:ea typeface="黑体" panose="02010609060101010101" pitchFamily="2" charset="-122"/>
              </a:rPr>
              <a:t>唯物史观在考察历史创造者问题上的方法论原则 </a:t>
            </a:r>
            <a:endParaRPr lang="en-US" altLang="zh-CN" sz="2000" b="1" noProof="1">
              <a:solidFill>
                <a:srgbClr val="FF0000"/>
              </a:solidFill>
              <a:ea typeface="黑体" panose="02010609060101010101" pitchFamily="2" charset="-122"/>
            </a:endParaRPr>
          </a:p>
        </p:txBody>
      </p:sp>
      <p:grpSp>
        <p:nvGrpSpPr>
          <p:cNvPr id="2" name="组合 2079"/>
          <p:cNvGrpSpPr>
            <a:grpSpLocks/>
          </p:cNvGrpSpPr>
          <p:nvPr/>
        </p:nvGrpSpPr>
        <p:grpSpPr bwMode="auto">
          <a:xfrm>
            <a:off x="571472" y="714356"/>
            <a:ext cx="7929618" cy="571504"/>
            <a:chOff x="0" y="0"/>
            <a:chExt cx="3696" cy="384"/>
          </a:xfrm>
        </p:grpSpPr>
        <p:sp>
          <p:nvSpPr>
            <p:cNvPr id="8209"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8210" name="文本框 2081"/>
            <p:cNvSpPr txBox="1">
              <a:spLocks noChangeArrowheads="1"/>
            </p:cNvSpPr>
            <p:nvPr/>
          </p:nvSpPr>
          <p:spPr bwMode="auto">
            <a:xfrm>
              <a:off x="73" y="18"/>
              <a:ext cx="3551" cy="366"/>
            </a:xfrm>
            <a:prstGeom prst="rect">
              <a:avLst/>
            </a:prstGeom>
            <a:solidFill>
              <a:srgbClr val="CCFFFF"/>
            </a:solidFill>
            <a:ln w="9525">
              <a:noFill/>
              <a:miter lim="800000"/>
              <a:headEnd/>
              <a:tailEnd/>
            </a:ln>
          </p:spPr>
          <p:txBody>
            <a:bodyPr>
              <a:spAutoFit/>
            </a:bodyPr>
            <a:lstStyle/>
            <a:p>
              <a:pPr eaLnBrk="1" hangingPunct="1">
                <a:lnSpc>
                  <a:spcPct val="125000"/>
                </a:lnSpc>
              </a:pPr>
              <a:r>
                <a:rPr lang="en-US" altLang="zh-CN" sz="2000" b="1" dirty="0">
                  <a:solidFill>
                    <a:srgbClr val="0000FF"/>
                  </a:solidFill>
                  <a:latin typeface="楷体" pitchFamily="49" charset="-122"/>
                  <a:ea typeface="楷体" pitchFamily="49" charset="-122"/>
                </a:rPr>
                <a:t>1</a:t>
              </a:r>
              <a:r>
                <a:rPr lang="zh-CN" altLang="en-US" sz="2000" b="1" dirty="0">
                  <a:solidFill>
                    <a:srgbClr val="0000FF"/>
                  </a:solidFill>
                  <a:latin typeface="楷体" pitchFamily="49" charset="-122"/>
                  <a:ea typeface="楷体" pitchFamily="49" charset="-122"/>
                </a:rPr>
                <a:t>）立足于现实的人及其本质来把握历史的创造者</a:t>
              </a:r>
            </a:p>
          </p:txBody>
        </p:sp>
      </p:grpSp>
      <p:grpSp>
        <p:nvGrpSpPr>
          <p:cNvPr id="3" name="组合 2079"/>
          <p:cNvGrpSpPr>
            <a:grpSpLocks/>
          </p:cNvGrpSpPr>
          <p:nvPr/>
        </p:nvGrpSpPr>
        <p:grpSpPr bwMode="auto">
          <a:xfrm>
            <a:off x="571472" y="2571744"/>
            <a:ext cx="7929618" cy="571504"/>
            <a:chOff x="0" y="0"/>
            <a:chExt cx="3696" cy="384"/>
          </a:xfrm>
        </p:grpSpPr>
        <p:sp>
          <p:nvSpPr>
            <p:cNvPr id="8207"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8208" name="文本框 2081"/>
            <p:cNvSpPr txBox="1">
              <a:spLocks noChangeArrowheads="1"/>
            </p:cNvSpPr>
            <p:nvPr/>
          </p:nvSpPr>
          <p:spPr bwMode="auto">
            <a:xfrm>
              <a:off x="73" y="0"/>
              <a:ext cx="3551" cy="366"/>
            </a:xfrm>
            <a:prstGeom prst="rect">
              <a:avLst/>
            </a:prstGeom>
            <a:solidFill>
              <a:srgbClr val="CCFFFF"/>
            </a:solidFill>
            <a:ln w="9525">
              <a:noFill/>
              <a:miter lim="800000"/>
              <a:headEnd/>
              <a:tailEnd/>
            </a:ln>
          </p:spPr>
          <p:txBody>
            <a:bodyPr>
              <a:spAutoFit/>
            </a:bodyPr>
            <a:lstStyle/>
            <a:p>
              <a:pPr eaLnBrk="1" hangingPunct="1">
                <a:lnSpc>
                  <a:spcPct val="125000"/>
                </a:lnSpc>
              </a:pPr>
              <a:r>
                <a:rPr lang="en-US" altLang="zh-CN" sz="2000" b="1" dirty="0">
                  <a:solidFill>
                    <a:srgbClr val="0000FF"/>
                  </a:solidFill>
                  <a:latin typeface="楷体" pitchFamily="49" charset="-122"/>
                  <a:ea typeface="楷体" pitchFamily="49" charset="-122"/>
                </a:rPr>
                <a:t>2</a:t>
              </a:r>
              <a:r>
                <a:rPr lang="zh-CN" altLang="en-US" sz="2000" b="1" dirty="0">
                  <a:solidFill>
                    <a:srgbClr val="0000FF"/>
                  </a:solidFill>
                  <a:latin typeface="楷体" pitchFamily="49" charset="-122"/>
                  <a:ea typeface="楷体" pitchFamily="49" charset="-122"/>
                </a:rPr>
                <a:t>）立足于整体的社会历史过程来探究谁是历史的创造者</a:t>
              </a:r>
            </a:p>
          </p:txBody>
        </p:sp>
      </p:grpSp>
      <p:grpSp>
        <p:nvGrpSpPr>
          <p:cNvPr id="4" name="组合 2079"/>
          <p:cNvGrpSpPr>
            <a:grpSpLocks/>
          </p:cNvGrpSpPr>
          <p:nvPr/>
        </p:nvGrpSpPr>
        <p:grpSpPr bwMode="auto">
          <a:xfrm>
            <a:off x="571472" y="4429132"/>
            <a:ext cx="8001056" cy="571504"/>
            <a:chOff x="0" y="0"/>
            <a:chExt cx="3696" cy="384"/>
          </a:xfrm>
        </p:grpSpPr>
        <p:sp>
          <p:nvSpPr>
            <p:cNvPr id="8205"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8206" name="文本框 2081"/>
            <p:cNvSpPr txBox="1">
              <a:spLocks noChangeArrowheads="1"/>
            </p:cNvSpPr>
            <p:nvPr/>
          </p:nvSpPr>
          <p:spPr bwMode="auto">
            <a:xfrm>
              <a:off x="73" y="18"/>
              <a:ext cx="3551" cy="366"/>
            </a:xfrm>
            <a:prstGeom prst="rect">
              <a:avLst/>
            </a:prstGeom>
            <a:solidFill>
              <a:srgbClr val="CCFFFF"/>
            </a:solidFill>
            <a:ln w="9525">
              <a:noFill/>
              <a:miter lim="800000"/>
              <a:headEnd/>
              <a:tailEnd/>
            </a:ln>
          </p:spPr>
          <p:txBody>
            <a:bodyPr>
              <a:spAutoFit/>
            </a:bodyPr>
            <a:lstStyle/>
            <a:p>
              <a:pPr eaLnBrk="1" hangingPunct="1">
                <a:lnSpc>
                  <a:spcPct val="125000"/>
                </a:lnSpc>
              </a:pPr>
              <a:r>
                <a:rPr lang="en-US" altLang="zh-CN" sz="2000" b="1" dirty="0">
                  <a:solidFill>
                    <a:srgbClr val="0000FF"/>
                  </a:solidFill>
                  <a:latin typeface="楷体" pitchFamily="49" charset="-122"/>
                  <a:ea typeface="楷体" pitchFamily="49" charset="-122"/>
                </a:rPr>
                <a:t>3</a:t>
              </a:r>
              <a:r>
                <a:rPr lang="zh-CN" altLang="en-US" sz="2000" b="1" dirty="0">
                  <a:solidFill>
                    <a:srgbClr val="0000FF"/>
                  </a:solidFill>
                  <a:latin typeface="楷体" pitchFamily="49" charset="-122"/>
                  <a:ea typeface="楷体" pitchFamily="49" charset="-122"/>
                </a:rPr>
                <a:t>）从社会历史发展的必然性入手来考察和说明谁是历史的创造者</a:t>
              </a:r>
            </a:p>
          </p:txBody>
        </p:sp>
      </p:grpSp>
      <p:grpSp>
        <p:nvGrpSpPr>
          <p:cNvPr id="5" name="组合 2079"/>
          <p:cNvGrpSpPr>
            <a:grpSpLocks/>
          </p:cNvGrpSpPr>
          <p:nvPr/>
        </p:nvGrpSpPr>
        <p:grpSpPr bwMode="auto">
          <a:xfrm>
            <a:off x="571472" y="5929330"/>
            <a:ext cx="8001056" cy="571504"/>
            <a:chOff x="0" y="0"/>
            <a:chExt cx="3696" cy="384"/>
          </a:xfrm>
        </p:grpSpPr>
        <p:sp>
          <p:nvSpPr>
            <p:cNvPr id="8203"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8204" name="文本框 2081"/>
            <p:cNvSpPr txBox="1">
              <a:spLocks noChangeArrowheads="1"/>
            </p:cNvSpPr>
            <p:nvPr/>
          </p:nvSpPr>
          <p:spPr bwMode="auto">
            <a:xfrm>
              <a:off x="73" y="18"/>
              <a:ext cx="3551" cy="321"/>
            </a:xfrm>
            <a:prstGeom prst="rect">
              <a:avLst/>
            </a:prstGeom>
            <a:solidFill>
              <a:srgbClr val="CCFFFF"/>
            </a:solidFill>
            <a:ln w="9525">
              <a:noFill/>
              <a:miter lim="800000"/>
              <a:headEnd/>
              <a:tailEnd/>
            </a:ln>
          </p:spPr>
          <p:txBody>
            <a:bodyPr>
              <a:spAutoFit/>
            </a:bodyPr>
            <a:lstStyle/>
            <a:p>
              <a:pPr eaLnBrk="1" hangingPunct="1">
                <a:lnSpc>
                  <a:spcPct val="125000"/>
                </a:lnSpc>
              </a:pPr>
              <a:r>
                <a:rPr lang="en-US" altLang="zh-CN" sz="2000" b="1" dirty="0">
                  <a:solidFill>
                    <a:srgbClr val="0000FF"/>
                  </a:solidFill>
                  <a:latin typeface="楷体" pitchFamily="49" charset="-122"/>
                  <a:ea typeface="楷体" pitchFamily="49" charset="-122"/>
                </a:rPr>
                <a:t>4</a:t>
              </a:r>
              <a:r>
                <a:rPr lang="zh-CN" altLang="en-US" sz="2000" b="1" dirty="0">
                  <a:solidFill>
                    <a:srgbClr val="0000FF"/>
                  </a:solidFill>
                  <a:latin typeface="楷体" pitchFamily="49" charset="-122"/>
                  <a:ea typeface="楷体" pitchFamily="49" charset="-122"/>
                </a:rPr>
                <a:t>）从人与历史关系的不同层次上考察谁是历史的</a:t>
              </a:r>
              <a:r>
                <a:rPr lang="zh-CN" altLang="en-US" sz="2000" b="1" dirty="0" smtClean="0">
                  <a:solidFill>
                    <a:srgbClr val="0000FF"/>
                  </a:solidFill>
                  <a:latin typeface="楷体" pitchFamily="49" charset="-122"/>
                  <a:ea typeface="楷体" pitchFamily="49" charset="-122"/>
                </a:rPr>
                <a:t>创造者</a:t>
              </a:r>
              <a:r>
                <a:rPr lang="zh-CN" altLang="en-US" b="1" dirty="0" smtClean="0">
                  <a:solidFill>
                    <a:srgbClr val="FF0000"/>
                  </a:solidFill>
                  <a:latin typeface="楷体" pitchFamily="49" charset="-122"/>
                  <a:ea typeface="楷体" pitchFamily="49" charset="-122"/>
                </a:rPr>
                <a:t>（三个层次）</a:t>
              </a:r>
              <a:endParaRPr lang="zh-CN" altLang="en-US" b="1" dirty="0">
                <a:solidFill>
                  <a:srgbClr val="FF0000"/>
                </a:solidFill>
                <a:latin typeface="楷体" pitchFamily="49" charset="-122"/>
                <a:ea typeface="楷体" pitchFamily="49" charset="-122"/>
              </a:endParaRPr>
            </a:p>
          </p:txBody>
        </p:sp>
      </p:grpSp>
      <p:sp>
        <p:nvSpPr>
          <p:cNvPr id="21" name="矩形 765960"/>
          <p:cNvSpPr>
            <a:spLocks noChangeArrowheads="1"/>
          </p:cNvSpPr>
          <p:nvPr/>
        </p:nvSpPr>
        <p:spPr bwMode="auto">
          <a:xfrm>
            <a:off x="571472" y="1357298"/>
            <a:ext cx="7929618" cy="1143008"/>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zh-CN" altLang="en-US" b="1" dirty="0" smtClean="0">
                <a:solidFill>
                  <a:srgbClr val="3333FF"/>
                </a:solidFill>
                <a:latin typeface="楷体" pitchFamily="49" charset="-122"/>
                <a:ea typeface="楷体" pitchFamily="49" charset="-122"/>
              </a:rPr>
              <a:t>现实的人</a:t>
            </a:r>
            <a:r>
              <a:rPr lang="en-US" altLang="zh-CN" b="1" dirty="0" smtClean="0">
                <a:solidFill>
                  <a:srgbClr val="3333FF"/>
                </a:solidFill>
                <a:latin typeface="楷体" pitchFamily="49" charset="-122"/>
                <a:ea typeface="楷体" pitchFamily="49" charset="-122"/>
              </a:rPr>
              <a:t>——</a:t>
            </a:r>
            <a:r>
              <a:rPr lang="zh-CN" altLang="en-US" b="1" dirty="0" smtClean="0">
                <a:solidFill>
                  <a:srgbClr val="3333FF"/>
                </a:solidFill>
                <a:latin typeface="楷体" pitchFamily="49" charset="-122"/>
                <a:ea typeface="楷体" pitchFamily="49" charset="-122"/>
              </a:rPr>
              <a:t>基于自身需要和社会需要而从事一定实践活动、处于一定社会关系中、具有能动性的人。</a:t>
            </a:r>
            <a:r>
              <a:rPr lang="zh-CN" altLang="en-US" b="1" dirty="0" smtClean="0">
                <a:solidFill>
                  <a:srgbClr val="FF0000"/>
                </a:solidFill>
                <a:latin typeface="楷体" pitchFamily="49" charset="-122"/>
                <a:ea typeface="楷体" pitchFamily="49" charset="-122"/>
              </a:rPr>
              <a:t>只有</a:t>
            </a:r>
            <a:r>
              <a:rPr lang="zh-CN" altLang="en-US" b="1" dirty="0">
                <a:solidFill>
                  <a:srgbClr val="FF0000"/>
                </a:solidFill>
                <a:latin typeface="楷体" pitchFamily="49" charset="-122"/>
                <a:ea typeface="楷体" pitchFamily="49" charset="-122"/>
              </a:rPr>
              <a:t>把人看作是现实的人，才能正确把握人及其活动的本质，把握人与社会历史的关系。</a:t>
            </a:r>
          </a:p>
        </p:txBody>
      </p:sp>
      <p:sp>
        <p:nvSpPr>
          <p:cNvPr id="22" name="矩形 771079"/>
          <p:cNvSpPr>
            <a:spLocks noChangeArrowheads="1"/>
          </p:cNvSpPr>
          <p:nvPr/>
        </p:nvSpPr>
        <p:spPr bwMode="auto">
          <a:xfrm>
            <a:off x="571472" y="3214686"/>
            <a:ext cx="8001056" cy="1143008"/>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zh-CN" altLang="en-US" b="1" dirty="0" smtClean="0">
                <a:solidFill>
                  <a:srgbClr val="0000FF"/>
                </a:solidFill>
                <a:latin typeface="楷体" pitchFamily="49" charset="-122"/>
                <a:ea typeface="楷体" pitchFamily="49" charset="-122"/>
              </a:rPr>
              <a:t>社会</a:t>
            </a:r>
            <a:r>
              <a:rPr lang="zh-CN" altLang="en-US" b="1" dirty="0">
                <a:solidFill>
                  <a:srgbClr val="0000FF"/>
                </a:solidFill>
                <a:latin typeface="楷体" pitchFamily="49" charset="-122"/>
                <a:ea typeface="楷体" pitchFamily="49" charset="-122"/>
              </a:rPr>
              <a:t>历史就其整体而言，是一定的群体（集体、阶级、民族乃至全人类）的认识活动和实践活动及其产物的演进过程，是</a:t>
            </a:r>
            <a:r>
              <a:rPr lang="zh-CN" altLang="en-US" b="1" dirty="0">
                <a:solidFill>
                  <a:srgbClr val="FF0000"/>
                </a:solidFill>
                <a:latin typeface="楷体" pitchFamily="49" charset="-122"/>
                <a:ea typeface="楷体" pitchFamily="49" charset="-122"/>
              </a:rPr>
              <a:t>以一定的物质生产方式为基础的社会形成和演进过程</a:t>
            </a:r>
            <a:r>
              <a:rPr lang="zh-CN" altLang="en-US" b="1" dirty="0">
                <a:solidFill>
                  <a:srgbClr val="0000FF"/>
                </a:solidFill>
                <a:latin typeface="楷体" pitchFamily="49" charset="-122"/>
                <a:ea typeface="楷体" pitchFamily="49" charset="-122"/>
              </a:rPr>
              <a:t>。</a:t>
            </a:r>
          </a:p>
        </p:txBody>
      </p:sp>
      <p:sp>
        <p:nvSpPr>
          <p:cNvPr id="23" name="矩形 772103"/>
          <p:cNvSpPr>
            <a:spLocks noChangeArrowheads="1"/>
          </p:cNvSpPr>
          <p:nvPr/>
        </p:nvSpPr>
        <p:spPr bwMode="auto">
          <a:xfrm>
            <a:off x="571472" y="5072074"/>
            <a:ext cx="8001056" cy="795342"/>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zh-CN" altLang="en-US" b="1" dirty="0" smtClean="0">
                <a:solidFill>
                  <a:srgbClr val="0000FF"/>
                </a:solidFill>
                <a:latin typeface="楷体" pitchFamily="49" charset="-122"/>
                <a:ea typeface="楷体" pitchFamily="49" charset="-122"/>
              </a:rPr>
              <a:t>只有</a:t>
            </a:r>
            <a:r>
              <a:rPr lang="zh-CN" altLang="en-US" b="1" dirty="0">
                <a:solidFill>
                  <a:srgbClr val="0000FF"/>
                </a:solidFill>
                <a:latin typeface="楷体" pitchFamily="49" charset="-122"/>
                <a:ea typeface="楷体" pitchFamily="49" charset="-122"/>
              </a:rPr>
              <a:t>代表</a:t>
            </a:r>
            <a:r>
              <a:rPr lang="zh-CN" altLang="en-US" b="1" dirty="0">
                <a:solidFill>
                  <a:srgbClr val="FF0000"/>
                </a:solidFill>
                <a:latin typeface="楷体" pitchFamily="49" charset="-122"/>
                <a:ea typeface="楷体" pitchFamily="49" charset="-122"/>
              </a:rPr>
              <a:t>符合经济运动必然性乃至整个社会历史发展的必然性，推动和促进社会历史向前发展</a:t>
            </a:r>
            <a:r>
              <a:rPr lang="zh-CN" altLang="en-US" b="1" dirty="0">
                <a:solidFill>
                  <a:srgbClr val="0000FF"/>
                </a:solidFill>
                <a:latin typeface="楷体" pitchFamily="49" charset="-122"/>
                <a:ea typeface="楷体" pitchFamily="49" charset="-122"/>
              </a:rPr>
              <a:t>的力量的人，才属于历史的创造者。</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741385"/>
          <p:cNvSpPr>
            <a:spLocks noChangeArrowheads="1"/>
          </p:cNvSpPr>
          <p:nvPr/>
        </p:nvSpPr>
        <p:spPr bwMode="auto">
          <a:xfrm>
            <a:off x="468313" y="549275"/>
            <a:ext cx="6384925" cy="552450"/>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400" b="1">
                <a:solidFill>
                  <a:srgbClr val="0000FF"/>
                </a:solidFill>
                <a:latin typeface="黑体" pitchFamily="49" charset="-122"/>
                <a:ea typeface="黑体" pitchFamily="49" charset="-122"/>
              </a:rPr>
              <a:t>（二）人民群众在创造历史过程中的决定作用</a:t>
            </a:r>
          </a:p>
        </p:txBody>
      </p:sp>
      <p:sp>
        <p:nvSpPr>
          <p:cNvPr id="741401" name="矩形 741400"/>
          <p:cNvSpPr/>
          <p:nvPr/>
        </p:nvSpPr>
        <p:spPr>
          <a:xfrm rot="5400000">
            <a:off x="-252412" y="2347913"/>
            <a:ext cx="1657350" cy="649287"/>
          </a:xfrm>
          <a:prstGeom prst="rect">
            <a:avLst/>
          </a:prstGeom>
        </p:spPr>
        <p:txBody>
          <a:bodyPr vert="eaVert" wrap="none" fromWordArt="1">
            <a:prstTxWarp prst="textPlain">
              <a:avLst>
                <a:gd name="adj" fmla="val 50000"/>
              </a:avLst>
            </a:prstTxWarp>
            <a:normAutofit/>
            <a:scene3d>
              <a:camera prst="legacyPerspectiveFront">
                <a:rot lat="20640000" lon="20700000" rev="0"/>
              </a:camera>
              <a:lightRig rig="legacyNormal3" dir="l"/>
            </a:scene3d>
            <a:sp3d extrusionH="201600" prstMaterial="legacyPlastic">
              <a:extrusionClr>
                <a:srgbClr val="FF9966"/>
              </a:extrusionClr>
            </a:sp3d>
          </a:bodyPr>
          <a:lstStyle/>
          <a:p>
            <a:pPr algn="ctr" eaLnBrk="1" hangingPunct="1">
              <a:buFont typeface="Arial" panose="020B0604020202020204" pitchFamily="34" charset="0"/>
              <a:buNone/>
              <a:defRPr/>
            </a:pPr>
            <a:r>
              <a:rPr lang="zh-CN" altLang="en-US" sz="2400" noProof="1">
                <a:solidFill>
                  <a:srgbClr val="CC0000"/>
                </a:solidFill>
                <a:latin typeface="宋体" panose="02010600030101010101" pitchFamily="2" charset="-122"/>
              </a:rPr>
              <a:t>人民群众</a:t>
            </a:r>
          </a:p>
          <a:p>
            <a:pPr algn="ctr" eaLnBrk="1" hangingPunct="1">
              <a:buFont typeface="Arial" panose="020B0604020202020204" pitchFamily="34" charset="0"/>
              <a:buNone/>
              <a:defRPr/>
            </a:pPr>
            <a:r>
              <a:rPr lang="zh-CN" altLang="en-US" sz="2400" noProof="1">
                <a:solidFill>
                  <a:srgbClr val="CC0000"/>
                </a:solidFill>
                <a:latin typeface="宋体" panose="02010600030101010101" pitchFamily="2" charset="-122"/>
              </a:rPr>
              <a:t>（历史范畴）</a:t>
            </a:r>
          </a:p>
        </p:txBody>
      </p:sp>
      <p:sp>
        <p:nvSpPr>
          <p:cNvPr id="23556" name="矩形 741401"/>
          <p:cNvSpPr>
            <a:spLocks noChangeArrowheads="1"/>
          </p:cNvSpPr>
          <p:nvPr/>
        </p:nvSpPr>
        <p:spPr bwMode="auto">
          <a:xfrm>
            <a:off x="250825" y="1268413"/>
            <a:ext cx="8683625" cy="431800"/>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defRPr/>
            </a:pPr>
            <a:r>
              <a:rPr lang="en-US" altLang="zh-CN" sz="1600" b="1">
                <a:solidFill>
                  <a:srgbClr val="3333FF"/>
                </a:solidFill>
                <a:latin typeface="幼圆" pitchFamily="49" charset="-122"/>
                <a:ea typeface="幼圆" pitchFamily="49" charset="-122"/>
              </a:rPr>
              <a:t> </a:t>
            </a:r>
            <a:r>
              <a:rPr lang="zh-CN" altLang="en-US" sz="1600" b="1">
                <a:solidFill>
                  <a:srgbClr val="3333FF"/>
                </a:solidFill>
                <a:latin typeface="幼圆" pitchFamily="49" charset="-122"/>
                <a:ea typeface="幼圆" pitchFamily="49" charset="-122"/>
              </a:rPr>
              <a:t>人民群众是社会历史的主体，是历史的创造者。这是马克思主义最基本的观点之一。</a:t>
            </a:r>
          </a:p>
        </p:txBody>
      </p:sp>
      <p:sp>
        <p:nvSpPr>
          <p:cNvPr id="23560" name="矩形 741412"/>
          <p:cNvSpPr>
            <a:spLocks noChangeArrowheads="1"/>
          </p:cNvSpPr>
          <p:nvPr/>
        </p:nvSpPr>
        <p:spPr bwMode="auto">
          <a:xfrm>
            <a:off x="1071539" y="3429000"/>
            <a:ext cx="7862912" cy="3071834"/>
          </a:xfrm>
          <a:prstGeom prst="rect">
            <a:avLst/>
          </a:prstGeom>
          <a:solidFill>
            <a:srgbClr val="CCFFFF">
              <a:alpha val="50195"/>
            </a:srgbClr>
          </a:solidFill>
          <a:ln w="38100">
            <a:solidFill>
              <a:srgbClr val="800000"/>
            </a:solidFill>
            <a:miter lim="800000"/>
            <a:headEnd/>
            <a:tailEnd/>
          </a:ln>
        </p:spPr>
        <p:txBody>
          <a:bodyPr/>
          <a:lstStyle/>
          <a:p>
            <a:pPr algn="just" eaLnBrk="1" hangingPunct="1">
              <a:lnSpc>
                <a:spcPct val="125000"/>
              </a:lnSpc>
              <a:spcBef>
                <a:spcPct val="20000"/>
              </a:spcBef>
            </a:pPr>
            <a:r>
              <a:rPr lang="zh-CN" altLang="en-US" b="1" dirty="0">
                <a:solidFill>
                  <a:srgbClr val="FF0000"/>
                </a:solidFill>
                <a:latin typeface="幼圆" pitchFamily="49" charset="-122"/>
                <a:ea typeface="幼圆" pitchFamily="49" charset="-122"/>
              </a:rPr>
              <a:t>不同的历史时期，有着不同的内容，包含着不同的阶级、阶层和集团。</a:t>
            </a:r>
          </a:p>
          <a:p>
            <a:pPr algn="just" eaLnBrk="1" hangingPunct="1">
              <a:lnSpc>
                <a:spcPct val="125000"/>
              </a:lnSpc>
              <a:spcBef>
                <a:spcPct val="20000"/>
              </a:spcBef>
            </a:pPr>
            <a:r>
              <a:rPr lang="en-US" altLang="zh-CN" sz="2400" b="1" dirty="0" smtClean="0">
                <a:solidFill>
                  <a:srgbClr val="000066"/>
                </a:solidFill>
                <a:latin typeface="楷体" pitchFamily="49" charset="-122"/>
                <a:ea typeface="楷体" pitchFamily="49" charset="-122"/>
              </a:rPr>
              <a:t>- </a:t>
            </a:r>
            <a:r>
              <a:rPr lang="zh-CN" altLang="en-US" sz="2400" b="1" dirty="0">
                <a:solidFill>
                  <a:srgbClr val="000066"/>
                </a:solidFill>
                <a:latin typeface="楷体" pitchFamily="49" charset="-122"/>
                <a:ea typeface="楷体" pitchFamily="49" charset="-122"/>
              </a:rPr>
              <a:t>其中最稳定的主体部分始终是从事物质资料生产的</a:t>
            </a:r>
            <a:r>
              <a:rPr lang="zh-CN" altLang="en-US" sz="2400" b="1" dirty="0" smtClean="0">
                <a:solidFill>
                  <a:srgbClr val="000066"/>
                </a:solidFill>
                <a:latin typeface="楷体" pitchFamily="49" charset="-122"/>
                <a:ea typeface="楷体" pitchFamily="49" charset="-122"/>
              </a:rPr>
              <a:t>劳动群众。</a:t>
            </a:r>
            <a:endParaRPr lang="zh-CN" altLang="en-US" sz="2400" b="1" dirty="0">
              <a:solidFill>
                <a:srgbClr val="000066"/>
              </a:solidFill>
              <a:latin typeface="楷体" pitchFamily="49" charset="-122"/>
              <a:ea typeface="楷体" pitchFamily="49" charset="-122"/>
            </a:endParaRPr>
          </a:p>
          <a:p>
            <a:pPr algn="just" eaLnBrk="1" hangingPunct="1">
              <a:lnSpc>
                <a:spcPct val="125000"/>
              </a:lnSpc>
              <a:spcBef>
                <a:spcPct val="20000"/>
              </a:spcBef>
            </a:pPr>
            <a:r>
              <a:rPr lang="en-US" altLang="zh-CN" sz="2400" b="1" dirty="0" smtClean="0">
                <a:solidFill>
                  <a:srgbClr val="000066"/>
                </a:solidFill>
                <a:latin typeface="楷体" pitchFamily="49" charset="-122"/>
                <a:ea typeface="楷体" pitchFamily="49" charset="-122"/>
              </a:rPr>
              <a:t>- </a:t>
            </a:r>
            <a:r>
              <a:rPr lang="zh-CN" altLang="en-US" sz="2400" b="1" dirty="0">
                <a:solidFill>
                  <a:srgbClr val="000066"/>
                </a:solidFill>
                <a:latin typeface="楷体" pitchFamily="49" charset="-122"/>
                <a:ea typeface="楷体" pitchFamily="49" charset="-122"/>
              </a:rPr>
              <a:t>当代中国</a:t>
            </a:r>
            <a:r>
              <a:rPr lang="zh-CN" altLang="en-US" sz="2400" b="1" dirty="0" smtClean="0">
                <a:solidFill>
                  <a:srgbClr val="000066"/>
                </a:solidFill>
                <a:latin typeface="楷体" pitchFamily="49" charset="-122"/>
                <a:ea typeface="楷体" pitchFamily="49" charset="-122"/>
              </a:rPr>
              <a:t>：全体社会主义劳动者、社会主义事业的建设者、拥护社会主义的爱国者、拥护祖国统一和致力于中华民族伟大复兴的爱国者。 </a:t>
            </a:r>
            <a:endParaRPr lang="zh-CN" altLang="en-US" sz="2400" b="1" dirty="0">
              <a:solidFill>
                <a:srgbClr val="000066"/>
              </a:solidFill>
              <a:latin typeface="楷体" pitchFamily="49" charset="-122"/>
              <a:ea typeface="楷体" pitchFamily="49" charset="-122"/>
            </a:endParaRPr>
          </a:p>
        </p:txBody>
      </p:sp>
      <p:sp>
        <p:nvSpPr>
          <p:cNvPr id="23561" name="矩形 741414"/>
          <p:cNvSpPr>
            <a:spLocks noChangeArrowheads="1"/>
          </p:cNvSpPr>
          <p:nvPr/>
        </p:nvSpPr>
        <p:spPr bwMode="auto">
          <a:xfrm>
            <a:off x="1087438" y="2168525"/>
            <a:ext cx="4897437" cy="1008063"/>
          </a:xfrm>
          <a:prstGeom prst="rect">
            <a:avLst/>
          </a:prstGeom>
          <a:solidFill>
            <a:srgbClr val="CCFFFF">
              <a:alpha val="50195"/>
            </a:srgbClr>
          </a:solidFill>
          <a:ln w="38100">
            <a:solidFill>
              <a:srgbClr val="FF0000"/>
            </a:solidFill>
            <a:miter lim="800000"/>
            <a:headEnd/>
            <a:tailEnd/>
          </a:ln>
        </p:spPr>
        <p:txBody>
          <a:bodyPr/>
          <a:lstStyle/>
          <a:p>
            <a:pPr algn="just" eaLnBrk="1" hangingPunct="1">
              <a:lnSpc>
                <a:spcPct val="125000"/>
              </a:lnSpc>
              <a:spcBef>
                <a:spcPct val="20000"/>
              </a:spcBef>
            </a:pPr>
            <a:r>
              <a:rPr lang="zh-CN" altLang="en-US" sz="2000" b="1" dirty="0" smtClean="0">
                <a:solidFill>
                  <a:srgbClr val="000066"/>
                </a:solidFill>
                <a:latin typeface="幼圆" pitchFamily="49" charset="-122"/>
                <a:ea typeface="幼圆" pitchFamily="49" charset="-122"/>
              </a:rPr>
              <a:t>质</a:t>
            </a:r>
            <a:r>
              <a:rPr lang="zh-CN" altLang="en-US" sz="2000" b="1" dirty="0">
                <a:solidFill>
                  <a:srgbClr val="000066"/>
                </a:solidFill>
                <a:latin typeface="幼圆" pitchFamily="49" charset="-122"/>
                <a:ea typeface="幼圆" pitchFamily="49" charset="-122"/>
              </a:rPr>
              <a:t>：</a:t>
            </a:r>
            <a:r>
              <a:rPr lang="zh-CN" altLang="en-US" sz="2000" b="1" dirty="0">
                <a:solidFill>
                  <a:srgbClr val="000066"/>
                </a:solidFill>
                <a:latin typeface="楷体" pitchFamily="49" charset="-122"/>
                <a:ea typeface="楷体" pitchFamily="49" charset="-122"/>
              </a:rPr>
              <a:t>一切对历史发展起推动作用的</a:t>
            </a:r>
            <a:r>
              <a:rPr lang="zh-CN" altLang="en-US" sz="2000" b="1" dirty="0" smtClean="0">
                <a:solidFill>
                  <a:srgbClr val="000066"/>
                </a:solidFill>
                <a:latin typeface="楷体" pitchFamily="49" charset="-122"/>
                <a:ea typeface="楷体" pitchFamily="49" charset="-122"/>
              </a:rPr>
              <a:t>人。</a:t>
            </a:r>
            <a:endParaRPr lang="zh-CN" altLang="en-US" sz="2000" b="1" dirty="0">
              <a:solidFill>
                <a:srgbClr val="000066"/>
              </a:solidFill>
              <a:latin typeface="楷体" pitchFamily="49" charset="-122"/>
              <a:ea typeface="楷体" pitchFamily="49" charset="-122"/>
            </a:endParaRPr>
          </a:p>
          <a:p>
            <a:pPr algn="just" eaLnBrk="1" hangingPunct="1">
              <a:lnSpc>
                <a:spcPct val="125000"/>
              </a:lnSpc>
              <a:spcBef>
                <a:spcPct val="20000"/>
              </a:spcBef>
            </a:pPr>
            <a:r>
              <a:rPr lang="zh-CN" altLang="en-US" sz="2000" b="1" dirty="0" smtClean="0">
                <a:solidFill>
                  <a:srgbClr val="000066"/>
                </a:solidFill>
                <a:latin typeface="幼圆" pitchFamily="49" charset="-122"/>
                <a:ea typeface="幼圆" pitchFamily="49" charset="-122"/>
              </a:rPr>
              <a:t>量</a:t>
            </a:r>
            <a:r>
              <a:rPr lang="zh-CN" altLang="en-US" sz="2000" b="1" dirty="0">
                <a:solidFill>
                  <a:srgbClr val="000066"/>
                </a:solidFill>
                <a:latin typeface="幼圆" pitchFamily="49" charset="-122"/>
                <a:ea typeface="幼圆" pitchFamily="49" charset="-122"/>
              </a:rPr>
              <a:t>：</a:t>
            </a:r>
            <a:r>
              <a:rPr lang="zh-CN" altLang="en-US" sz="2000" b="1" dirty="0">
                <a:solidFill>
                  <a:srgbClr val="000066"/>
                </a:solidFill>
                <a:latin typeface="楷体" pitchFamily="49" charset="-122"/>
                <a:ea typeface="楷体" pitchFamily="49" charset="-122"/>
              </a:rPr>
              <a:t>社会人口中的绝大多数。</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777219"/>
          <p:cNvSpPr>
            <a:spLocks noChangeArrowheads="1"/>
          </p:cNvSpPr>
          <p:nvPr/>
        </p:nvSpPr>
        <p:spPr bwMode="auto">
          <a:xfrm>
            <a:off x="357158" y="1643050"/>
            <a:ext cx="5333999" cy="822325"/>
          </a:xfrm>
          <a:prstGeom prst="rect">
            <a:avLst/>
          </a:prstGeom>
          <a:solidFill>
            <a:srgbClr val="FFFF99"/>
          </a:solidFill>
          <a:ln w="9525">
            <a:noFill/>
            <a:miter lim="800000"/>
            <a:headEnd/>
            <a:tailEnd/>
          </a:ln>
          <a:effectLst>
            <a:outerShdw dist="45791" dir="3378596" algn="ctr" rotWithShape="0">
              <a:schemeClr val="bg2"/>
            </a:outerShdw>
          </a:effectLst>
        </p:spPr>
        <p:txBody>
          <a:bodyPr wrap="square">
            <a:spAutoFit/>
          </a:bodyPr>
          <a:lstStyle/>
          <a:p>
            <a:pPr eaLnBrk="1" hangingPunct="1">
              <a:lnSpc>
                <a:spcPct val="125000"/>
              </a:lnSpc>
              <a:defRPr/>
            </a:pPr>
            <a:r>
              <a:rPr lang="en-US" altLang="zh-CN" sz="2000" b="1" dirty="0" smtClean="0">
                <a:solidFill>
                  <a:srgbClr val="990000"/>
                </a:solidFill>
                <a:latin typeface="楷体_GB2312" pitchFamily="49" charset="-122"/>
                <a:ea typeface="楷体_GB2312" pitchFamily="49" charset="-122"/>
              </a:rPr>
              <a:t>- </a:t>
            </a:r>
            <a:r>
              <a:rPr lang="zh-CN" altLang="en-US" b="1" dirty="0">
                <a:solidFill>
                  <a:srgbClr val="990000"/>
                </a:solidFill>
                <a:latin typeface="楷体" pitchFamily="49" charset="-122"/>
                <a:ea typeface="楷体" pitchFamily="49" charset="-122"/>
              </a:rPr>
              <a:t>广大的劳动群众</a:t>
            </a:r>
            <a:r>
              <a:rPr lang="zh-CN" altLang="en-US" b="1" dirty="0">
                <a:solidFill>
                  <a:srgbClr val="990000"/>
                </a:solidFill>
                <a:latin typeface="楷体" pitchFamily="49" charset="-122"/>
                <a:ea typeface="楷体" pitchFamily="49" charset="-122"/>
                <a:sym typeface="宋体" pitchFamily="2" charset="-122"/>
              </a:rPr>
              <a:t>是</a:t>
            </a:r>
            <a:r>
              <a:rPr lang="zh-CN" altLang="en-US" b="1" dirty="0">
                <a:solidFill>
                  <a:srgbClr val="990000"/>
                </a:solidFill>
                <a:latin typeface="楷体" pitchFamily="49" charset="-122"/>
                <a:ea typeface="楷体" pitchFamily="49" charset="-122"/>
              </a:rPr>
              <a:t>物质资料生产活动的主体。</a:t>
            </a:r>
          </a:p>
          <a:p>
            <a:pPr eaLnBrk="1" hangingPunct="1">
              <a:lnSpc>
                <a:spcPct val="125000"/>
              </a:lnSpc>
              <a:defRPr/>
            </a:pPr>
            <a:r>
              <a:rPr lang="en-US" altLang="zh-CN" b="1" dirty="0" smtClean="0">
                <a:solidFill>
                  <a:srgbClr val="990000"/>
                </a:solidFill>
                <a:latin typeface="楷体" pitchFamily="49" charset="-122"/>
                <a:ea typeface="楷体" pitchFamily="49" charset="-122"/>
              </a:rPr>
              <a:t>- </a:t>
            </a:r>
            <a:r>
              <a:rPr lang="zh-CN" altLang="en-US" b="1" dirty="0">
                <a:solidFill>
                  <a:srgbClr val="990000"/>
                </a:solidFill>
                <a:latin typeface="楷体" pitchFamily="49" charset="-122"/>
                <a:ea typeface="楷体" pitchFamily="49" charset="-122"/>
              </a:rPr>
              <a:t>知识分子的脑力劳动在生产活动中变得更为重要。</a:t>
            </a:r>
          </a:p>
        </p:txBody>
      </p:sp>
      <p:sp>
        <p:nvSpPr>
          <p:cNvPr id="25603" name="矩形 777222"/>
          <p:cNvSpPr>
            <a:spLocks noChangeArrowheads="1"/>
          </p:cNvSpPr>
          <p:nvPr/>
        </p:nvSpPr>
        <p:spPr bwMode="auto">
          <a:xfrm>
            <a:off x="357158" y="3214686"/>
            <a:ext cx="8358246" cy="784830"/>
          </a:xfrm>
          <a:prstGeom prst="rect">
            <a:avLst/>
          </a:prstGeom>
          <a:solidFill>
            <a:srgbClr val="FFFF99"/>
          </a:solidFill>
          <a:ln w="9525">
            <a:noFill/>
            <a:miter lim="800000"/>
            <a:headEnd/>
            <a:tailEnd/>
          </a:ln>
          <a:effectLst>
            <a:outerShdw dist="45791" dir="3378596" algn="ctr" rotWithShape="0">
              <a:schemeClr val="bg2"/>
            </a:outerShdw>
          </a:effectLst>
        </p:spPr>
        <p:txBody>
          <a:bodyPr wrap="square">
            <a:spAutoFit/>
          </a:bodyPr>
          <a:lstStyle/>
          <a:p>
            <a:pPr eaLnBrk="1" hangingPunct="1">
              <a:lnSpc>
                <a:spcPct val="125000"/>
              </a:lnSpc>
              <a:defRPr/>
            </a:pPr>
            <a:r>
              <a:rPr lang="en-US" altLang="zh-CN" b="1" dirty="0" smtClean="0">
                <a:solidFill>
                  <a:srgbClr val="990000"/>
                </a:solidFill>
                <a:latin typeface="楷体_GB2312" pitchFamily="49" charset="-122"/>
                <a:ea typeface="楷体_GB2312" pitchFamily="49" charset="-122"/>
              </a:rPr>
              <a:t>-</a:t>
            </a:r>
            <a:r>
              <a:rPr lang="en-US" altLang="zh-CN" b="1" dirty="0" smtClean="0">
                <a:solidFill>
                  <a:srgbClr val="990000"/>
                </a:solidFill>
                <a:latin typeface="楷体" pitchFamily="49" charset="-122"/>
                <a:ea typeface="楷体" pitchFamily="49" charset="-122"/>
              </a:rPr>
              <a:t> </a:t>
            </a:r>
            <a:r>
              <a:rPr lang="zh-CN" altLang="en-US" b="1" dirty="0">
                <a:solidFill>
                  <a:srgbClr val="990000"/>
                </a:solidFill>
                <a:latin typeface="楷体" pitchFamily="49" charset="-122"/>
                <a:ea typeface="楷体" pitchFamily="49" charset="-122"/>
              </a:rPr>
              <a:t>人民群众通过物质生产实践为创造精神财富提供了必要的物质条件和设施；</a:t>
            </a:r>
          </a:p>
          <a:p>
            <a:pPr eaLnBrk="1" hangingPunct="1">
              <a:lnSpc>
                <a:spcPct val="125000"/>
              </a:lnSpc>
              <a:defRPr/>
            </a:pPr>
            <a:r>
              <a:rPr lang="en-US" altLang="zh-CN" b="1" dirty="0" smtClean="0">
                <a:solidFill>
                  <a:srgbClr val="990000"/>
                </a:solidFill>
                <a:latin typeface="楷体" pitchFamily="49" charset="-122"/>
                <a:ea typeface="楷体" pitchFamily="49" charset="-122"/>
              </a:rPr>
              <a:t>- </a:t>
            </a:r>
            <a:r>
              <a:rPr lang="zh-CN" altLang="en-US" b="1" dirty="0">
                <a:solidFill>
                  <a:srgbClr val="990000"/>
                </a:solidFill>
                <a:latin typeface="楷体" pitchFamily="49" charset="-122"/>
                <a:ea typeface="楷体" pitchFamily="49" charset="-122"/>
              </a:rPr>
              <a:t>人民群众还直接参加了社会精神财富的创造</a:t>
            </a:r>
          </a:p>
        </p:txBody>
      </p:sp>
      <p:sp>
        <p:nvSpPr>
          <p:cNvPr id="25604" name="矩形 777224"/>
          <p:cNvSpPr>
            <a:spLocks noChangeArrowheads="1"/>
          </p:cNvSpPr>
          <p:nvPr/>
        </p:nvSpPr>
        <p:spPr bwMode="auto">
          <a:xfrm>
            <a:off x="357158" y="4786322"/>
            <a:ext cx="5334000" cy="390941"/>
          </a:xfrm>
          <a:prstGeom prst="rect">
            <a:avLst/>
          </a:prstGeom>
          <a:solidFill>
            <a:srgbClr val="FFFF99"/>
          </a:solidFill>
          <a:ln w="9525">
            <a:noFill/>
            <a:miter lim="800000"/>
            <a:headEnd/>
            <a:tailEnd/>
          </a:ln>
          <a:effectLst>
            <a:outerShdw dist="45791" dir="3378596" algn="ctr" rotWithShape="0">
              <a:schemeClr val="bg2"/>
            </a:outerShdw>
          </a:effectLst>
        </p:spPr>
        <p:txBody>
          <a:bodyPr wrap="square">
            <a:spAutoFit/>
          </a:bodyPr>
          <a:lstStyle/>
          <a:p>
            <a:pPr eaLnBrk="1" hangingPunct="1">
              <a:lnSpc>
                <a:spcPct val="125000"/>
              </a:lnSpc>
              <a:defRPr/>
            </a:pPr>
            <a:r>
              <a:rPr lang="en-US" altLang="zh-CN" b="1" dirty="0" smtClean="0">
                <a:solidFill>
                  <a:srgbClr val="990000"/>
                </a:solidFill>
                <a:latin typeface="楷体_GB2312" pitchFamily="49" charset="-122"/>
                <a:ea typeface="楷体_GB2312" pitchFamily="49" charset="-122"/>
              </a:rPr>
              <a:t>- </a:t>
            </a:r>
            <a:r>
              <a:rPr lang="zh-CN" altLang="en-US" b="1" dirty="0" smtClean="0">
                <a:solidFill>
                  <a:srgbClr val="990000"/>
                </a:solidFill>
                <a:latin typeface="楷体_GB2312" pitchFamily="49" charset="-122"/>
                <a:ea typeface="楷体_GB2312" pitchFamily="49" charset="-122"/>
              </a:rPr>
              <a:t>“</a:t>
            </a:r>
            <a:r>
              <a:rPr lang="zh-CN" altLang="en-US" b="1" dirty="0" smtClean="0">
                <a:solidFill>
                  <a:srgbClr val="990000"/>
                </a:solidFill>
                <a:latin typeface="楷体" pitchFamily="49" charset="-122"/>
                <a:ea typeface="楷体" pitchFamily="49" charset="-122"/>
              </a:rPr>
              <a:t>人民</a:t>
            </a:r>
            <a:r>
              <a:rPr lang="zh-CN" altLang="en-US" b="1" dirty="0">
                <a:solidFill>
                  <a:srgbClr val="990000"/>
                </a:solidFill>
                <a:latin typeface="楷体" pitchFamily="49" charset="-122"/>
                <a:ea typeface="楷体" pitchFamily="49" charset="-122"/>
              </a:rPr>
              <a:t>，只有人民，才是创造世界历史的动力</a:t>
            </a:r>
            <a:r>
              <a:rPr lang="zh-CN" altLang="en-US" b="1" dirty="0" smtClean="0">
                <a:solidFill>
                  <a:srgbClr val="990000"/>
                </a:solidFill>
                <a:latin typeface="楷体" pitchFamily="49" charset="-122"/>
                <a:ea typeface="楷体" pitchFamily="49" charset="-122"/>
              </a:rPr>
              <a:t>。”</a:t>
            </a:r>
            <a:endParaRPr lang="zh-CN" altLang="en-US" b="1" dirty="0">
              <a:solidFill>
                <a:srgbClr val="990000"/>
              </a:solidFill>
              <a:latin typeface="楷体" pitchFamily="49" charset="-122"/>
              <a:ea typeface="楷体" pitchFamily="49" charset="-122"/>
            </a:endParaRPr>
          </a:p>
        </p:txBody>
      </p:sp>
      <p:grpSp>
        <p:nvGrpSpPr>
          <p:cNvPr id="2" name="组合 2079"/>
          <p:cNvGrpSpPr>
            <a:grpSpLocks/>
          </p:cNvGrpSpPr>
          <p:nvPr/>
        </p:nvGrpSpPr>
        <p:grpSpPr bwMode="auto">
          <a:xfrm>
            <a:off x="357158" y="928670"/>
            <a:ext cx="4673600" cy="517525"/>
            <a:chOff x="44" y="0"/>
            <a:chExt cx="3580" cy="384"/>
          </a:xfrm>
        </p:grpSpPr>
        <p:sp>
          <p:nvSpPr>
            <p:cNvPr id="25615" name="圆角矩形 2080"/>
            <p:cNvSpPr>
              <a:spLocks noChangeArrowheads="1"/>
            </p:cNvSpPr>
            <p:nvPr/>
          </p:nvSpPr>
          <p:spPr bwMode="auto">
            <a:xfrm>
              <a:off x="44" y="0"/>
              <a:ext cx="3580"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25616" name="文本框 2081"/>
            <p:cNvSpPr txBox="1">
              <a:spLocks noChangeArrowheads="1"/>
            </p:cNvSpPr>
            <p:nvPr/>
          </p:nvSpPr>
          <p:spPr bwMode="auto">
            <a:xfrm>
              <a:off x="73" y="18"/>
              <a:ext cx="3551" cy="353"/>
            </a:xfrm>
            <a:prstGeom prst="rect">
              <a:avLst/>
            </a:prstGeom>
            <a:solidFill>
              <a:srgbClr val="CCFFFF"/>
            </a:solidFill>
            <a:ln w="9525">
              <a:noFill/>
              <a:miter lim="800000"/>
              <a:headEnd/>
              <a:tailEnd/>
            </a:ln>
          </p:spPr>
          <p:txBody>
            <a:bodyPr>
              <a:spAutoFit/>
            </a:bodyPr>
            <a:lstStyle/>
            <a:p>
              <a:pPr eaLnBrk="1" hangingPunct="1">
                <a:lnSpc>
                  <a:spcPct val="125000"/>
                </a:lnSpc>
              </a:pPr>
              <a:r>
                <a:rPr lang="en-US" altLang="zh-CN" sz="2000" b="1">
                  <a:solidFill>
                    <a:srgbClr val="0000FF"/>
                  </a:solidFill>
                  <a:latin typeface="楷体" pitchFamily="49" charset="-122"/>
                  <a:ea typeface="楷体" pitchFamily="49" charset="-122"/>
                </a:rPr>
                <a:t>1</a:t>
              </a:r>
              <a:r>
                <a:rPr lang="zh-CN" altLang="en-US" sz="2000" b="1">
                  <a:solidFill>
                    <a:srgbClr val="0000FF"/>
                  </a:solidFill>
                  <a:latin typeface="楷体" pitchFamily="49" charset="-122"/>
                  <a:ea typeface="楷体" pitchFamily="49" charset="-122"/>
                </a:rPr>
                <a:t>）</a:t>
              </a:r>
              <a:r>
                <a:rPr lang="en-US" altLang="zh-CN" sz="2000" b="1">
                  <a:solidFill>
                    <a:srgbClr val="0000FF"/>
                  </a:solidFill>
                  <a:latin typeface="楷体" pitchFamily="49" charset="-122"/>
                  <a:ea typeface="楷体" pitchFamily="49" charset="-122"/>
                </a:rPr>
                <a:t>人民群众是社会物质财富的创造者</a:t>
              </a:r>
            </a:p>
          </p:txBody>
        </p:sp>
      </p:grpSp>
      <p:grpSp>
        <p:nvGrpSpPr>
          <p:cNvPr id="3" name="组合 2079"/>
          <p:cNvGrpSpPr>
            <a:grpSpLocks/>
          </p:cNvGrpSpPr>
          <p:nvPr/>
        </p:nvGrpSpPr>
        <p:grpSpPr bwMode="auto">
          <a:xfrm>
            <a:off x="357158" y="2571744"/>
            <a:ext cx="4672013" cy="517525"/>
            <a:chOff x="44" y="0"/>
            <a:chExt cx="3580" cy="384"/>
          </a:xfrm>
        </p:grpSpPr>
        <p:sp>
          <p:nvSpPr>
            <p:cNvPr id="25613" name="圆角矩形 2080"/>
            <p:cNvSpPr>
              <a:spLocks noChangeArrowheads="1"/>
            </p:cNvSpPr>
            <p:nvPr/>
          </p:nvSpPr>
          <p:spPr bwMode="auto">
            <a:xfrm>
              <a:off x="44" y="0"/>
              <a:ext cx="3580"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25614" name="文本框 2081"/>
            <p:cNvSpPr txBox="1">
              <a:spLocks noChangeArrowheads="1"/>
            </p:cNvSpPr>
            <p:nvPr/>
          </p:nvSpPr>
          <p:spPr bwMode="auto">
            <a:xfrm>
              <a:off x="73" y="18"/>
              <a:ext cx="3551" cy="353"/>
            </a:xfrm>
            <a:prstGeom prst="rect">
              <a:avLst/>
            </a:prstGeom>
            <a:solidFill>
              <a:srgbClr val="CCFFFF"/>
            </a:solidFill>
            <a:ln w="9525">
              <a:noFill/>
              <a:miter lim="800000"/>
              <a:headEnd/>
              <a:tailEnd/>
            </a:ln>
          </p:spPr>
          <p:txBody>
            <a:bodyPr>
              <a:spAutoFit/>
            </a:bodyPr>
            <a:lstStyle/>
            <a:p>
              <a:pPr eaLnBrk="1" hangingPunct="1">
                <a:lnSpc>
                  <a:spcPct val="125000"/>
                </a:lnSpc>
              </a:pPr>
              <a:r>
                <a:rPr lang="en-US" altLang="zh-CN" sz="2000" b="1">
                  <a:solidFill>
                    <a:srgbClr val="0000FF"/>
                  </a:solidFill>
                  <a:latin typeface="楷体" pitchFamily="49" charset="-122"/>
                  <a:ea typeface="楷体" pitchFamily="49" charset="-122"/>
                </a:rPr>
                <a:t>2</a:t>
              </a:r>
              <a:r>
                <a:rPr lang="zh-CN" altLang="en-US" sz="2000" b="1">
                  <a:solidFill>
                    <a:srgbClr val="0000FF"/>
                  </a:solidFill>
                  <a:latin typeface="楷体" pitchFamily="49" charset="-122"/>
                  <a:ea typeface="楷体" pitchFamily="49" charset="-122"/>
                </a:rPr>
                <a:t>）</a:t>
              </a:r>
              <a:r>
                <a:rPr lang="en-US" altLang="zh-CN" sz="2000" b="1">
                  <a:solidFill>
                    <a:srgbClr val="0000FF"/>
                  </a:solidFill>
                  <a:latin typeface="楷体" pitchFamily="49" charset="-122"/>
                  <a:ea typeface="楷体" pitchFamily="49" charset="-122"/>
                  <a:sym typeface="宋体" pitchFamily="2" charset="-122"/>
                </a:rPr>
                <a:t>人民群众是</a:t>
              </a:r>
              <a:r>
                <a:rPr lang="zh-CN" altLang="en-US" sz="2000" b="1">
                  <a:solidFill>
                    <a:srgbClr val="0000FF"/>
                  </a:solidFill>
                  <a:latin typeface="楷体" pitchFamily="49" charset="-122"/>
                  <a:ea typeface="楷体" pitchFamily="49" charset="-122"/>
                  <a:sym typeface="宋体" pitchFamily="2" charset="-122"/>
                </a:rPr>
                <a:t>精神财富的创造者</a:t>
              </a:r>
            </a:p>
          </p:txBody>
        </p:sp>
      </p:grpSp>
      <p:grpSp>
        <p:nvGrpSpPr>
          <p:cNvPr id="4" name="组合 2079"/>
          <p:cNvGrpSpPr>
            <a:grpSpLocks/>
          </p:cNvGrpSpPr>
          <p:nvPr/>
        </p:nvGrpSpPr>
        <p:grpSpPr bwMode="auto">
          <a:xfrm>
            <a:off x="357158" y="4143380"/>
            <a:ext cx="4759325" cy="517525"/>
            <a:chOff x="44" y="0"/>
            <a:chExt cx="3580" cy="384"/>
          </a:xfrm>
        </p:grpSpPr>
        <p:sp>
          <p:nvSpPr>
            <p:cNvPr id="25611" name="圆角矩形 2080"/>
            <p:cNvSpPr>
              <a:spLocks noChangeArrowheads="1"/>
            </p:cNvSpPr>
            <p:nvPr/>
          </p:nvSpPr>
          <p:spPr bwMode="auto">
            <a:xfrm>
              <a:off x="44" y="0"/>
              <a:ext cx="3580"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25612" name="文本框 2081"/>
            <p:cNvSpPr txBox="1">
              <a:spLocks noChangeArrowheads="1"/>
            </p:cNvSpPr>
            <p:nvPr/>
          </p:nvSpPr>
          <p:spPr bwMode="auto">
            <a:xfrm>
              <a:off x="73" y="18"/>
              <a:ext cx="3551" cy="353"/>
            </a:xfrm>
            <a:prstGeom prst="rect">
              <a:avLst/>
            </a:prstGeom>
            <a:solidFill>
              <a:srgbClr val="CCFFFF"/>
            </a:solidFill>
            <a:ln w="9525">
              <a:noFill/>
              <a:miter lim="800000"/>
              <a:headEnd/>
              <a:tailEnd/>
            </a:ln>
          </p:spPr>
          <p:txBody>
            <a:bodyPr>
              <a:spAutoFit/>
            </a:bodyPr>
            <a:lstStyle/>
            <a:p>
              <a:pPr eaLnBrk="1" hangingPunct="1">
                <a:lnSpc>
                  <a:spcPct val="125000"/>
                </a:lnSpc>
              </a:pPr>
              <a:r>
                <a:rPr lang="en-US" altLang="zh-CN" sz="2000" b="1" dirty="0">
                  <a:solidFill>
                    <a:srgbClr val="0000FF"/>
                  </a:solidFill>
                  <a:latin typeface="楷体" pitchFamily="49" charset="-122"/>
                  <a:ea typeface="楷体" pitchFamily="49" charset="-122"/>
                </a:rPr>
                <a:t>3</a:t>
              </a:r>
              <a:r>
                <a:rPr lang="zh-CN" altLang="en-US" sz="2000" b="1" dirty="0">
                  <a:solidFill>
                    <a:srgbClr val="0000FF"/>
                  </a:solidFill>
                  <a:latin typeface="楷体" pitchFamily="49" charset="-122"/>
                  <a:ea typeface="楷体" pitchFamily="49" charset="-122"/>
                </a:rPr>
                <a:t>）</a:t>
              </a:r>
              <a:r>
                <a:rPr lang="en-US" altLang="zh-CN" sz="2000" b="1" dirty="0" err="1">
                  <a:solidFill>
                    <a:srgbClr val="0000FF"/>
                  </a:solidFill>
                  <a:latin typeface="楷体" pitchFamily="49" charset="-122"/>
                  <a:ea typeface="楷体" pitchFamily="49" charset="-122"/>
                  <a:sym typeface="宋体" pitchFamily="2" charset="-122"/>
                </a:rPr>
                <a:t>人民群众是社会</a:t>
              </a:r>
              <a:r>
                <a:rPr lang="zh-CN" altLang="en-US" sz="2000" b="1" dirty="0">
                  <a:solidFill>
                    <a:srgbClr val="0000FF"/>
                  </a:solidFill>
                  <a:latin typeface="楷体" pitchFamily="49" charset="-122"/>
                  <a:ea typeface="楷体" pitchFamily="49" charset="-122"/>
                  <a:sym typeface="宋体" pitchFamily="2" charset="-122"/>
                </a:rPr>
                <a:t>变革的决定力量</a:t>
              </a:r>
            </a:p>
          </p:txBody>
        </p:sp>
      </p:grpSp>
      <p:grpSp>
        <p:nvGrpSpPr>
          <p:cNvPr id="5" name="组合 775180"/>
          <p:cNvGrpSpPr>
            <a:grpSpLocks/>
          </p:cNvGrpSpPr>
          <p:nvPr/>
        </p:nvGrpSpPr>
        <p:grpSpPr bwMode="auto">
          <a:xfrm>
            <a:off x="357158" y="142852"/>
            <a:ext cx="3816350" cy="647700"/>
            <a:chOff x="1338" y="1109"/>
            <a:chExt cx="3696" cy="384"/>
          </a:xfrm>
        </p:grpSpPr>
        <p:sp>
          <p:nvSpPr>
            <p:cNvPr id="18" name="圆角矩形 775181"/>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19" name="文本框 775182"/>
            <p:cNvSpPr txBox="1">
              <a:spLocks noChangeArrowheads="1"/>
            </p:cNvSpPr>
            <p:nvPr/>
          </p:nvSpPr>
          <p:spPr bwMode="auto">
            <a:xfrm>
              <a:off x="1440" y="1122"/>
              <a:ext cx="3551" cy="328"/>
            </a:xfrm>
            <a:prstGeom prst="rect">
              <a:avLst/>
            </a:prstGeom>
            <a:noFill/>
            <a:ln w="9525">
              <a:noFill/>
              <a:miter lim="800000"/>
              <a:headEnd/>
              <a:tailEnd/>
            </a:ln>
          </p:spPr>
          <p:txBody>
            <a:bodyPr>
              <a:spAutoFit/>
            </a:bodyPr>
            <a:lstStyle/>
            <a:p>
              <a:pPr eaLnBrk="1" hangingPunct="1">
                <a:lnSpc>
                  <a:spcPct val="125000"/>
                </a:lnSpc>
              </a:pPr>
              <a:r>
                <a:rPr lang="en-US" altLang="zh-CN" sz="2400" b="1" dirty="0">
                  <a:solidFill>
                    <a:schemeClr val="bg1"/>
                  </a:solidFill>
                  <a:latin typeface="楷体" pitchFamily="49" charset="-122"/>
                  <a:ea typeface="楷体" pitchFamily="49" charset="-122"/>
                </a:rPr>
                <a:t>1 </a:t>
              </a:r>
              <a:r>
                <a:rPr lang="zh-CN" altLang="en-US" sz="2400" b="1" dirty="0">
                  <a:solidFill>
                    <a:schemeClr val="bg1"/>
                  </a:solidFill>
                  <a:latin typeface="楷体" pitchFamily="49" charset="-122"/>
                  <a:ea typeface="楷体" pitchFamily="49" charset="-122"/>
                </a:rPr>
                <a:t>人民群众的历史作用</a:t>
              </a:r>
              <a:r>
                <a:rPr lang="zh-CN" altLang="en-US" sz="2400" b="1" dirty="0">
                  <a:solidFill>
                    <a:schemeClr val="bg1"/>
                  </a:solidFill>
                  <a:latin typeface="楷体_GB2312" pitchFamily="49" charset="-122"/>
                  <a:ea typeface="楷体_GB2312" pitchFamily="49" charset="-122"/>
                </a:rPr>
                <a:t> </a:t>
              </a:r>
            </a:p>
          </p:txBody>
        </p:sp>
      </p:grpSp>
      <p:grpSp>
        <p:nvGrpSpPr>
          <p:cNvPr id="6" name="组合 780299"/>
          <p:cNvGrpSpPr>
            <a:grpSpLocks/>
          </p:cNvGrpSpPr>
          <p:nvPr/>
        </p:nvGrpSpPr>
        <p:grpSpPr bwMode="auto">
          <a:xfrm>
            <a:off x="357158" y="5357826"/>
            <a:ext cx="4895850" cy="649288"/>
            <a:chOff x="1338" y="1109"/>
            <a:chExt cx="3696" cy="384"/>
          </a:xfrm>
        </p:grpSpPr>
        <p:sp>
          <p:nvSpPr>
            <p:cNvPr id="22" name="圆角矩形 78030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23" name="文本框 780301"/>
            <p:cNvSpPr txBox="1">
              <a:spLocks noChangeArrowheads="1"/>
            </p:cNvSpPr>
            <p:nvPr/>
          </p:nvSpPr>
          <p:spPr bwMode="auto">
            <a:xfrm>
              <a:off x="1438" y="1122"/>
              <a:ext cx="3552" cy="327"/>
            </a:xfrm>
            <a:prstGeom prst="rect">
              <a:avLst/>
            </a:prstGeom>
            <a:noFill/>
            <a:ln w="9525">
              <a:noFill/>
              <a:miter lim="800000"/>
              <a:headEnd/>
              <a:tailEnd/>
            </a:ln>
          </p:spPr>
          <p:txBody>
            <a:bodyPr>
              <a:spAutoFit/>
            </a:bodyPr>
            <a:lstStyle/>
            <a:p>
              <a:pPr eaLnBrk="1" hangingPunct="1">
                <a:lnSpc>
                  <a:spcPct val="125000"/>
                </a:lnSpc>
              </a:pPr>
              <a:r>
                <a:rPr lang="en-US" altLang="zh-CN" sz="2400" b="1" dirty="0">
                  <a:solidFill>
                    <a:schemeClr val="bg1"/>
                  </a:solidFill>
                  <a:latin typeface="楷体" pitchFamily="49" charset="-122"/>
                  <a:ea typeface="楷体" pitchFamily="49" charset="-122"/>
                </a:rPr>
                <a:t>2 </a:t>
              </a:r>
              <a:r>
                <a:rPr lang="zh-CN" altLang="en-US" sz="2400" b="1" dirty="0">
                  <a:solidFill>
                    <a:schemeClr val="bg1"/>
                  </a:solidFill>
                  <a:latin typeface="楷体" pitchFamily="49" charset="-122"/>
                  <a:ea typeface="楷体" pitchFamily="49" charset="-122"/>
                </a:rPr>
                <a:t>人民群众创造历史的社会条件 </a:t>
              </a:r>
            </a:p>
          </p:txBody>
        </p:sp>
      </p:grpSp>
      <p:sp>
        <p:nvSpPr>
          <p:cNvPr id="24" name="矩形 780307"/>
          <p:cNvSpPr>
            <a:spLocks noChangeArrowheads="1"/>
          </p:cNvSpPr>
          <p:nvPr/>
        </p:nvSpPr>
        <p:spPr bwMode="auto">
          <a:xfrm>
            <a:off x="357158" y="6215082"/>
            <a:ext cx="1512887" cy="431800"/>
          </a:xfrm>
          <a:prstGeom prst="rect">
            <a:avLst/>
          </a:prstGeom>
          <a:solidFill>
            <a:srgbClr val="CCFFFF"/>
          </a:solidFill>
          <a:ln w="28575">
            <a:solidFill>
              <a:srgbClr val="993300"/>
            </a:solidFill>
            <a:miter lim="800000"/>
            <a:headEnd/>
            <a:tailEnd/>
          </a:ln>
        </p:spPr>
        <p:txBody>
          <a:bodyPr anchor="ctr"/>
          <a:lstStyle/>
          <a:p>
            <a:pPr algn="ctr" eaLnBrk="1" hangingPunct="1">
              <a:lnSpc>
                <a:spcPct val="125000"/>
              </a:lnSpc>
            </a:pPr>
            <a:r>
              <a:rPr lang="zh-CN" altLang="en-US" sz="2000" b="1">
                <a:solidFill>
                  <a:srgbClr val="000066"/>
                </a:solidFill>
                <a:ea typeface="幼圆" pitchFamily="49" charset="-122"/>
              </a:rPr>
              <a:t>经济条件</a:t>
            </a:r>
          </a:p>
        </p:txBody>
      </p:sp>
      <p:sp>
        <p:nvSpPr>
          <p:cNvPr id="25" name="矩形 780308"/>
          <p:cNvSpPr>
            <a:spLocks noChangeArrowheads="1"/>
          </p:cNvSpPr>
          <p:nvPr/>
        </p:nvSpPr>
        <p:spPr bwMode="auto">
          <a:xfrm>
            <a:off x="1928794" y="6215082"/>
            <a:ext cx="1512887" cy="433388"/>
          </a:xfrm>
          <a:prstGeom prst="rect">
            <a:avLst/>
          </a:prstGeom>
          <a:solidFill>
            <a:srgbClr val="CCFFFF"/>
          </a:solidFill>
          <a:ln w="28575">
            <a:solidFill>
              <a:srgbClr val="993300"/>
            </a:solidFill>
            <a:miter lim="800000"/>
            <a:headEnd/>
            <a:tailEnd/>
          </a:ln>
        </p:spPr>
        <p:txBody>
          <a:bodyPr anchor="ctr"/>
          <a:lstStyle/>
          <a:p>
            <a:pPr algn="ctr" eaLnBrk="1" hangingPunct="1">
              <a:lnSpc>
                <a:spcPct val="125000"/>
              </a:lnSpc>
            </a:pPr>
            <a:r>
              <a:rPr lang="zh-CN" altLang="en-US" sz="2000" b="1" dirty="0">
                <a:solidFill>
                  <a:srgbClr val="000066"/>
                </a:solidFill>
                <a:ea typeface="幼圆" pitchFamily="49" charset="-122"/>
              </a:rPr>
              <a:t>政治条件</a:t>
            </a:r>
          </a:p>
        </p:txBody>
      </p:sp>
      <p:sp>
        <p:nvSpPr>
          <p:cNvPr id="26" name="矩形 780309"/>
          <p:cNvSpPr>
            <a:spLocks noChangeArrowheads="1"/>
          </p:cNvSpPr>
          <p:nvPr/>
        </p:nvSpPr>
        <p:spPr bwMode="auto">
          <a:xfrm>
            <a:off x="3500430" y="6215082"/>
            <a:ext cx="1871662" cy="428625"/>
          </a:xfrm>
          <a:prstGeom prst="rect">
            <a:avLst/>
          </a:prstGeom>
          <a:solidFill>
            <a:srgbClr val="CCFFFF"/>
          </a:solidFill>
          <a:ln w="28575">
            <a:solidFill>
              <a:srgbClr val="993300"/>
            </a:solidFill>
            <a:miter lim="800000"/>
            <a:headEnd/>
            <a:tailEnd/>
          </a:ln>
        </p:spPr>
        <p:txBody>
          <a:bodyPr anchor="ctr"/>
          <a:lstStyle/>
          <a:p>
            <a:pPr algn="ctr" eaLnBrk="1" hangingPunct="1">
              <a:lnSpc>
                <a:spcPct val="125000"/>
              </a:lnSpc>
            </a:pPr>
            <a:r>
              <a:rPr lang="zh-CN" altLang="en-US" sz="2000" b="1" dirty="0">
                <a:solidFill>
                  <a:srgbClr val="000066"/>
                </a:solidFill>
                <a:ea typeface="幼圆" pitchFamily="49" charset="-122"/>
              </a:rPr>
              <a:t>精神文化条件</a:t>
            </a:r>
          </a:p>
        </p:txBody>
      </p:sp>
      <p:grpSp>
        <p:nvGrpSpPr>
          <p:cNvPr id="7" name="组合 780299"/>
          <p:cNvGrpSpPr>
            <a:grpSpLocks/>
          </p:cNvGrpSpPr>
          <p:nvPr/>
        </p:nvGrpSpPr>
        <p:grpSpPr bwMode="auto">
          <a:xfrm>
            <a:off x="5429256" y="5357826"/>
            <a:ext cx="3313112" cy="649288"/>
            <a:chOff x="1338" y="1109"/>
            <a:chExt cx="3696" cy="384"/>
          </a:xfrm>
        </p:grpSpPr>
        <p:sp>
          <p:nvSpPr>
            <p:cNvPr id="28" name="圆角矩形 78030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29" name="文本框 780301"/>
            <p:cNvSpPr txBox="1">
              <a:spLocks noChangeArrowheads="1"/>
            </p:cNvSpPr>
            <p:nvPr/>
          </p:nvSpPr>
          <p:spPr bwMode="auto">
            <a:xfrm>
              <a:off x="1438" y="1122"/>
              <a:ext cx="3552" cy="327"/>
            </a:xfrm>
            <a:prstGeom prst="rect">
              <a:avLst/>
            </a:prstGeom>
            <a:noFill/>
            <a:ln w="9525">
              <a:noFill/>
              <a:miter lim="800000"/>
              <a:headEnd/>
              <a:tailEnd/>
            </a:ln>
          </p:spPr>
          <p:txBody>
            <a:bodyPr>
              <a:spAutoFit/>
            </a:bodyPr>
            <a:lstStyle/>
            <a:p>
              <a:pPr eaLnBrk="1" hangingPunct="1">
                <a:lnSpc>
                  <a:spcPct val="125000"/>
                </a:lnSpc>
              </a:pPr>
              <a:r>
                <a:rPr lang="en-US" altLang="zh-CN" sz="2400" b="1">
                  <a:solidFill>
                    <a:schemeClr val="bg1"/>
                  </a:solidFill>
                  <a:latin typeface="楷体" pitchFamily="49" charset="-122"/>
                  <a:ea typeface="楷体" pitchFamily="49" charset="-122"/>
                </a:rPr>
                <a:t>3 </a:t>
              </a:r>
              <a:r>
                <a:rPr lang="zh-CN" altLang="en-US" sz="2400" b="1">
                  <a:solidFill>
                    <a:schemeClr val="bg1"/>
                  </a:solidFill>
                  <a:latin typeface="楷体" pitchFamily="49" charset="-122"/>
                  <a:ea typeface="楷体" pitchFamily="49" charset="-122"/>
                </a:rPr>
                <a:t>坚持以人民为中心 </a:t>
              </a:r>
            </a:p>
          </p:txBody>
        </p:sp>
      </p:gr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矩形 816131"/>
          <p:cNvSpPr>
            <a:spLocks noChangeArrowheads="1"/>
          </p:cNvSpPr>
          <p:nvPr/>
        </p:nvSpPr>
        <p:spPr bwMode="auto">
          <a:xfrm>
            <a:off x="250825" y="476250"/>
            <a:ext cx="4752975" cy="552450"/>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spcBef>
                <a:spcPct val="75000"/>
              </a:spcBef>
            </a:pPr>
            <a:r>
              <a:rPr lang="zh-CN" altLang="en-US" sz="2400" b="1">
                <a:solidFill>
                  <a:srgbClr val="0000FF"/>
                </a:solidFill>
                <a:latin typeface="黑体" pitchFamily="49" charset="-122"/>
                <a:ea typeface="黑体" pitchFamily="49" charset="-122"/>
              </a:rPr>
              <a:t>（三）无产阶级政党的群众路线</a:t>
            </a:r>
            <a:endParaRPr lang="zh-CN" altLang="en-US" sz="4000" b="1">
              <a:solidFill>
                <a:srgbClr val="0000FF"/>
              </a:solidFill>
              <a:latin typeface="黑体" pitchFamily="49" charset="-122"/>
              <a:ea typeface="黑体" pitchFamily="49" charset="-122"/>
            </a:endParaRPr>
          </a:p>
        </p:txBody>
      </p:sp>
      <p:grpSp>
        <p:nvGrpSpPr>
          <p:cNvPr id="2" name="组合 816154"/>
          <p:cNvGrpSpPr>
            <a:grpSpLocks/>
          </p:cNvGrpSpPr>
          <p:nvPr/>
        </p:nvGrpSpPr>
        <p:grpSpPr bwMode="auto">
          <a:xfrm>
            <a:off x="263524" y="1306513"/>
            <a:ext cx="6308739" cy="1712912"/>
            <a:chOff x="295" y="899"/>
            <a:chExt cx="3356" cy="1079"/>
          </a:xfrm>
        </p:grpSpPr>
        <p:sp>
          <p:nvSpPr>
            <p:cNvPr id="29710" name="椭圆 816133"/>
            <p:cNvSpPr>
              <a:spLocks noChangeArrowheads="1"/>
            </p:cNvSpPr>
            <p:nvPr/>
          </p:nvSpPr>
          <p:spPr bwMode="auto">
            <a:xfrm>
              <a:off x="295" y="899"/>
              <a:ext cx="544" cy="1079"/>
            </a:xfrm>
            <a:prstGeom prst="ellipse">
              <a:avLst/>
            </a:prstGeom>
            <a:solidFill>
              <a:schemeClr val="accent1"/>
            </a:solidFill>
            <a:ln w="9525">
              <a:solidFill>
                <a:schemeClr val="tx1"/>
              </a:solidFill>
              <a:round/>
              <a:headEnd/>
              <a:tailEnd/>
            </a:ln>
          </p:spPr>
          <p:txBody>
            <a:bodyPr vert="eaVert" wrap="none" anchor="ctr"/>
            <a:lstStyle/>
            <a:p>
              <a:pPr algn="ctr" eaLnBrk="1" hangingPunct="1"/>
              <a:r>
                <a:rPr lang="zh-CN" altLang="en-US" sz="2000" b="1">
                  <a:solidFill>
                    <a:srgbClr val="FF0000"/>
                  </a:solidFill>
                  <a:ea typeface="幼圆" pitchFamily="49" charset="-122"/>
                </a:rPr>
                <a:t>群众观点</a:t>
              </a:r>
            </a:p>
          </p:txBody>
        </p:sp>
        <p:sp>
          <p:nvSpPr>
            <p:cNvPr id="30735" name="矩形 816136"/>
            <p:cNvSpPr>
              <a:spLocks noChangeArrowheads="1"/>
            </p:cNvSpPr>
            <p:nvPr/>
          </p:nvSpPr>
          <p:spPr bwMode="auto">
            <a:xfrm>
              <a:off x="1247" y="944"/>
              <a:ext cx="2404" cy="934"/>
            </a:xfrm>
            <a:prstGeom prst="rect">
              <a:avLst/>
            </a:prstGeom>
            <a:solidFill>
              <a:srgbClr val="CCFFCC"/>
            </a:solidFill>
            <a:ln w="19050">
              <a:solidFill>
                <a:srgbClr val="FF0000"/>
              </a:solidFill>
              <a:miter lim="800000"/>
              <a:headEnd/>
              <a:tailEnd/>
            </a:ln>
            <a:effectLst>
              <a:outerShdw dist="35921" dir="2700000" algn="ctr" rotWithShape="0">
                <a:schemeClr val="bg2"/>
              </a:outerShdw>
            </a:effectLst>
          </p:spPr>
          <p:txBody>
            <a:bodyPr anchor="ctr">
              <a:spAutoFit/>
            </a:bodyPr>
            <a:lstStyle/>
            <a:p>
              <a:pPr>
                <a:lnSpc>
                  <a:spcPct val="125000"/>
                </a:lnSpc>
                <a:defRPr/>
              </a:pPr>
              <a:r>
                <a:rPr lang="en-US" altLang="zh-CN" b="1" dirty="0">
                  <a:solidFill>
                    <a:srgbClr val="990000"/>
                  </a:solidFill>
                  <a:ea typeface="幼圆" pitchFamily="49" charset="-122"/>
                </a:rPr>
                <a:t>      </a:t>
              </a:r>
              <a:r>
                <a:rPr lang="zh-CN" altLang="en-US" b="1" dirty="0">
                  <a:solidFill>
                    <a:srgbClr val="0000FF"/>
                  </a:solidFill>
                  <a:ea typeface="幼圆" pitchFamily="49" charset="-122"/>
                </a:rPr>
                <a:t>坚信人民群众自己解放</a:t>
              </a:r>
              <a:r>
                <a:rPr lang="zh-CN" altLang="en-US" b="1" dirty="0" smtClean="0">
                  <a:solidFill>
                    <a:srgbClr val="0000FF"/>
                  </a:solidFill>
                  <a:ea typeface="幼圆" pitchFamily="49" charset="-122"/>
                </a:rPr>
                <a:t>自己，</a:t>
              </a:r>
              <a:endParaRPr lang="zh-CN" altLang="en-US" b="1" dirty="0">
                <a:solidFill>
                  <a:srgbClr val="0000FF"/>
                </a:solidFill>
                <a:ea typeface="幼圆" pitchFamily="49" charset="-122"/>
              </a:endParaRPr>
            </a:p>
            <a:p>
              <a:pPr>
                <a:lnSpc>
                  <a:spcPct val="125000"/>
                </a:lnSpc>
                <a:defRPr/>
              </a:pPr>
              <a:r>
                <a:rPr lang="zh-CN" altLang="en-US" b="1" dirty="0">
                  <a:solidFill>
                    <a:srgbClr val="0000FF"/>
                  </a:solidFill>
                  <a:ea typeface="幼圆" pitchFamily="49" charset="-122"/>
                </a:rPr>
                <a:t>      全心全意</a:t>
              </a:r>
              <a:r>
                <a:rPr lang="zh-CN" altLang="en-US" b="1" dirty="0" smtClean="0">
                  <a:solidFill>
                    <a:srgbClr val="0000FF"/>
                  </a:solidFill>
                  <a:ea typeface="幼圆" pitchFamily="49" charset="-122"/>
                </a:rPr>
                <a:t>为人民服务，</a:t>
              </a:r>
              <a:endParaRPr lang="zh-CN" altLang="en-US" b="1" dirty="0">
                <a:solidFill>
                  <a:srgbClr val="0000FF"/>
                </a:solidFill>
                <a:ea typeface="幼圆" pitchFamily="49" charset="-122"/>
              </a:endParaRPr>
            </a:p>
            <a:p>
              <a:pPr>
                <a:lnSpc>
                  <a:spcPct val="125000"/>
                </a:lnSpc>
                <a:defRPr/>
              </a:pPr>
              <a:r>
                <a:rPr lang="zh-CN" altLang="en-US" b="1" dirty="0">
                  <a:solidFill>
                    <a:srgbClr val="0000FF"/>
                  </a:solidFill>
                  <a:ea typeface="幼圆" pitchFamily="49" charset="-122"/>
                </a:rPr>
                <a:t>      一切向人民群众</a:t>
              </a:r>
              <a:r>
                <a:rPr lang="zh-CN" altLang="en-US" b="1" dirty="0" smtClean="0">
                  <a:solidFill>
                    <a:srgbClr val="0000FF"/>
                  </a:solidFill>
                  <a:ea typeface="幼圆" pitchFamily="49" charset="-122"/>
                </a:rPr>
                <a:t>负责，</a:t>
              </a:r>
              <a:endParaRPr lang="zh-CN" altLang="en-US" b="1" dirty="0">
                <a:solidFill>
                  <a:srgbClr val="0000FF"/>
                </a:solidFill>
                <a:ea typeface="幼圆" pitchFamily="49" charset="-122"/>
              </a:endParaRPr>
            </a:p>
            <a:p>
              <a:pPr>
                <a:lnSpc>
                  <a:spcPct val="125000"/>
                </a:lnSpc>
                <a:defRPr/>
              </a:pPr>
              <a:r>
                <a:rPr lang="zh-CN" altLang="en-US" b="1" dirty="0">
                  <a:solidFill>
                    <a:srgbClr val="0000FF"/>
                  </a:solidFill>
                  <a:ea typeface="幼圆" pitchFamily="49" charset="-122"/>
                </a:rPr>
                <a:t>      虚心向群众</a:t>
              </a:r>
              <a:r>
                <a:rPr lang="zh-CN" altLang="en-US" b="1" dirty="0" smtClean="0">
                  <a:solidFill>
                    <a:srgbClr val="0000FF"/>
                  </a:solidFill>
                  <a:ea typeface="幼圆" pitchFamily="49" charset="-122"/>
                </a:rPr>
                <a:t>学习。</a:t>
              </a:r>
              <a:endParaRPr lang="zh-CN" altLang="en-US" b="1" dirty="0">
                <a:solidFill>
                  <a:srgbClr val="0000FF"/>
                </a:solidFill>
                <a:ea typeface="幼圆" pitchFamily="49" charset="-122"/>
              </a:endParaRPr>
            </a:p>
          </p:txBody>
        </p:sp>
        <p:sp>
          <p:nvSpPr>
            <p:cNvPr id="29712" name="直接连接符 816137"/>
            <p:cNvSpPr>
              <a:spLocks noChangeShapeType="1"/>
            </p:cNvSpPr>
            <p:nvPr/>
          </p:nvSpPr>
          <p:spPr bwMode="auto">
            <a:xfrm>
              <a:off x="839" y="1434"/>
              <a:ext cx="408" cy="0"/>
            </a:xfrm>
            <a:prstGeom prst="line">
              <a:avLst/>
            </a:prstGeom>
            <a:noFill/>
            <a:ln w="57150">
              <a:solidFill>
                <a:srgbClr val="993300"/>
              </a:solidFill>
              <a:round/>
              <a:headEnd/>
              <a:tailEnd type="triangle" w="med" len="med"/>
            </a:ln>
          </p:spPr>
          <p:txBody>
            <a:bodyPr/>
            <a:lstStyle/>
            <a:p>
              <a:endParaRPr lang="zh-CN" altLang="en-US"/>
            </a:p>
          </p:txBody>
        </p:sp>
      </p:grpSp>
      <p:grpSp>
        <p:nvGrpSpPr>
          <p:cNvPr id="3" name="组合 816155"/>
          <p:cNvGrpSpPr>
            <a:grpSpLocks/>
          </p:cNvGrpSpPr>
          <p:nvPr/>
        </p:nvGrpSpPr>
        <p:grpSpPr bwMode="auto">
          <a:xfrm>
            <a:off x="263524" y="2974975"/>
            <a:ext cx="6308739" cy="1993900"/>
            <a:chOff x="287" y="2187"/>
            <a:chExt cx="3417" cy="1256"/>
          </a:xfrm>
        </p:grpSpPr>
        <p:sp>
          <p:nvSpPr>
            <p:cNvPr id="29706" name="椭圆 816134"/>
            <p:cNvSpPr>
              <a:spLocks noChangeArrowheads="1"/>
            </p:cNvSpPr>
            <p:nvPr/>
          </p:nvSpPr>
          <p:spPr bwMode="auto">
            <a:xfrm>
              <a:off x="287" y="2364"/>
              <a:ext cx="544" cy="999"/>
            </a:xfrm>
            <a:prstGeom prst="ellipse">
              <a:avLst/>
            </a:prstGeom>
            <a:solidFill>
              <a:schemeClr val="accent1"/>
            </a:solidFill>
            <a:ln w="9525">
              <a:solidFill>
                <a:schemeClr val="tx1"/>
              </a:solidFill>
              <a:round/>
              <a:headEnd/>
              <a:tailEnd/>
            </a:ln>
          </p:spPr>
          <p:txBody>
            <a:bodyPr vert="eaVert" wrap="none" anchor="ctr"/>
            <a:lstStyle/>
            <a:p>
              <a:pPr algn="ctr" eaLnBrk="1" hangingPunct="1"/>
              <a:r>
                <a:rPr lang="zh-CN" altLang="en-US" sz="2000" b="1">
                  <a:solidFill>
                    <a:srgbClr val="FF0000"/>
                  </a:solidFill>
                  <a:ea typeface="幼圆" pitchFamily="49" charset="-122"/>
                </a:rPr>
                <a:t>群众路线</a:t>
              </a:r>
            </a:p>
          </p:txBody>
        </p:sp>
        <p:sp>
          <p:nvSpPr>
            <p:cNvPr id="30731" name="矩形 816138"/>
            <p:cNvSpPr>
              <a:spLocks noChangeArrowheads="1"/>
            </p:cNvSpPr>
            <p:nvPr/>
          </p:nvSpPr>
          <p:spPr bwMode="auto">
            <a:xfrm>
              <a:off x="1285" y="2509"/>
              <a:ext cx="2419" cy="934"/>
            </a:xfrm>
            <a:prstGeom prst="rect">
              <a:avLst/>
            </a:prstGeom>
            <a:solidFill>
              <a:srgbClr val="CCFFCC"/>
            </a:solidFill>
            <a:ln w="19050">
              <a:solidFill>
                <a:srgbClr val="FF0000"/>
              </a:solidFill>
              <a:miter lim="800000"/>
              <a:headEnd/>
              <a:tailEnd/>
            </a:ln>
            <a:effectLst>
              <a:outerShdw dist="35921" dir="2700000" algn="ctr" rotWithShape="0">
                <a:schemeClr val="bg2"/>
              </a:outerShdw>
            </a:effectLst>
          </p:spPr>
          <p:txBody>
            <a:bodyPr wrap="square" anchor="ctr">
              <a:spAutoFit/>
            </a:bodyPr>
            <a:lstStyle/>
            <a:p>
              <a:pPr>
                <a:lnSpc>
                  <a:spcPct val="125000"/>
                </a:lnSpc>
                <a:defRPr/>
              </a:pPr>
              <a:r>
                <a:rPr lang="en-US" altLang="zh-CN" b="1" dirty="0">
                  <a:solidFill>
                    <a:srgbClr val="990000"/>
                  </a:solidFill>
                  <a:ea typeface="幼圆" pitchFamily="49" charset="-122"/>
                </a:rPr>
                <a:t>      </a:t>
              </a:r>
              <a:r>
                <a:rPr lang="zh-CN" altLang="en-US" b="1" dirty="0">
                  <a:solidFill>
                    <a:srgbClr val="0000FF"/>
                  </a:solidFill>
                  <a:ea typeface="幼圆" pitchFamily="49" charset="-122"/>
                </a:rPr>
                <a:t>一切为了</a:t>
              </a:r>
              <a:r>
                <a:rPr lang="zh-CN" altLang="en-US" b="1" dirty="0" smtClean="0">
                  <a:solidFill>
                    <a:srgbClr val="0000FF"/>
                  </a:solidFill>
                  <a:ea typeface="幼圆" pitchFamily="49" charset="-122"/>
                </a:rPr>
                <a:t>群众，</a:t>
              </a:r>
              <a:endParaRPr lang="zh-CN" altLang="en-US" b="1" dirty="0">
                <a:solidFill>
                  <a:srgbClr val="0000FF"/>
                </a:solidFill>
                <a:ea typeface="幼圆" pitchFamily="49" charset="-122"/>
              </a:endParaRPr>
            </a:p>
            <a:p>
              <a:pPr>
                <a:lnSpc>
                  <a:spcPct val="125000"/>
                </a:lnSpc>
                <a:defRPr/>
              </a:pPr>
              <a:r>
                <a:rPr lang="zh-CN" altLang="en-US" b="1" dirty="0">
                  <a:solidFill>
                    <a:srgbClr val="0000FF"/>
                  </a:solidFill>
                  <a:ea typeface="幼圆" pitchFamily="49" charset="-122"/>
                </a:rPr>
                <a:t>      一切依靠</a:t>
              </a:r>
              <a:r>
                <a:rPr lang="zh-CN" altLang="en-US" b="1" dirty="0" smtClean="0">
                  <a:solidFill>
                    <a:srgbClr val="0000FF"/>
                  </a:solidFill>
                  <a:ea typeface="幼圆" pitchFamily="49" charset="-122"/>
                </a:rPr>
                <a:t>群众，</a:t>
              </a:r>
              <a:endParaRPr lang="zh-CN" altLang="en-US" b="1" dirty="0">
                <a:solidFill>
                  <a:srgbClr val="0000FF"/>
                </a:solidFill>
                <a:ea typeface="幼圆" pitchFamily="49" charset="-122"/>
              </a:endParaRPr>
            </a:p>
            <a:p>
              <a:pPr>
                <a:lnSpc>
                  <a:spcPct val="125000"/>
                </a:lnSpc>
                <a:defRPr/>
              </a:pPr>
              <a:r>
                <a:rPr lang="zh-CN" altLang="en-US" b="1" dirty="0">
                  <a:solidFill>
                    <a:srgbClr val="0000FF"/>
                  </a:solidFill>
                  <a:ea typeface="幼圆" pitchFamily="49" charset="-122"/>
                </a:rPr>
                <a:t>      从群众中</a:t>
              </a:r>
              <a:r>
                <a:rPr lang="zh-CN" altLang="en-US" b="1" dirty="0" smtClean="0">
                  <a:solidFill>
                    <a:srgbClr val="0000FF"/>
                  </a:solidFill>
                  <a:ea typeface="幼圆" pitchFamily="49" charset="-122"/>
                </a:rPr>
                <a:t>来，</a:t>
              </a:r>
              <a:endParaRPr lang="zh-CN" altLang="en-US" b="1" dirty="0">
                <a:solidFill>
                  <a:srgbClr val="0000FF"/>
                </a:solidFill>
                <a:ea typeface="幼圆" pitchFamily="49" charset="-122"/>
              </a:endParaRPr>
            </a:p>
            <a:p>
              <a:pPr>
                <a:lnSpc>
                  <a:spcPct val="125000"/>
                </a:lnSpc>
                <a:defRPr/>
              </a:pPr>
              <a:r>
                <a:rPr lang="zh-CN" altLang="en-US" b="1" dirty="0">
                  <a:solidFill>
                    <a:srgbClr val="0000FF"/>
                  </a:solidFill>
                  <a:ea typeface="幼圆" pitchFamily="49" charset="-122"/>
                </a:rPr>
                <a:t>      到群众中</a:t>
              </a:r>
              <a:r>
                <a:rPr lang="zh-CN" altLang="en-US" b="1" dirty="0" smtClean="0">
                  <a:solidFill>
                    <a:srgbClr val="0000FF"/>
                  </a:solidFill>
                  <a:ea typeface="幼圆" pitchFamily="49" charset="-122"/>
                </a:rPr>
                <a:t>去。</a:t>
              </a:r>
              <a:endParaRPr lang="zh-CN" altLang="en-US" b="1" dirty="0">
                <a:solidFill>
                  <a:srgbClr val="0000FF"/>
                </a:solidFill>
                <a:ea typeface="幼圆" pitchFamily="49" charset="-122"/>
              </a:endParaRPr>
            </a:p>
          </p:txBody>
        </p:sp>
        <p:sp>
          <p:nvSpPr>
            <p:cNvPr id="29708" name="直接连接符 816139"/>
            <p:cNvSpPr>
              <a:spLocks noChangeShapeType="1"/>
            </p:cNvSpPr>
            <p:nvPr/>
          </p:nvSpPr>
          <p:spPr bwMode="auto">
            <a:xfrm>
              <a:off x="831" y="2976"/>
              <a:ext cx="461" cy="0"/>
            </a:xfrm>
            <a:prstGeom prst="line">
              <a:avLst/>
            </a:prstGeom>
            <a:noFill/>
            <a:ln w="57150">
              <a:solidFill>
                <a:srgbClr val="993300"/>
              </a:solidFill>
              <a:round/>
              <a:headEnd/>
              <a:tailEnd type="triangle" w="med" len="med"/>
            </a:ln>
          </p:spPr>
          <p:txBody>
            <a:bodyPr/>
            <a:lstStyle/>
            <a:p>
              <a:endParaRPr lang="zh-CN" altLang="en-US"/>
            </a:p>
          </p:txBody>
        </p:sp>
        <p:sp>
          <p:nvSpPr>
            <p:cNvPr id="29709" name="矩形 816140"/>
            <p:cNvSpPr>
              <a:spLocks noChangeArrowheads="1"/>
            </p:cNvSpPr>
            <p:nvPr/>
          </p:nvSpPr>
          <p:spPr bwMode="auto">
            <a:xfrm>
              <a:off x="1338" y="2187"/>
              <a:ext cx="2366" cy="251"/>
            </a:xfrm>
            <a:prstGeom prst="rect">
              <a:avLst/>
            </a:prstGeom>
            <a:noFill/>
            <a:ln w="9525">
              <a:noFill/>
              <a:miter lim="800000"/>
              <a:headEnd/>
              <a:tailEnd/>
            </a:ln>
          </p:spPr>
          <p:txBody>
            <a:bodyPr wrap="none">
              <a:spAutoFit/>
            </a:bodyPr>
            <a:lstStyle/>
            <a:p>
              <a:pPr eaLnBrk="1" hangingPunct="1"/>
              <a:r>
                <a:rPr lang="zh-CN" altLang="en-US" sz="2000" b="1" dirty="0">
                  <a:solidFill>
                    <a:srgbClr val="FF0000"/>
                  </a:solidFill>
                  <a:ea typeface="黑体" pitchFamily="49" charset="-122"/>
                </a:rPr>
                <a:t>群众路线是群众观点的具体运用</a:t>
              </a:r>
            </a:p>
          </p:txBody>
        </p:sp>
      </p:grpSp>
      <p:sp>
        <p:nvSpPr>
          <p:cNvPr id="29704" name="矩形 775176" descr="白色大理石"/>
          <p:cNvSpPr>
            <a:spLocks noChangeArrowheads="1" noChangeShapeType="1" noTextEdit="1"/>
          </p:cNvSpPr>
          <p:nvPr/>
        </p:nvSpPr>
        <p:spPr bwMode="auto">
          <a:xfrm>
            <a:off x="1142976" y="5786454"/>
            <a:ext cx="7429552" cy="431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2400" kern="10" dirty="0">
                <a:ln w="9525">
                  <a:round/>
                  <a:headEnd/>
                  <a:tailEnd/>
                </a:ln>
                <a:solidFill>
                  <a:srgbClr val="C00000"/>
                </a:solidFill>
                <a:latin typeface="宋体"/>
                <a:ea typeface="宋体"/>
              </a:rPr>
              <a:t>充分相信群众，坚决依靠群众，密切联系群众，全心全意为人民群众服务</a:t>
            </a:r>
          </a:p>
        </p:txBody>
      </p:sp>
      <p:sp>
        <p:nvSpPr>
          <p:cNvPr id="7" name="椭圆 816133"/>
          <p:cNvSpPr/>
          <p:nvPr/>
        </p:nvSpPr>
        <p:spPr>
          <a:xfrm>
            <a:off x="428596" y="5429264"/>
            <a:ext cx="534988" cy="1136650"/>
          </a:xfrm>
          <a:prstGeom prst="ellipse">
            <a:avLst/>
          </a:prstGeom>
          <a:solidFill>
            <a:srgbClr val="FF0000"/>
          </a:solidFill>
          <a:ln w="9525" cap="flat" cmpd="sng">
            <a:solidFill>
              <a:schemeClr val="tx1"/>
            </a:solidFill>
            <a:prstDash val="solid"/>
            <a:round/>
            <a:headEnd type="none" w="med" len="med"/>
            <a:tailEnd type="none" w="med" len="med"/>
          </a:ln>
        </p:spPr>
        <p:txBody>
          <a:bodyPr vert="eaVert" wrap="none" anchor="ctr"/>
          <a:lstStyle/>
          <a:p>
            <a:pPr algn="ctr" eaLnBrk="1" hangingPunct="1">
              <a:buFont typeface="Arial" panose="020B0604020202020204" pitchFamily="34" charset="0"/>
              <a:buNone/>
              <a:defRPr/>
            </a:pPr>
            <a:r>
              <a:rPr lang="zh-CN" altLang="en-US" sz="2000" b="1" noProof="1">
                <a:solidFill>
                  <a:schemeClr val="bg1"/>
                </a:solidFill>
                <a:effectLst>
                  <a:outerShdw blurRad="38100" dist="38100" dir="2700000" algn="tl">
                    <a:srgbClr val="000000">
                      <a:alpha val="43137"/>
                    </a:srgbClr>
                  </a:outerShdw>
                </a:effectLst>
                <a:latin typeface="楷体" panose="02010609060101010101" charset="-122"/>
                <a:ea typeface="楷体" panose="02010609060101010101" charset="-122"/>
                <a:cs typeface="楷体" panose="02010609060101010101" charset="-122"/>
              </a:rPr>
              <a:t>实 质</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04" name="矩形 716803"/>
          <p:cNvSpPr/>
          <p:nvPr/>
        </p:nvSpPr>
        <p:spPr>
          <a:xfrm>
            <a:off x="395288" y="333375"/>
            <a:ext cx="4968875" cy="556884"/>
          </a:xfrm>
          <a:prstGeom prst="rect">
            <a:avLst/>
          </a:prstGeom>
          <a:solidFill>
            <a:srgbClr val="CCECFF"/>
          </a:solidFill>
          <a:ln w="38100">
            <a:noFill/>
          </a:ln>
        </p:spPr>
        <p:txBody>
          <a:bodyPr>
            <a:spAutoFit/>
          </a:bodyPr>
          <a:lstStyle/>
          <a:p>
            <a:pPr>
              <a:lnSpc>
                <a:spcPct val="125000"/>
              </a:lnSpc>
              <a:spcBef>
                <a:spcPct val="50000"/>
              </a:spcBef>
              <a:buFont typeface="Arial" panose="020B0604020202020204" pitchFamily="34" charset="0"/>
              <a:buNone/>
              <a:defRPr/>
            </a:pPr>
            <a:r>
              <a:rPr lang="zh-CN" altLang="en-US" sz="2800" b="1" noProof="1" smtClean="0">
                <a:solidFill>
                  <a:srgbClr val="FF0066"/>
                </a:solidFill>
                <a:latin typeface="幼圆" panose="02010509060101010101" pitchFamily="49" charset="-122"/>
                <a:ea typeface="幼圆" panose="02010509060101010101" pitchFamily="49" charset="-122"/>
              </a:rPr>
              <a:t>二、个人</a:t>
            </a:r>
            <a:r>
              <a:rPr lang="zh-CN" altLang="en-US" sz="2800" b="1" noProof="1">
                <a:solidFill>
                  <a:srgbClr val="FF0066"/>
                </a:solidFill>
                <a:latin typeface="幼圆" panose="02010509060101010101" pitchFamily="49" charset="-122"/>
                <a:ea typeface="幼圆" panose="02010509060101010101" pitchFamily="49" charset="-122"/>
              </a:rPr>
              <a:t>在社会历史中的作用</a:t>
            </a:r>
          </a:p>
        </p:txBody>
      </p:sp>
      <p:sp>
        <p:nvSpPr>
          <p:cNvPr id="32771" name="矩形 716810"/>
          <p:cNvSpPr>
            <a:spLocks noChangeArrowheads="1"/>
          </p:cNvSpPr>
          <p:nvPr/>
        </p:nvSpPr>
        <p:spPr bwMode="auto">
          <a:xfrm>
            <a:off x="357158" y="2143116"/>
            <a:ext cx="3403600" cy="476250"/>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000" b="1">
                <a:solidFill>
                  <a:srgbClr val="0000FF"/>
                </a:solidFill>
                <a:latin typeface="黑体" pitchFamily="49" charset="-122"/>
                <a:ea typeface="黑体" pitchFamily="49" charset="-122"/>
              </a:rPr>
              <a:t>（一）杰出人物的历史作用 </a:t>
            </a:r>
          </a:p>
        </p:txBody>
      </p:sp>
      <p:sp>
        <p:nvSpPr>
          <p:cNvPr id="33797" name="矩形 716824"/>
          <p:cNvSpPr>
            <a:spLocks noChangeArrowheads="1"/>
          </p:cNvSpPr>
          <p:nvPr/>
        </p:nvSpPr>
        <p:spPr bwMode="auto">
          <a:xfrm>
            <a:off x="395288" y="1125538"/>
            <a:ext cx="8215312" cy="863600"/>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defRPr/>
            </a:pPr>
            <a:r>
              <a:rPr lang="en-US" altLang="zh-CN" sz="2000" b="1" dirty="0">
                <a:solidFill>
                  <a:srgbClr val="3333FF"/>
                </a:solidFill>
                <a:latin typeface="幼圆" pitchFamily="49" charset="-122"/>
                <a:ea typeface="幼圆" pitchFamily="49" charset="-122"/>
              </a:rPr>
              <a:t>  </a:t>
            </a:r>
            <a:r>
              <a:rPr lang="zh-CN" altLang="en-US" sz="1600" b="1" dirty="0">
                <a:solidFill>
                  <a:srgbClr val="3333FF"/>
                </a:solidFill>
                <a:latin typeface="幼圆" pitchFamily="49" charset="-122"/>
                <a:ea typeface="幼圆" pitchFamily="49" charset="-122"/>
              </a:rPr>
              <a:t>唯物史观从人民群众创造历史这一基本前提出发，既明确了</a:t>
            </a:r>
            <a:r>
              <a:rPr lang="zh-CN" altLang="en-US" sz="1600" b="1" dirty="0" smtClean="0">
                <a:solidFill>
                  <a:srgbClr val="3333FF"/>
                </a:solidFill>
                <a:latin typeface="幼圆" pitchFamily="49" charset="-122"/>
                <a:ea typeface="幼圆" pitchFamily="49" charset="-122"/>
              </a:rPr>
              <a:t>人民群众是</a:t>
            </a:r>
            <a:r>
              <a:rPr lang="zh-CN" altLang="en-US" sz="1600" b="1" dirty="0">
                <a:solidFill>
                  <a:srgbClr val="3333FF"/>
                </a:solidFill>
                <a:latin typeface="幼圆" pitchFamily="49" charset="-122"/>
                <a:ea typeface="幼圆" pitchFamily="49" charset="-122"/>
              </a:rPr>
              <a:t>历史的创造者，也不否认个人在历史上的作用。</a:t>
            </a:r>
          </a:p>
        </p:txBody>
      </p:sp>
      <p:sp>
        <p:nvSpPr>
          <p:cNvPr id="10" name="矩形 716824"/>
          <p:cNvSpPr>
            <a:spLocks noChangeArrowheads="1"/>
          </p:cNvSpPr>
          <p:nvPr/>
        </p:nvSpPr>
        <p:spPr bwMode="auto">
          <a:xfrm>
            <a:off x="357158" y="2714620"/>
            <a:ext cx="4344987" cy="463550"/>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defRPr/>
            </a:pPr>
            <a:r>
              <a:rPr lang="en-US" altLang="zh-CN" sz="2000" b="1" dirty="0">
                <a:solidFill>
                  <a:srgbClr val="3333FF"/>
                </a:solidFill>
                <a:latin typeface="幼圆" pitchFamily="49" charset="-122"/>
                <a:ea typeface="幼圆" pitchFamily="49" charset="-122"/>
              </a:rPr>
              <a:t>  </a:t>
            </a:r>
            <a:r>
              <a:rPr lang="zh-CN" altLang="en-US" sz="2000" b="1" dirty="0">
                <a:solidFill>
                  <a:srgbClr val="3333FF"/>
                </a:solidFill>
                <a:latin typeface="幼圆" pitchFamily="49" charset="-122"/>
                <a:ea typeface="幼圆" pitchFamily="49" charset="-122"/>
              </a:rPr>
              <a:t>个人在历史上的作用存在差别。</a:t>
            </a:r>
          </a:p>
        </p:txBody>
      </p:sp>
      <p:grpSp>
        <p:nvGrpSpPr>
          <p:cNvPr id="2" name="组合 780299"/>
          <p:cNvGrpSpPr>
            <a:grpSpLocks/>
          </p:cNvGrpSpPr>
          <p:nvPr/>
        </p:nvGrpSpPr>
        <p:grpSpPr bwMode="auto">
          <a:xfrm>
            <a:off x="357158" y="3286124"/>
            <a:ext cx="2122488" cy="649287"/>
            <a:chOff x="1338" y="1109"/>
            <a:chExt cx="3696" cy="384"/>
          </a:xfrm>
        </p:grpSpPr>
        <p:sp>
          <p:nvSpPr>
            <p:cNvPr id="12" name="圆角矩形 78030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13" name="文本框 780301"/>
            <p:cNvSpPr txBox="1">
              <a:spLocks noChangeArrowheads="1"/>
            </p:cNvSpPr>
            <p:nvPr/>
          </p:nvSpPr>
          <p:spPr bwMode="auto">
            <a:xfrm>
              <a:off x="1482" y="1109"/>
              <a:ext cx="3552" cy="327"/>
            </a:xfrm>
            <a:prstGeom prst="rect">
              <a:avLst/>
            </a:prstGeom>
            <a:noFill/>
            <a:ln w="9525">
              <a:noFill/>
              <a:miter lim="800000"/>
              <a:headEnd/>
              <a:tailEnd/>
            </a:ln>
          </p:spPr>
          <p:txBody>
            <a:bodyPr>
              <a:spAutoFit/>
            </a:bodyPr>
            <a:lstStyle/>
            <a:p>
              <a:pPr eaLnBrk="1" hangingPunct="1">
                <a:lnSpc>
                  <a:spcPct val="125000"/>
                </a:lnSpc>
              </a:pPr>
              <a:r>
                <a:rPr lang="en-US" altLang="zh-CN" sz="2400" b="1" dirty="0">
                  <a:solidFill>
                    <a:schemeClr val="bg1"/>
                  </a:solidFill>
                  <a:latin typeface="楷体" pitchFamily="49" charset="-122"/>
                  <a:ea typeface="楷体" pitchFamily="49" charset="-122"/>
                </a:rPr>
                <a:t>1 </a:t>
              </a:r>
              <a:r>
                <a:rPr lang="zh-CN" altLang="en-US" sz="2400" b="1" dirty="0">
                  <a:solidFill>
                    <a:schemeClr val="bg1"/>
                  </a:solidFill>
                  <a:latin typeface="楷体" pitchFamily="49" charset="-122"/>
                  <a:ea typeface="楷体" pitchFamily="49" charset="-122"/>
                </a:rPr>
                <a:t>普通个人 </a:t>
              </a:r>
            </a:p>
          </p:txBody>
        </p:sp>
      </p:grpSp>
      <p:grpSp>
        <p:nvGrpSpPr>
          <p:cNvPr id="3" name="组合 780299"/>
          <p:cNvGrpSpPr>
            <a:grpSpLocks/>
          </p:cNvGrpSpPr>
          <p:nvPr/>
        </p:nvGrpSpPr>
        <p:grpSpPr bwMode="auto">
          <a:xfrm>
            <a:off x="4643438" y="3286124"/>
            <a:ext cx="2122488" cy="649287"/>
            <a:chOff x="1338" y="1109"/>
            <a:chExt cx="3696" cy="384"/>
          </a:xfrm>
        </p:grpSpPr>
        <p:sp>
          <p:nvSpPr>
            <p:cNvPr id="15" name="圆角矩形 78030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16" name="文本框 780301"/>
            <p:cNvSpPr txBox="1">
              <a:spLocks noChangeArrowheads="1"/>
            </p:cNvSpPr>
            <p:nvPr/>
          </p:nvSpPr>
          <p:spPr bwMode="auto">
            <a:xfrm>
              <a:off x="1482" y="1109"/>
              <a:ext cx="3552" cy="327"/>
            </a:xfrm>
            <a:prstGeom prst="rect">
              <a:avLst/>
            </a:prstGeom>
            <a:noFill/>
            <a:ln w="9525">
              <a:noFill/>
              <a:miter lim="800000"/>
              <a:headEnd/>
              <a:tailEnd/>
            </a:ln>
          </p:spPr>
          <p:txBody>
            <a:bodyPr>
              <a:spAutoFit/>
            </a:bodyPr>
            <a:lstStyle/>
            <a:p>
              <a:pPr eaLnBrk="1" hangingPunct="1">
                <a:lnSpc>
                  <a:spcPct val="125000"/>
                </a:lnSpc>
              </a:pPr>
              <a:r>
                <a:rPr lang="en-US" altLang="zh-CN" sz="2400" b="1" dirty="0">
                  <a:solidFill>
                    <a:schemeClr val="bg1"/>
                  </a:solidFill>
                  <a:latin typeface="楷体" pitchFamily="49" charset="-122"/>
                  <a:ea typeface="楷体" pitchFamily="49" charset="-122"/>
                </a:rPr>
                <a:t>2 </a:t>
              </a:r>
              <a:r>
                <a:rPr lang="zh-CN" altLang="en-US" sz="2400" b="1" dirty="0">
                  <a:solidFill>
                    <a:schemeClr val="bg1"/>
                  </a:solidFill>
                  <a:latin typeface="楷体" pitchFamily="49" charset="-122"/>
                  <a:ea typeface="楷体" pitchFamily="49" charset="-122"/>
                </a:rPr>
                <a:t>历史人物 </a:t>
              </a:r>
            </a:p>
          </p:txBody>
        </p:sp>
      </p:grpSp>
      <p:sp>
        <p:nvSpPr>
          <p:cNvPr id="17" name="矩形 742417"/>
          <p:cNvSpPr>
            <a:spLocks noChangeArrowheads="1"/>
          </p:cNvSpPr>
          <p:nvPr/>
        </p:nvSpPr>
        <p:spPr bwMode="auto">
          <a:xfrm>
            <a:off x="2571736" y="3357562"/>
            <a:ext cx="1700194" cy="569913"/>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en-US" altLang="zh-CN" sz="2000" b="1" dirty="0">
                <a:solidFill>
                  <a:srgbClr val="990000"/>
                </a:solidFill>
                <a:ea typeface="楷体_GB2312" pitchFamily="49" charset="-122"/>
              </a:rPr>
              <a:t>  </a:t>
            </a:r>
            <a:r>
              <a:rPr lang="zh-CN" altLang="en-US" sz="2000" b="1" dirty="0" smtClean="0">
                <a:solidFill>
                  <a:srgbClr val="990000"/>
                </a:solidFill>
                <a:latin typeface="楷体" pitchFamily="49" charset="-122"/>
                <a:ea typeface="楷体" pitchFamily="49" charset="-122"/>
              </a:rPr>
              <a:t>作用</a:t>
            </a:r>
            <a:r>
              <a:rPr lang="zh-CN" altLang="en-US" sz="2000" b="1" dirty="0">
                <a:solidFill>
                  <a:srgbClr val="990000"/>
                </a:solidFill>
                <a:latin typeface="楷体" pitchFamily="49" charset="-122"/>
                <a:ea typeface="楷体" pitchFamily="49" charset="-122"/>
              </a:rPr>
              <a:t>小</a:t>
            </a:r>
            <a:r>
              <a:rPr lang="zh-CN" altLang="en-US" sz="2000" b="1" dirty="0" smtClean="0">
                <a:solidFill>
                  <a:srgbClr val="990000"/>
                </a:solidFill>
                <a:latin typeface="楷体" pitchFamily="49" charset="-122"/>
                <a:ea typeface="楷体" pitchFamily="49" charset="-122"/>
              </a:rPr>
              <a:t>些</a:t>
            </a:r>
            <a:endParaRPr lang="en-US" altLang="zh-CN" sz="2000" b="1" dirty="0">
              <a:solidFill>
                <a:srgbClr val="990000"/>
              </a:solidFill>
              <a:latin typeface="楷体" pitchFamily="49" charset="-122"/>
              <a:ea typeface="楷体" pitchFamily="49" charset="-122"/>
            </a:endParaRPr>
          </a:p>
        </p:txBody>
      </p:sp>
      <p:sp>
        <p:nvSpPr>
          <p:cNvPr id="18" name="矩形 742417"/>
          <p:cNvSpPr>
            <a:spLocks noChangeArrowheads="1"/>
          </p:cNvSpPr>
          <p:nvPr/>
        </p:nvSpPr>
        <p:spPr bwMode="auto">
          <a:xfrm>
            <a:off x="6929454" y="3357562"/>
            <a:ext cx="1590692" cy="584200"/>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en-US" altLang="zh-CN" sz="2000" b="1" dirty="0">
                <a:solidFill>
                  <a:srgbClr val="990000"/>
                </a:solidFill>
                <a:ea typeface="楷体_GB2312" pitchFamily="49" charset="-122"/>
              </a:rPr>
              <a:t>  </a:t>
            </a:r>
            <a:r>
              <a:rPr lang="zh-CN" altLang="en-US" sz="2000" b="1" dirty="0">
                <a:solidFill>
                  <a:srgbClr val="990000"/>
                </a:solidFill>
                <a:latin typeface="楷体" pitchFamily="49" charset="-122"/>
                <a:ea typeface="楷体" pitchFamily="49" charset="-122"/>
              </a:rPr>
              <a:t>作用大</a:t>
            </a:r>
            <a:r>
              <a:rPr lang="zh-CN" altLang="en-US" sz="2000" b="1" dirty="0" smtClean="0">
                <a:solidFill>
                  <a:srgbClr val="990000"/>
                </a:solidFill>
                <a:latin typeface="楷体" pitchFamily="49" charset="-122"/>
                <a:ea typeface="楷体" pitchFamily="49" charset="-122"/>
              </a:rPr>
              <a:t>些</a:t>
            </a:r>
            <a:endParaRPr lang="en-US" altLang="zh-CN" sz="2000" b="1" dirty="0">
              <a:solidFill>
                <a:srgbClr val="990000"/>
              </a:solidFill>
              <a:latin typeface="楷体" pitchFamily="49" charset="-122"/>
              <a:ea typeface="楷体" pitchFamily="49" charset="-122"/>
            </a:endParaRPr>
          </a:p>
        </p:txBody>
      </p:sp>
      <p:grpSp>
        <p:nvGrpSpPr>
          <p:cNvPr id="4" name="组合 780299"/>
          <p:cNvGrpSpPr>
            <a:grpSpLocks/>
          </p:cNvGrpSpPr>
          <p:nvPr/>
        </p:nvGrpSpPr>
        <p:grpSpPr bwMode="auto">
          <a:xfrm>
            <a:off x="357158" y="4214818"/>
            <a:ext cx="2124075" cy="649288"/>
            <a:chOff x="1338" y="1109"/>
            <a:chExt cx="3696" cy="384"/>
          </a:xfrm>
        </p:grpSpPr>
        <p:sp>
          <p:nvSpPr>
            <p:cNvPr id="20" name="圆角矩形 78030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21" name="文本框 780301"/>
            <p:cNvSpPr txBox="1">
              <a:spLocks noChangeArrowheads="1"/>
            </p:cNvSpPr>
            <p:nvPr/>
          </p:nvSpPr>
          <p:spPr bwMode="auto">
            <a:xfrm>
              <a:off x="1482" y="1109"/>
              <a:ext cx="3552" cy="327"/>
            </a:xfrm>
            <a:prstGeom prst="rect">
              <a:avLst/>
            </a:prstGeom>
            <a:noFill/>
            <a:ln w="9525">
              <a:noFill/>
              <a:miter lim="800000"/>
              <a:headEnd/>
              <a:tailEnd/>
            </a:ln>
          </p:spPr>
          <p:txBody>
            <a:bodyPr>
              <a:spAutoFit/>
            </a:bodyPr>
            <a:lstStyle/>
            <a:p>
              <a:pPr eaLnBrk="1" hangingPunct="1">
                <a:lnSpc>
                  <a:spcPct val="125000"/>
                </a:lnSpc>
              </a:pPr>
              <a:r>
                <a:rPr lang="en-US" altLang="zh-CN" sz="2400" b="1" dirty="0">
                  <a:solidFill>
                    <a:schemeClr val="bg1"/>
                  </a:solidFill>
                  <a:latin typeface="楷体" pitchFamily="49" charset="-122"/>
                  <a:ea typeface="楷体" pitchFamily="49" charset="-122"/>
                </a:rPr>
                <a:t>3 </a:t>
              </a:r>
              <a:r>
                <a:rPr lang="zh-CN" altLang="en-US" sz="2400" b="1" dirty="0">
                  <a:solidFill>
                    <a:schemeClr val="bg1"/>
                  </a:solidFill>
                  <a:latin typeface="楷体" pitchFamily="49" charset="-122"/>
                  <a:ea typeface="楷体" pitchFamily="49" charset="-122"/>
                </a:rPr>
                <a:t>杰出人物 </a:t>
              </a:r>
            </a:p>
          </p:txBody>
        </p:sp>
      </p:grpSp>
      <p:sp>
        <p:nvSpPr>
          <p:cNvPr id="22" name="矩形 743453"/>
          <p:cNvSpPr>
            <a:spLocks noChangeArrowheads="1"/>
          </p:cNvSpPr>
          <p:nvPr/>
        </p:nvSpPr>
        <p:spPr bwMode="auto">
          <a:xfrm>
            <a:off x="2571736" y="4143381"/>
            <a:ext cx="5929354" cy="857256"/>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en-US" altLang="zh-CN" sz="2000" b="1" dirty="0">
                <a:solidFill>
                  <a:srgbClr val="990000"/>
                </a:solidFill>
                <a:latin typeface="楷体_GB2312" pitchFamily="49" charset="-122"/>
                <a:ea typeface="楷体_GB2312" pitchFamily="49" charset="-122"/>
              </a:rPr>
              <a:t>  </a:t>
            </a:r>
            <a:r>
              <a:rPr lang="zh-CN" altLang="en-US" sz="2000" b="1" dirty="0" smtClean="0">
                <a:solidFill>
                  <a:srgbClr val="990000"/>
                </a:solidFill>
                <a:latin typeface="楷体" pitchFamily="49" charset="-122"/>
                <a:ea typeface="楷体" pitchFamily="49" charset="-122"/>
              </a:rPr>
              <a:t>历史</a:t>
            </a:r>
            <a:r>
              <a:rPr lang="zh-CN" altLang="en-US" sz="2000" b="1" dirty="0">
                <a:solidFill>
                  <a:srgbClr val="990000"/>
                </a:solidFill>
                <a:latin typeface="楷体" pitchFamily="49" charset="-122"/>
                <a:ea typeface="楷体" pitchFamily="49" charset="-122"/>
              </a:rPr>
              <a:t>人物中对推动历史发展作出重要贡献或起重要作用的人。</a:t>
            </a:r>
          </a:p>
        </p:txBody>
      </p:sp>
      <p:sp>
        <p:nvSpPr>
          <p:cNvPr id="23" name="矩形 743434"/>
          <p:cNvSpPr>
            <a:spLocks noChangeArrowheads="1"/>
          </p:cNvSpPr>
          <p:nvPr/>
        </p:nvSpPr>
        <p:spPr bwMode="auto">
          <a:xfrm>
            <a:off x="357159" y="5357826"/>
            <a:ext cx="8143932" cy="962025"/>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en-US" altLang="zh-CN" sz="2000" b="1" dirty="0">
                <a:solidFill>
                  <a:srgbClr val="990000"/>
                </a:solidFill>
                <a:latin typeface="楷体_GB2312" pitchFamily="49" charset="-122"/>
                <a:ea typeface="楷体_GB2312" pitchFamily="49" charset="-122"/>
              </a:rPr>
              <a:t>  </a:t>
            </a:r>
            <a:r>
              <a:rPr lang="zh-CN" altLang="en-US" b="1" dirty="0">
                <a:solidFill>
                  <a:srgbClr val="0000FF"/>
                </a:solidFill>
                <a:latin typeface="幼圆" pitchFamily="49" charset="-122"/>
                <a:ea typeface="幼圆" pitchFamily="49" charset="-122"/>
              </a:rPr>
              <a:t>不管什么样的历史人物，在历史上发挥什么样的作用，都要受到社会发展客观规律的制约，而不能决定和改变历史发展的总进程和总方向。</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矩形 785415"/>
          <p:cNvSpPr>
            <a:spLocks noChangeArrowheads="1"/>
          </p:cNvSpPr>
          <p:nvPr/>
        </p:nvSpPr>
        <p:spPr bwMode="auto">
          <a:xfrm>
            <a:off x="357158" y="214290"/>
            <a:ext cx="5884863" cy="552450"/>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400" b="1">
                <a:solidFill>
                  <a:srgbClr val="0000FF"/>
                </a:solidFill>
                <a:latin typeface="黑体" pitchFamily="49" charset="-122"/>
                <a:ea typeface="黑体" pitchFamily="49" charset="-122"/>
              </a:rPr>
              <a:t>（二）辩证地理解和评价个人的历史作用 </a:t>
            </a:r>
          </a:p>
        </p:txBody>
      </p:sp>
      <p:grpSp>
        <p:nvGrpSpPr>
          <p:cNvPr id="2" name="组合 780299"/>
          <p:cNvGrpSpPr>
            <a:grpSpLocks/>
          </p:cNvGrpSpPr>
          <p:nvPr/>
        </p:nvGrpSpPr>
        <p:grpSpPr bwMode="auto">
          <a:xfrm>
            <a:off x="285720" y="1000108"/>
            <a:ext cx="7824812" cy="771521"/>
            <a:chOff x="1338" y="1109"/>
            <a:chExt cx="3552" cy="384"/>
          </a:xfrm>
        </p:grpSpPr>
        <p:sp>
          <p:nvSpPr>
            <p:cNvPr id="44041" name="圆角矩形 780300"/>
            <p:cNvSpPr>
              <a:spLocks noChangeArrowheads="1"/>
            </p:cNvSpPr>
            <p:nvPr/>
          </p:nvSpPr>
          <p:spPr bwMode="auto">
            <a:xfrm>
              <a:off x="1338" y="1109"/>
              <a:ext cx="3552"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39946" name="文本框 780301"/>
            <p:cNvSpPr txBox="1">
              <a:spLocks noChangeArrowheads="1"/>
            </p:cNvSpPr>
            <p:nvPr/>
          </p:nvSpPr>
          <p:spPr bwMode="auto">
            <a:xfrm>
              <a:off x="1338" y="1138"/>
              <a:ext cx="3552" cy="352"/>
            </a:xfrm>
            <a:prstGeom prst="rect">
              <a:avLst/>
            </a:prstGeom>
            <a:noFill/>
            <a:ln w="9525">
              <a:noFill/>
              <a:miter lim="800000"/>
              <a:headEnd/>
              <a:tailEnd/>
            </a:ln>
          </p:spPr>
          <p:txBody>
            <a:bodyPr>
              <a:spAutoFit/>
            </a:bodyPr>
            <a:lstStyle/>
            <a:p>
              <a:pPr eaLnBrk="1" hangingPunct="1">
                <a:lnSpc>
                  <a:spcPct val="125000"/>
                </a:lnSpc>
              </a:pPr>
              <a:r>
                <a:rPr lang="en-US" altLang="zh-CN" sz="2400" b="1" dirty="0">
                  <a:solidFill>
                    <a:schemeClr val="bg1"/>
                  </a:solidFill>
                  <a:latin typeface="楷体" pitchFamily="49" charset="-122"/>
                  <a:ea typeface="楷体" pitchFamily="49" charset="-122"/>
                </a:rPr>
                <a:t>1 </a:t>
              </a:r>
              <a:r>
                <a:rPr lang="zh-CN" altLang="en-US" sz="2400" b="1" dirty="0">
                  <a:solidFill>
                    <a:schemeClr val="bg1"/>
                  </a:solidFill>
                  <a:latin typeface="楷体" pitchFamily="49" charset="-122"/>
                  <a:ea typeface="楷体" pitchFamily="49" charset="-122"/>
                </a:rPr>
                <a:t>任何历史人物的出现都体现了必然性和偶然性的统一 </a:t>
              </a:r>
            </a:p>
          </p:txBody>
        </p:sp>
      </p:grpSp>
      <p:grpSp>
        <p:nvGrpSpPr>
          <p:cNvPr id="3" name="组合 780299"/>
          <p:cNvGrpSpPr>
            <a:grpSpLocks/>
          </p:cNvGrpSpPr>
          <p:nvPr/>
        </p:nvGrpSpPr>
        <p:grpSpPr bwMode="auto">
          <a:xfrm>
            <a:off x="285720" y="1928802"/>
            <a:ext cx="7896250" cy="658821"/>
            <a:chOff x="1338" y="1109"/>
            <a:chExt cx="3552" cy="387"/>
          </a:xfrm>
        </p:grpSpPr>
        <p:sp>
          <p:nvSpPr>
            <p:cNvPr id="44039" name="圆角矩形 780300"/>
            <p:cNvSpPr>
              <a:spLocks noChangeArrowheads="1"/>
            </p:cNvSpPr>
            <p:nvPr/>
          </p:nvSpPr>
          <p:spPr bwMode="auto">
            <a:xfrm>
              <a:off x="1338" y="1109"/>
              <a:ext cx="3552"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eaLnBrk="1" hangingPunct="1">
                <a:defRPr/>
              </a:pPr>
              <a:endParaRPr lang="zh-CN" altLang="en-US"/>
            </a:p>
          </p:txBody>
        </p:sp>
        <p:sp>
          <p:nvSpPr>
            <p:cNvPr id="39944" name="文本框 780301"/>
            <p:cNvSpPr txBox="1">
              <a:spLocks noChangeArrowheads="1"/>
            </p:cNvSpPr>
            <p:nvPr/>
          </p:nvSpPr>
          <p:spPr bwMode="auto">
            <a:xfrm>
              <a:off x="1338" y="1138"/>
              <a:ext cx="3552" cy="358"/>
            </a:xfrm>
            <a:prstGeom prst="rect">
              <a:avLst/>
            </a:prstGeom>
            <a:noFill/>
            <a:ln w="9525">
              <a:noFill/>
              <a:miter lim="800000"/>
              <a:headEnd/>
              <a:tailEnd/>
            </a:ln>
          </p:spPr>
          <p:txBody>
            <a:bodyPr>
              <a:spAutoFit/>
            </a:bodyPr>
            <a:lstStyle/>
            <a:p>
              <a:pPr eaLnBrk="1" hangingPunct="1">
                <a:lnSpc>
                  <a:spcPct val="125000"/>
                </a:lnSpc>
              </a:pPr>
              <a:r>
                <a:rPr lang="en-US" altLang="zh-CN" sz="2400" b="1" dirty="0">
                  <a:solidFill>
                    <a:schemeClr val="bg1"/>
                  </a:solidFill>
                  <a:latin typeface="楷体" pitchFamily="49" charset="-122"/>
                  <a:ea typeface="楷体" pitchFamily="49" charset="-122"/>
                </a:rPr>
                <a:t>2 </a:t>
              </a:r>
              <a:r>
                <a:rPr lang="en-US" altLang="zh-CN" sz="2400" b="1" dirty="0" err="1">
                  <a:solidFill>
                    <a:schemeClr val="bg1"/>
                  </a:solidFill>
                  <a:latin typeface="楷体" pitchFamily="49" charset="-122"/>
                  <a:ea typeface="楷体" pitchFamily="49" charset="-122"/>
                </a:rPr>
                <a:t>评价历史人物必须坚持科学方法</a:t>
              </a:r>
              <a:r>
                <a:rPr lang="en-US" altLang="zh-CN" sz="2400" b="1" dirty="0">
                  <a:solidFill>
                    <a:schemeClr val="bg1"/>
                  </a:solidFill>
                  <a:latin typeface="楷体" pitchFamily="49" charset="-122"/>
                  <a:ea typeface="楷体" pitchFamily="49" charset="-122"/>
                </a:rPr>
                <a:t> </a:t>
              </a:r>
            </a:p>
          </p:txBody>
        </p:sp>
      </p:grpSp>
      <p:sp>
        <p:nvSpPr>
          <p:cNvPr id="11" name="矩形 829454"/>
          <p:cNvSpPr>
            <a:spLocks noChangeArrowheads="1"/>
          </p:cNvSpPr>
          <p:nvPr/>
        </p:nvSpPr>
        <p:spPr bwMode="auto">
          <a:xfrm>
            <a:off x="285720" y="2786058"/>
            <a:ext cx="7929618" cy="863600"/>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defRPr/>
            </a:pPr>
            <a:r>
              <a:rPr lang="en-US" altLang="zh-CN" sz="2000" b="1" dirty="0">
                <a:solidFill>
                  <a:srgbClr val="3333FF"/>
                </a:solidFill>
                <a:latin typeface="幼圆" pitchFamily="49" charset="-122"/>
                <a:ea typeface="幼圆" pitchFamily="49" charset="-122"/>
              </a:rPr>
              <a:t>  </a:t>
            </a:r>
            <a:r>
              <a:rPr lang="zh-CN" altLang="en-US" sz="1600" b="1" dirty="0">
                <a:solidFill>
                  <a:srgbClr val="3333FF"/>
                </a:solidFill>
                <a:latin typeface="幼圆" pitchFamily="49" charset="-122"/>
                <a:ea typeface="幼圆" pitchFamily="49" charset="-122"/>
              </a:rPr>
              <a:t>根据历史人物所具有的历史特征和阶级特点，唯物史观主张，评价历史人物时应该坚持</a:t>
            </a:r>
            <a:r>
              <a:rPr lang="zh-CN" altLang="en-US" sz="2000" b="1" dirty="0">
                <a:solidFill>
                  <a:srgbClr val="FF0000"/>
                </a:solidFill>
                <a:latin typeface="幼圆" pitchFamily="49" charset="-122"/>
                <a:ea typeface="幼圆" pitchFamily="49" charset="-122"/>
              </a:rPr>
              <a:t>历史分析方法</a:t>
            </a:r>
            <a:r>
              <a:rPr lang="zh-CN" altLang="en-US" sz="1600" b="1" dirty="0">
                <a:solidFill>
                  <a:srgbClr val="3333FF"/>
                </a:solidFill>
                <a:latin typeface="幼圆" pitchFamily="49" charset="-122"/>
                <a:ea typeface="幼圆" pitchFamily="49" charset="-122"/>
              </a:rPr>
              <a:t>和</a:t>
            </a:r>
            <a:r>
              <a:rPr lang="zh-CN" altLang="en-US" sz="2000" b="1" dirty="0">
                <a:solidFill>
                  <a:srgbClr val="FF0000"/>
                </a:solidFill>
                <a:latin typeface="幼圆" pitchFamily="49" charset="-122"/>
                <a:ea typeface="幼圆" pitchFamily="49" charset="-122"/>
              </a:rPr>
              <a:t>阶级分析法。</a:t>
            </a:r>
          </a:p>
        </p:txBody>
      </p:sp>
      <p:sp>
        <p:nvSpPr>
          <p:cNvPr id="12" name="矩形 831498"/>
          <p:cNvSpPr>
            <a:spLocks noChangeArrowheads="1"/>
          </p:cNvSpPr>
          <p:nvPr/>
        </p:nvSpPr>
        <p:spPr bwMode="auto">
          <a:xfrm>
            <a:off x="285720" y="3786190"/>
            <a:ext cx="7929618" cy="1592744"/>
          </a:xfrm>
          <a:prstGeom prst="rect">
            <a:avLst/>
          </a:prstGeom>
          <a:solidFill>
            <a:srgbClr val="FFFF99"/>
          </a:solidFill>
          <a:ln w="19050">
            <a:solidFill>
              <a:srgbClr val="00FFFF"/>
            </a:solidFill>
            <a:miter lim="800000"/>
            <a:headEnd/>
            <a:tailEnd/>
          </a:ln>
          <a:effectLst>
            <a:outerShdw dist="35921" dir="2700000" algn="ctr" rotWithShape="0">
              <a:schemeClr val="bg2"/>
            </a:outerShdw>
          </a:effectLst>
        </p:spPr>
        <p:txBody>
          <a:bodyPr wrap="square" anchor="ctr">
            <a:spAutoFit/>
          </a:bodyPr>
          <a:lstStyle/>
          <a:p>
            <a:pPr>
              <a:lnSpc>
                <a:spcPct val="125000"/>
              </a:lnSpc>
              <a:defRPr/>
            </a:pPr>
            <a:r>
              <a:rPr lang="zh-CN" altLang="en-US" b="1" dirty="0" smtClean="0">
                <a:solidFill>
                  <a:srgbClr val="0000FF"/>
                </a:solidFill>
                <a:ea typeface="幼圆" pitchFamily="49" charset="-122"/>
              </a:rPr>
              <a:t>在</a:t>
            </a:r>
            <a:r>
              <a:rPr lang="zh-CN" altLang="en-US" b="1" dirty="0">
                <a:solidFill>
                  <a:srgbClr val="0000FF"/>
                </a:solidFill>
                <a:ea typeface="幼圆" pitchFamily="49" charset="-122"/>
              </a:rPr>
              <a:t>评价无产阶级领袖人物时，同样应该坚持历史分析方法和阶级分析方法。</a:t>
            </a:r>
          </a:p>
          <a:p>
            <a:pPr>
              <a:lnSpc>
                <a:spcPct val="125000"/>
              </a:lnSpc>
              <a:defRPr/>
            </a:pPr>
            <a:r>
              <a:rPr lang="en-US" altLang="zh-CN" sz="2000" b="1" dirty="0" smtClean="0">
                <a:solidFill>
                  <a:srgbClr val="FF0000"/>
                </a:solidFill>
                <a:latin typeface="楷体" pitchFamily="49" charset="-122"/>
                <a:ea typeface="楷体" pitchFamily="49" charset="-122"/>
              </a:rPr>
              <a:t>- </a:t>
            </a:r>
            <a:r>
              <a:rPr lang="zh-CN" altLang="en-US" sz="2000" b="1" dirty="0">
                <a:solidFill>
                  <a:srgbClr val="FF0000"/>
                </a:solidFill>
                <a:latin typeface="楷体" pitchFamily="49" charset="-122"/>
                <a:ea typeface="楷体" pitchFamily="49" charset="-122"/>
              </a:rPr>
              <a:t>一方面，要高度肯定他们带领人民群众推动历史发展的伟大功绩。</a:t>
            </a:r>
          </a:p>
          <a:p>
            <a:pPr>
              <a:lnSpc>
                <a:spcPct val="125000"/>
              </a:lnSpc>
              <a:defRPr/>
            </a:pPr>
            <a:r>
              <a:rPr lang="en-US" altLang="zh-CN" sz="2000" b="1" dirty="0" smtClean="0">
                <a:solidFill>
                  <a:srgbClr val="FF0000"/>
                </a:solidFill>
                <a:latin typeface="楷体" pitchFamily="49" charset="-122"/>
                <a:ea typeface="楷体" pitchFamily="49" charset="-122"/>
              </a:rPr>
              <a:t>- </a:t>
            </a:r>
            <a:r>
              <a:rPr lang="zh-CN" altLang="en-US" sz="2000" b="1" dirty="0">
                <a:solidFill>
                  <a:srgbClr val="FF0000"/>
                </a:solidFill>
                <a:latin typeface="楷体" pitchFamily="49" charset="-122"/>
                <a:ea typeface="楷体" pitchFamily="49" charset="-122"/>
              </a:rPr>
              <a:t>另一方面，又应指出他们在认识和行动上所存在的历史局限性，包括不回避他们的失误和错误。</a:t>
            </a: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04" name="矩形 716803"/>
          <p:cNvSpPr/>
          <p:nvPr/>
        </p:nvSpPr>
        <p:spPr>
          <a:xfrm>
            <a:off x="395288" y="333375"/>
            <a:ext cx="6176976" cy="630942"/>
          </a:xfrm>
          <a:prstGeom prst="rect">
            <a:avLst/>
          </a:prstGeom>
          <a:solidFill>
            <a:srgbClr val="CCECFF"/>
          </a:solidFill>
          <a:ln w="38100">
            <a:noFill/>
          </a:ln>
        </p:spPr>
        <p:txBody>
          <a:bodyPr wrap="square">
            <a:spAutoFit/>
          </a:bodyPr>
          <a:lstStyle/>
          <a:p>
            <a:pPr>
              <a:lnSpc>
                <a:spcPct val="125000"/>
              </a:lnSpc>
              <a:spcBef>
                <a:spcPct val="50000"/>
              </a:spcBef>
              <a:buFont typeface="Arial" panose="020B0604020202020204" pitchFamily="34" charset="0"/>
              <a:buNone/>
              <a:defRPr/>
            </a:pPr>
            <a:r>
              <a:rPr lang="zh-CN" altLang="en-US" sz="2800" b="1" noProof="1" smtClean="0">
                <a:solidFill>
                  <a:srgbClr val="FF0066"/>
                </a:solidFill>
                <a:latin typeface="幼圆" panose="02010509060101010101" pitchFamily="49" charset="-122"/>
                <a:ea typeface="幼圆" panose="02010509060101010101" pitchFamily="49" charset="-122"/>
              </a:rPr>
              <a:t>三、群众、阶级、政党、领袖的关系</a:t>
            </a:r>
            <a:endParaRPr lang="zh-CN" altLang="en-US" sz="2800" b="1" noProof="1">
              <a:solidFill>
                <a:srgbClr val="FF0066"/>
              </a:solidFill>
              <a:latin typeface="幼圆" panose="02010509060101010101" pitchFamily="49" charset="-122"/>
              <a:ea typeface="幼圆" panose="02010509060101010101" pitchFamily="49" charset="-122"/>
            </a:endParaRPr>
          </a:p>
        </p:txBody>
      </p:sp>
      <p:sp>
        <p:nvSpPr>
          <p:cNvPr id="32771" name="矩形 716810"/>
          <p:cNvSpPr>
            <a:spLocks noChangeArrowheads="1"/>
          </p:cNvSpPr>
          <p:nvPr/>
        </p:nvSpPr>
        <p:spPr bwMode="auto">
          <a:xfrm>
            <a:off x="381000" y="2057400"/>
            <a:ext cx="3962400"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b="1" dirty="0" smtClean="0">
                <a:solidFill>
                  <a:srgbClr val="0000FF"/>
                </a:solidFill>
                <a:latin typeface="黑体" pitchFamily="49" charset="-122"/>
                <a:ea typeface="黑体" pitchFamily="49" charset="-122"/>
              </a:rPr>
              <a:t>首先，群众是划分为阶级的。 </a:t>
            </a:r>
            <a:endParaRPr lang="zh-CN" altLang="en-US" sz="2000" b="1" dirty="0">
              <a:solidFill>
                <a:srgbClr val="0000FF"/>
              </a:solidFill>
              <a:latin typeface="黑体" pitchFamily="49" charset="-122"/>
              <a:ea typeface="黑体" pitchFamily="49" charset="-122"/>
            </a:endParaRPr>
          </a:p>
        </p:txBody>
      </p:sp>
      <p:sp>
        <p:nvSpPr>
          <p:cNvPr id="32772" name="矩形 716811"/>
          <p:cNvSpPr>
            <a:spLocks noChangeArrowheads="1"/>
          </p:cNvSpPr>
          <p:nvPr/>
        </p:nvSpPr>
        <p:spPr bwMode="auto">
          <a:xfrm>
            <a:off x="381000" y="2590800"/>
            <a:ext cx="3962400"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b="1" dirty="0" smtClean="0">
                <a:solidFill>
                  <a:srgbClr val="0000FF"/>
                </a:solidFill>
                <a:latin typeface="黑体" pitchFamily="49" charset="-122"/>
                <a:ea typeface="黑体" pitchFamily="49" charset="-122"/>
              </a:rPr>
              <a:t>其次，阶级通常是由政党领导的。 </a:t>
            </a:r>
            <a:endParaRPr lang="zh-CN" altLang="en-US" sz="2000" b="1" dirty="0">
              <a:solidFill>
                <a:srgbClr val="0000FF"/>
              </a:solidFill>
              <a:latin typeface="黑体" pitchFamily="49" charset="-122"/>
              <a:ea typeface="黑体" pitchFamily="49" charset="-122"/>
            </a:endParaRPr>
          </a:p>
        </p:txBody>
      </p:sp>
      <p:sp>
        <p:nvSpPr>
          <p:cNvPr id="33797" name="矩形 716824"/>
          <p:cNvSpPr>
            <a:spLocks noChangeArrowheads="1"/>
          </p:cNvSpPr>
          <p:nvPr/>
        </p:nvSpPr>
        <p:spPr bwMode="auto">
          <a:xfrm>
            <a:off x="381000" y="1066800"/>
            <a:ext cx="8305800" cy="838200"/>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defRPr/>
            </a:pPr>
            <a:r>
              <a:rPr lang="en-US" altLang="zh-CN" sz="2000" b="1" dirty="0">
                <a:solidFill>
                  <a:srgbClr val="3333FF"/>
                </a:solidFill>
                <a:latin typeface="幼圆" pitchFamily="49" charset="-122"/>
                <a:ea typeface="幼圆" pitchFamily="49" charset="-122"/>
              </a:rPr>
              <a:t>  </a:t>
            </a:r>
            <a:r>
              <a:rPr lang="zh-CN" altLang="en-US" sz="1600" b="1" dirty="0" smtClean="0">
                <a:solidFill>
                  <a:srgbClr val="3333FF"/>
                </a:solidFill>
                <a:latin typeface="幼圆" pitchFamily="49" charset="-122"/>
                <a:ea typeface="幼圆" pitchFamily="49" charset="-122"/>
              </a:rPr>
              <a:t>为了更好地理解和把握人民群众创造历史的作用和个人在历史上的作用，特别是为了更好地发挥无产阶级政党的领导作用，需要正确认识和处理群众、阶级、政党、领袖的关系。</a:t>
            </a:r>
            <a:endParaRPr lang="zh-CN" altLang="en-US" sz="1600" b="1" dirty="0">
              <a:solidFill>
                <a:srgbClr val="3333FF"/>
              </a:solidFill>
              <a:latin typeface="幼圆" pitchFamily="49" charset="-122"/>
              <a:ea typeface="幼圆" pitchFamily="49" charset="-122"/>
            </a:endParaRPr>
          </a:p>
        </p:txBody>
      </p:sp>
      <p:sp>
        <p:nvSpPr>
          <p:cNvPr id="10" name="矩形 716811"/>
          <p:cNvSpPr>
            <a:spLocks noChangeArrowheads="1"/>
          </p:cNvSpPr>
          <p:nvPr/>
        </p:nvSpPr>
        <p:spPr bwMode="auto">
          <a:xfrm>
            <a:off x="381000" y="3124200"/>
            <a:ext cx="3962400" cy="477054"/>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000" b="1" dirty="0" smtClean="0">
                <a:solidFill>
                  <a:srgbClr val="0000FF"/>
                </a:solidFill>
                <a:latin typeface="黑体" pitchFamily="49" charset="-122"/>
                <a:ea typeface="黑体" pitchFamily="49" charset="-122"/>
              </a:rPr>
              <a:t>最后，政党是由领袖来主持的。 </a:t>
            </a:r>
            <a:endParaRPr lang="zh-CN" altLang="en-US" sz="2000" b="1" dirty="0">
              <a:solidFill>
                <a:srgbClr val="0000FF"/>
              </a:solidFill>
              <a:latin typeface="黑体" pitchFamily="49" charset="-122"/>
              <a:ea typeface="黑体" pitchFamily="49" charset="-122"/>
            </a:endParaRPr>
          </a:p>
        </p:txBody>
      </p:sp>
      <p:sp>
        <p:nvSpPr>
          <p:cNvPr id="13" name="矩形 789508"/>
          <p:cNvSpPr>
            <a:spLocks noChangeArrowheads="1"/>
          </p:cNvSpPr>
          <p:nvPr/>
        </p:nvSpPr>
        <p:spPr bwMode="auto">
          <a:xfrm>
            <a:off x="357158" y="4000504"/>
            <a:ext cx="8262966" cy="861774"/>
          </a:xfrm>
          <a:prstGeom prst="rect">
            <a:avLst/>
          </a:prstGeom>
          <a:solidFill>
            <a:srgbClr val="FFFF99"/>
          </a:solidFill>
          <a:ln w="19050">
            <a:solidFill>
              <a:srgbClr val="00FFFF"/>
            </a:solidFill>
            <a:miter lim="800000"/>
            <a:headEnd/>
            <a:tailEnd/>
          </a:ln>
          <a:effectLst>
            <a:outerShdw dist="35921" dir="2700000" algn="ctr" rotWithShape="0">
              <a:schemeClr val="bg2"/>
            </a:outerShdw>
          </a:effectLst>
        </p:spPr>
        <p:txBody>
          <a:bodyPr wrap="square" anchor="ctr">
            <a:spAutoFit/>
          </a:bodyPr>
          <a:lstStyle/>
          <a:p>
            <a:pPr>
              <a:lnSpc>
                <a:spcPct val="125000"/>
              </a:lnSpc>
              <a:defRPr/>
            </a:pPr>
            <a:r>
              <a:rPr lang="zh-CN" altLang="en-US" sz="2000" b="1" dirty="0" smtClean="0">
                <a:solidFill>
                  <a:srgbClr val="C00000"/>
                </a:solidFill>
                <a:latin typeface="楷体" pitchFamily="49" charset="-122"/>
                <a:ea typeface="楷体" pitchFamily="49" charset="-122"/>
              </a:rPr>
              <a:t>群众、阶级、政党、领袖环环相扣、相互依存，构成一个有机整体，不应把它们割裂开来。</a:t>
            </a:r>
            <a:endParaRPr lang="zh-CN" altLang="en-US" sz="2000" b="1" dirty="0">
              <a:solidFill>
                <a:srgbClr val="C00000"/>
              </a:solidFill>
              <a:latin typeface="楷体" pitchFamily="49" charset="-122"/>
              <a:ea typeface="楷体" pitchFamily="49" charset="-122"/>
            </a:endParaRPr>
          </a:p>
        </p:txBody>
      </p:sp>
      <p:sp>
        <p:nvSpPr>
          <p:cNvPr id="14" name="矩形 789508"/>
          <p:cNvSpPr>
            <a:spLocks noChangeArrowheads="1"/>
          </p:cNvSpPr>
          <p:nvPr/>
        </p:nvSpPr>
        <p:spPr bwMode="auto">
          <a:xfrm>
            <a:off x="381000" y="5029200"/>
            <a:ext cx="8262966" cy="861774"/>
          </a:xfrm>
          <a:prstGeom prst="rect">
            <a:avLst/>
          </a:prstGeom>
          <a:solidFill>
            <a:srgbClr val="FFFF99"/>
          </a:solidFill>
          <a:ln w="19050">
            <a:solidFill>
              <a:srgbClr val="00FFFF"/>
            </a:solidFill>
            <a:miter lim="800000"/>
            <a:headEnd/>
            <a:tailEnd/>
          </a:ln>
          <a:effectLst>
            <a:outerShdw dist="35921" dir="2700000" algn="ctr" rotWithShape="0">
              <a:schemeClr val="bg2"/>
            </a:outerShdw>
          </a:effectLst>
        </p:spPr>
        <p:txBody>
          <a:bodyPr wrap="square" anchor="ctr">
            <a:spAutoFit/>
          </a:bodyPr>
          <a:lstStyle/>
          <a:p>
            <a:pPr>
              <a:lnSpc>
                <a:spcPct val="125000"/>
              </a:lnSpc>
              <a:defRPr/>
            </a:pPr>
            <a:r>
              <a:rPr lang="zh-CN" altLang="en-US" sz="2000" b="1" dirty="0" smtClean="0">
                <a:solidFill>
                  <a:srgbClr val="C00000"/>
                </a:solidFill>
                <a:latin typeface="楷体" pitchFamily="49" charset="-122"/>
                <a:ea typeface="楷体" pitchFamily="49" charset="-122"/>
              </a:rPr>
              <a:t>中国社会主义事业能否顺利发展，很大程度上取决于我们党能否正确处理群众、阶级、政党、领袖的相互关系。</a:t>
            </a:r>
            <a:endParaRPr lang="zh-CN" altLang="en-US" sz="2000" b="1" dirty="0">
              <a:solidFill>
                <a:srgbClr val="C00000"/>
              </a:solidFill>
              <a:latin typeface="楷体" pitchFamily="49" charset="-122"/>
              <a:ea typeface="楷体" pitchFamily="49" charset="-122"/>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矩形 825399"/>
          <p:cNvSpPr>
            <a:spLocks noChangeArrowheads="1" noChangeShapeType="1" noTextEdit="1"/>
          </p:cNvSpPr>
          <p:nvPr/>
        </p:nvSpPr>
        <p:spPr bwMode="auto">
          <a:xfrm>
            <a:off x="0" y="0"/>
            <a:ext cx="3059113" cy="550863"/>
          </a:xfrm>
          <a:prstGeom prst="rect">
            <a:avLst/>
          </a:prstGeom>
        </p:spPr>
        <p:txBody>
          <a:bodyPr wrap="none" fromWordArt="1">
            <a:prstTxWarp prst="textDeflate">
              <a:avLst>
                <a:gd name="adj" fmla="val 26227"/>
              </a:avLst>
            </a:prstTxWarp>
          </a:bodyPr>
          <a:lstStyle/>
          <a:p>
            <a:pPr algn="ctr" eaLnBrk="1" hangingPunct="1">
              <a:buFont typeface="Arial" panose="020B0604020202020204" pitchFamily="34" charset="0"/>
              <a:buNone/>
              <a:defRPr/>
            </a:pPr>
            <a:r>
              <a:rPr lang="en-US" altLang="zh-CN" sz="5400" b="1">
                <a:ln w="0">
                  <a:solidFill>
                    <a:srgbClr val="FF0000"/>
                  </a:solidFill>
                  <a:round/>
                  <a:headEnd/>
                  <a:tailEnd/>
                </a:ln>
                <a:solidFill>
                  <a:srgbClr val="CCFFFF"/>
                </a:solidFill>
                <a:latin typeface="华文隶书"/>
                <a:ea typeface="华文隶书"/>
              </a:rPr>
              <a:t>《 </a:t>
            </a:r>
            <a:r>
              <a:rPr lang="zh-CN" altLang="en-US" sz="5400" b="1">
                <a:ln w="0">
                  <a:solidFill>
                    <a:srgbClr val="FF0000"/>
                  </a:solidFill>
                  <a:round/>
                  <a:headEnd/>
                  <a:tailEnd/>
                </a:ln>
                <a:solidFill>
                  <a:srgbClr val="CCFFFF"/>
                </a:solidFill>
                <a:latin typeface="华文隶书"/>
                <a:ea typeface="华文隶书"/>
              </a:rPr>
              <a:t>唯物史观</a:t>
            </a:r>
            <a:r>
              <a:rPr lang="en-US" altLang="zh-CN" sz="5400" b="1">
                <a:ln w="0">
                  <a:solidFill>
                    <a:srgbClr val="FF0000"/>
                  </a:solidFill>
                  <a:round/>
                  <a:headEnd/>
                  <a:tailEnd/>
                </a:ln>
                <a:solidFill>
                  <a:srgbClr val="CCFFFF"/>
                </a:solidFill>
                <a:latin typeface="华文隶书"/>
                <a:ea typeface="华文隶书"/>
              </a:rPr>
              <a:t>》</a:t>
            </a:r>
            <a:r>
              <a:rPr lang="zh-CN" altLang="en-US" sz="5400" b="1">
                <a:ln w="0">
                  <a:solidFill>
                    <a:srgbClr val="FF0000"/>
                  </a:solidFill>
                  <a:round/>
                  <a:headEnd/>
                  <a:tailEnd/>
                </a:ln>
                <a:solidFill>
                  <a:srgbClr val="CCFFFF"/>
                </a:solidFill>
                <a:latin typeface="华文隶书"/>
                <a:ea typeface="华文隶书"/>
              </a:rPr>
              <a:t>逻辑框架</a:t>
            </a:r>
          </a:p>
        </p:txBody>
      </p:sp>
      <p:grpSp>
        <p:nvGrpSpPr>
          <p:cNvPr id="2" name="组合 825442"/>
          <p:cNvGrpSpPr>
            <a:grpSpLocks/>
          </p:cNvGrpSpPr>
          <p:nvPr/>
        </p:nvGrpSpPr>
        <p:grpSpPr bwMode="auto">
          <a:xfrm>
            <a:off x="152400" y="214313"/>
            <a:ext cx="8739188" cy="6430963"/>
            <a:chOff x="0" y="150"/>
            <a:chExt cx="5505" cy="4051"/>
          </a:xfrm>
        </p:grpSpPr>
        <p:sp>
          <p:nvSpPr>
            <p:cNvPr id="53252" name="矩形 825350"/>
            <p:cNvSpPr>
              <a:spLocks noChangeArrowheads="1"/>
            </p:cNvSpPr>
            <p:nvPr/>
          </p:nvSpPr>
          <p:spPr bwMode="auto">
            <a:xfrm>
              <a:off x="0" y="390"/>
              <a:ext cx="385" cy="3811"/>
            </a:xfrm>
            <a:prstGeom prst="rect">
              <a:avLst/>
            </a:prstGeom>
            <a:solidFill>
              <a:srgbClr val="CCFFFF"/>
            </a:solidFill>
            <a:ln w="28575">
              <a:solidFill>
                <a:srgbClr val="FF9900"/>
              </a:solidFill>
              <a:miter lim="800000"/>
              <a:headEnd/>
              <a:tailEnd/>
            </a:ln>
          </p:spPr>
          <p:txBody>
            <a:bodyPr vert="eaVert"/>
            <a:lstStyle/>
            <a:p>
              <a:pPr algn="ctr" eaLnBrk="1" hangingPunct="1">
                <a:lnSpc>
                  <a:spcPct val="120000"/>
                </a:lnSpc>
                <a:spcBef>
                  <a:spcPct val="20000"/>
                </a:spcBef>
              </a:pPr>
              <a:r>
                <a:rPr lang="en-US" altLang="zh-CN" sz="2000" b="1">
                  <a:solidFill>
                    <a:srgbClr val="990000"/>
                  </a:solidFill>
                  <a:ea typeface="楷体_GB2312" pitchFamily="49" charset="-122"/>
                </a:rPr>
                <a:t>   </a:t>
              </a:r>
              <a:r>
                <a:rPr lang="zh-CN" altLang="en-US" b="1">
                  <a:solidFill>
                    <a:srgbClr val="990000"/>
                  </a:solidFill>
                  <a:latin typeface="楷体" pitchFamily="49" charset="-122"/>
                  <a:ea typeface="楷体" pitchFamily="49" charset="-122"/>
                </a:rPr>
                <a:t>社会历史观的基本问题：社会存在与社会意识的关系问题</a:t>
              </a:r>
            </a:p>
          </p:txBody>
        </p:sp>
        <p:sp>
          <p:nvSpPr>
            <p:cNvPr id="53253" name="直接连接符 825351"/>
            <p:cNvSpPr>
              <a:spLocks noChangeShapeType="1"/>
            </p:cNvSpPr>
            <p:nvPr/>
          </p:nvSpPr>
          <p:spPr bwMode="auto">
            <a:xfrm>
              <a:off x="385" y="3317"/>
              <a:ext cx="136" cy="0"/>
            </a:xfrm>
            <a:prstGeom prst="line">
              <a:avLst/>
            </a:prstGeom>
            <a:noFill/>
            <a:ln w="28575">
              <a:solidFill>
                <a:schemeClr val="tx1"/>
              </a:solidFill>
              <a:round/>
              <a:headEnd/>
              <a:tailEnd type="triangle" w="med" len="med"/>
            </a:ln>
          </p:spPr>
          <p:txBody>
            <a:bodyPr/>
            <a:lstStyle/>
            <a:p>
              <a:endParaRPr lang="zh-CN" altLang="en-US"/>
            </a:p>
          </p:txBody>
        </p:sp>
        <p:sp>
          <p:nvSpPr>
            <p:cNvPr id="53254" name="矩形 825352"/>
            <p:cNvSpPr>
              <a:spLocks noChangeArrowheads="1"/>
            </p:cNvSpPr>
            <p:nvPr/>
          </p:nvSpPr>
          <p:spPr bwMode="auto">
            <a:xfrm>
              <a:off x="521" y="3002"/>
              <a:ext cx="272" cy="647"/>
            </a:xfrm>
            <a:prstGeom prst="rect">
              <a:avLst/>
            </a:prstGeom>
            <a:solidFill>
              <a:srgbClr val="CCFFFF"/>
            </a:solidFill>
            <a:ln w="9525">
              <a:solidFill>
                <a:schemeClr val="tx1"/>
              </a:solidFill>
              <a:miter lim="800000"/>
              <a:headEnd/>
              <a:tailEnd/>
            </a:ln>
          </p:spPr>
          <p:txBody>
            <a:bodyPr vert="eaVert" wrap="none" anchor="ctr"/>
            <a:lstStyle/>
            <a:p>
              <a:pPr algn="ctr" eaLnBrk="1" hangingPunct="1"/>
              <a:r>
                <a:rPr lang="zh-CN" altLang="en-US" b="1">
                  <a:solidFill>
                    <a:srgbClr val="0000CC"/>
                  </a:solidFill>
                  <a:ea typeface="幼圆" pitchFamily="49" charset="-122"/>
                </a:rPr>
                <a:t>唯心史观</a:t>
              </a:r>
            </a:p>
          </p:txBody>
        </p:sp>
        <p:sp>
          <p:nvSpPr>
            <p:cNvPr id="53255" name="直接连接符 825353"/>
            <p:cNvSpPr>
              <a:spLocks noChangeShapeType="1"/>
            </p:cNvSpPr>
            <p:nvPr/>
          </p:nvSpPr>
          <p:spPr bwMode="auto">
            <a:xfrm>
              <a:off x="385" y="975"/>
              <a:ext cx="91" cy="0"/>
            </a:xfrm>
            <a:prstGeom prst="line">
              <a:avLst/>
            </a:prstGeom>
            <a:noFill/>
            <a:ln w="28575">
              <a:solidFill>
                <a:schemeClr val="tx1"/>
              </a:solidFill>
              <a:round/>
              <a:headEnd/>
              <a:tailEnd type="triangle" w="med" len="med"/>
            </a:ln>
          </p:spPr>
          <p:txBody>
            <a:bodyPr/>
            <a:lstStyle/>
            <a:p>
              <a:endParaRPr lang="zh-CN" altLang="en-US"/>
            </a:p>
          </p:txBody>
        </p:sp>
        <p:sp>
          <p:nvSpPr>
            <p:cNvPr id="53256" name="矩形 825357"/>
            <p:cNvSpPr>
              <a:spLocks noChangeArrowheads="1"/>
            </p:cNvSpPr>
            <p:nvPr/>
          </p:nvSpPr>
          <p:spPr bwMode="auto">
            <a:xfrm>
              <a:off x="703" y="795"/>
              <a:ext cx="817" cy="405"/>
            </a:xfrm>
            <a:prstGeom prst="rect">
              <a:avLst/>
            </a:prstGeom>
            <a:solidFill>
              <a:srgbClr val="CCFFFF"/>
            </a:solidFill>
            <a:ln w="38100">
              <a:solidFill>
                <a:srgbClr val="800000"/>
              </a:solidFill>
              <a:miter lim="800000"/>
              <a:headEnd/>
              <a:tailEnd/>
            </a:ln>
          </p:spPr>
          <p:txBody>
            <a:bodyPr wrap="none" anchor="ctr"/>
            <a:lstStyle/>
            <a:p>
              <a:pPr algn="ctr" eaLnBrk="1" hangingPunct="1"/>
              <a:r>
                <a:rPr lang="zh-CN" altLang="en-US" b="1">
                  <a:solidFill>
                    <a:srgbClr val="FF0000"/>
                  </a:solidFill>
                  <a:ea typeface="幼圆" pitchFamily="49" charset="-122"/>
                </a:rPr>
                <a:t>社会存在决</a:t>
              </a:r>
            </a:p>
            <a:p>
              <a:pPr algn="ctr" eaLnBrk="1" hangingPunct="1"/>
              <a:r>
                <a:rPr lang="zh-CN" altLang="en-US" b="1">
                  <a:solidFill>
                    <a:srgbClr val="FF0000"/>
                  </a:solidFill>
                  <a:ea typeface="幼圆" pitchFamily="49" charset="-122"/>
                </a:rPr>
                <a:t>定社会意识</a:t>
              </a:r>
            </a:p>
          </p:txBody>
        </p:sp>
        <p:sp>
          <p:nvSpPr>
            <p:cNvPr id="53257" name="直接连接符 825359"/>
            <p:cNvSpPr>
              <a:spLocks noChangeShapeType="1"/>
            </p:cNvSpPr>
            <p:nvPr/>
          </p:nvSpPr>
          <p:spPr bwMode="auto">
            <a:xfrm>
              <a:off x="1519" y="975"/>
              <a:ext cx="590" cy="0"/>
            </a:xfrm>
            <a:prstGeom prst="line">
              <a:avLst/>
            </a:prstGeom>
            <a:noFill/>
            <a:ln w="38100">
              <a:solidFill>
                <a:srgbClr val="FF0000"/>
              </a:solidFill>
              <a:round/>
              <a:headEnd/>
              <a:tailEnd type="triangle" w="sm" len="med"/>
            </a:ln>
          </p:spPr>
          <p:txBody>
            <a:bodyPr/>
            <a:lstStyle/>
            <a:p>
              <a:endParaRPr lang="zh-CN" altLang="en-US"/>
            </a:p>
          </p:txBody>
        </p:sp>
        <p:sp>
          <p:nvSpPr>
            <p:cNvPr id="53258" name="矩形 825361"/>
            <p:cNvSpPr>
              <a:spLocks noChangeArrowheads="1"/>
            </p:cNvSpPr>
            <p:nvPr/>
          </p:nvSpPr>
          <p:spPr bwMode="auto">
            <a:xfrm>
              <a:off x="793" y="3002"/>
              <a:ext cx="635" cy="226"/>
            </a:xfrm>
            <a:prstGeom prst="rect">
              <a:avLst/>
            </a:prstGeom>
            <a:solidFill>
              <a:srgbClr val="CCFFFF"/>
            </a:solidFill>
            <a:ln w="9525">
              <a:solidFill>
                <a:schemeClr val="tx1"/>
              </a:solidFill>
              <a:miter lim="800000"/>
              <a:headEnd/>
              <a:tailEnd/>
            </a:ln>
          </p:spPr>
          <p:txBody>
            <a:bodyPr wrap="none" anchor="ctr"/>
            <a:lstStyle/>
            <a:p>
              <a:pPr algn="ctr" eaLnBrk="1" hangingPunct="1"/>
              <a:r>
                <a:rPr lang="zh-CN" altLang="en-US" b="1">
                  <a:solidFill>
                    <a:srgbClr val="0000CC"/>
                  </a:solidFill>
                  <a:ea typeface="幼圆" pitchFamily="49" charset="-122"/>
                </a:rPr>
                <a:t>思想动机</a:t>
              </a:r>
            </a:p>
          </p:txBody>
        </p:sp>
        <p:grpSp>
          <p:nvGrpSpPr>
            <p:cNvPr id="3" name="组合 825440"/>
            <p:cNvGrpSpPr>
              <a:grpSpLocks/>
            </p:cNvGrpSpPr>
            <p:nvPr/>
          </p:nvGrpSpPr>
          <p:grpSpPr bwMode="auto">
            <a:xfrm>
              <a:off x="476" y="150"/>
              <a:ext cx="5029" cy="3639"/>
              <a:chOff x="476" y="194"/>
              <a:chExt cx="5029" cy="3666"/>
            </a:xfrm>
          </p:grpSpPr>
          <p:sp>
            <p:nvSpPr>
              <p:cNvPr id="53260" name="椭圆 825363"/>
              <p:cNvSpPr>
                <a:spLocks noChangeArrowheads="1"/>
              </p:cNvSpPr>
              <p:nvPr/>
            </p:nvSpPr>
            <p:spPr bwMode="auto">
              <a:xfrm>
                <a:off x="1610" y="391"/>
                <a:ext cx="363" cy="635"/>
              </a:xfrm>
              <a:prstGeom prst="ellipse">
                <a:avLst/>
              </a:prstGeom>
              <a:solidFill>
                <a:srgbClr val="800000"/>
              </a:solidFill>
              <a:ln w="9525">
                <a:round/>
                <a:headEnd/>
                <a:tailEnd/>
              </a:ln>
              <a:scene3d>
                <a:camera prst="legacyObliqueTopRight"/>
                <a:lightRig rig="legacyFlat3" dir="b"/>
              </a:scene3d>
              <a:sp3d extrusionH="430200" prstMaterial="legacyMatte">
                <a:bevelT w="13500" h="13500" prst="angle"/>
                <a:bevelB w="13500" h="13500" prst="angle"/>
                <a:extrusionClr>
                  <a:srgbClr val="800000"/>
                </a:extrusionClr>
              </a:sp3d>
            </p:spPr>
            <p:txBody>
              <a:bodyPr vert="eaVert" wrap="none" anchor="ctr">
                <a:flatTx/>
              </a:bodyPr>
              <a:lstStyle/>
              <a:p>
                <a:pPr algn="ctr" eaLnBrk="1" hangingPunct="1"/>
                <a:r>
                  <a:rPr lang="zh-CN" altLang="en-US" sz="1600" b="1">
                    <a:solidFill>
                      <a:schemeClr val="bg1"/>
                    </a:solidFill>
                    <a:latin typeface="楷体" pitchFamily="49" charset="-122"/>
                    <a:ea typeface="楷体" pitchFamily="49" charset="-122"/>
                  </a:rPr>
                  <a:t>两个划分</a:t>
                </a:r>
              </a:p>
              <a:p>
                <a:pPr algn="ctr" eaLnBrk="1" hangingPunct="1"/>
                <a:r>
                  <a:rPr lang="zh-CN" altLang="en-US" sz="1600" b="1">
                    <a:solidFill>
                      <a:schemeClr val="bg1"/>
                    </a:solidFill>
                    <a:latin typeface="楷体" pitchFamily="49" charset="-122"/>
                    <a:ea typeface="楷体" pitchFamily="49" charset="-122"/>
                  </a:rPr>
                  <a:t>两个归结</a:t>
                </a:r>
              </a:p>
            </p:txBody>
          </p:sp>
          <p:sp>
            <p:nvSpPr>
              <p:cNvPr id="53261" name="矩形 825368"/>
              <p:cNvSpPr>
                <a:spLocks noChangeArrowheads="1"/>
              </p:cNvSpPr>
              <p:nvPr/>
            </p:nvSpPr>
            <p:spPr bwMode="auto">
              <a:xfrm>
                <a:off x="2649" y="194"/>
                <a:ext cx="1134" cy="181"/>
              </a:xfrm>
              <a:prstGeom prst="rect">
                <a:avLst/>
              </a:prstGeom>
              <a:solidFill>
                <a:srgbClr val="FFFF99"/>
              </a:solidFill>
              <a:ln w="9525">
                <a:solidFill>
                  <a:schemeClr val="tx1"/>
                </a:solidFill>
                <a:miter lim="800000"/>
                <a:headEnd/>
                <a:tailEnd/>
              </a:ln>
            </p:spPr>
            <p:txBody>
              <a:bodyPr wrap="none" anchor="ctr"/>
              <a:lstStyle/>
              <a:p>
                <a:pPr algn="ctr" eaLnBrk="1" hangingPunct="1"/>
                <a:r>
                  <a:rPr lang="zh-CN" altLang="en-US" sz="1600" b="1" dirty="0">
                    <a:solidFill>
                      <a:srgbClr val="0000FF"/>
                    </a:solidFill>
                    <a:latin typeface="幼圆" pitchFamily="49" charset="-122"/>
                    <a:ea typeface="幼圆" pitchFamily="49" charset="-122"/>
                  </a:rPr>
                  <a:t>生产力与生产关系</a:t>
                </a:r>
              </a:p>
            </p:txBody>
          </p:sp>
          <p:sp>
            <p:nvSpPr>
              <p:cNvPr id="53262" name="矩形 825372"/>
              <p:cNvSpPr>
                <a:spLocks noChangeArrowheads="1"/>
              </p:cNvSpPr>
              <p:nvPr/>
            </p:nvSpPr>
            <p:spPr bwMode="auto">
              <a:xfrm>
                <a:off x="2604" y="1463"/>
                <a:ext cx="1180" cy="182"/>
              </a:xfrm>
              <a:prstGeom prst="rect">
                <a:avLst/>
              </a:prstGeom>
              <a:solidFill>
                <a:srgbClr val="FFFF99"/>
              </a:solidFill>
              <a:ln w="9525">
                <a:solidFill>
                  <a:schemeClr val="tx1"/>
                </a:solidFill>
                <a:miter lim="800000"/>
                <a:headEnd/>
                <a:tailEnd/>
              </a:ln>
            </p:spPr>
            <p:txBody>
              <a:bodyPr wrap="none" anchor="ctr"/>
              <a:lstStyle/>
              <a:p>
                <a:pPr algn="ctr" eaLnBrk="1" hangingPunct="1"/>
                <a:r>
                  <a:rPr lang="zh-CN" altLang="en-US" sz="1600" b="1">
                    <a:solidFill>
                      <a:srgbClr val="0000FF"/>
                    </a:solidFill>
                    <a:latin typeface="幼圆" pitchFamily="49" charset="-122"/>
                    <a:ea typeface="幼圆" pitchFamily="49" charset="-122"/>
                  </a:rPr>
                  <a:t>经济基础与上层建筑</a:t>
                </a:r>
              </a:p>
            </p:txBody>
          </p:sp>
          <p:sp>
            <p:nvSpPr>
              <p:cNvPr id="53263" name="椭圆 825374"/>
              <p:cNvSpPr>
                <a:spLocks noChangeArrowheads="1"/>
              </p:cNvSpPr>
              <p:nvPr/>
            </p:nvSpPr>
            <p:spPr bwMode="auto">
              <a:xfrm>
                <a:off x="793" y="1344"/>
                <a:ext cx="635" cy="182"/>
              </a:xfrm>
              <a:prstGeom prst="ellipse">
                <a:avLst/>
              </a:prstGeom>
              <a:solidFill>
                <a:schemeClr val="accent1"/>
              </a:solidFill>
              <a:ln w="9525">
                <a:solidFill>
                  <a:schemeClr val="tx1"/>
                </a:solidFill>
                <a:round/>
                <a:headEnd/>
                <a:tailEnd/>
              </a:ln>
            </p:spPr>
            <p:txBody>
              <a:bodyPr wrap="none" anchor="ctr"/>
              <a:lstStyle/>
              <a:p>
                <a:pPr algn="ctr" eaLnBrk="1" hangingPunct="1"/>
                <a:r>
                  <a:rPr lang="zh-CN" altLang="en-US" sz="1400" b="1">
                    <a:solidFill>
                      <a:srgbClr val="0000CC"/>
                    </a:solidFill>
                    <a:ea typeface="幼圆" pitchFamily="49" charset="-122"/>
                  </a:rPr>
                  <a:t>社会存在</a:t>
                </a:r>
              </a:p>
            </p:txBody>
          </p:sp>
          <p:sp>
            <p:nvSpPr>
              <p:cNvPr id="53264" name="矩形 825379"/>
              <p:cNvSpPr>
                <a:spLocks noChangeArrowheads="1"/>
              </p:cNvSpPr>
              <p:nvPr/>
            </p:nvSpPr>
            <p:spPr bwMode="auto">
              <a:xfrm>
                <a:off x="2964" y="1962"/>
                <a:ext cx="2132" cy="363"/>
              </a:xfrm>
              <a:prstGeom prst="rect">
                <a:avLst/>
              </a:prstGeom>
              <a:solidFill>
                <a:srgbClr val="FFFF99"/>
              </a:solidFill>
              <a:ln w="9525">
                <a:solidFill>
                  <a:schemeClr val="tx1"/>
                </a:solidFill>
                <a:miter lim="800000"/>
                <a:headEnd/>
                <a:tailEnd/>
              </a:ln>
            </p:spPr>
            <p:txBody>
              <a:bodyPr wrap="none" anchor="ctr"/>
              <a:lstStyle/>
              <a:p>
                <a:pPr algn="ctr" eaLnBrk="1" hangingPunct="1"/>
                <a:r>
                  <a:rPr lang="zh-CN" altLang="en-US" sz="1400" b="1" dirty="0">
                    <a:solidFill>
                      <a:srgbClr val="0000FF"/>
                    </a:solidFill>
                    <a:latin typeface="幼圆" pitchFamily="49" charset="-122"/>
                    <a:ea typeface="幼圆" pitchFamily="49" charset="-122"/>
                  </a:rPr>
                  <a:t>根本动力：社会基本矛盾（生产力和</a:t>
                </a:r>
              </a:p>
              <a:p>
                <a:pPr algn="ctr" eaLnBrk="1" hangingPunct="1"/>
                <a:r>
                  <a:rPr lang="zh-CN" altLang="en-US" sz="1400" b="1" dirty="0">
                    <a:solidFill>
                      <a:srgbClr val="0000FF"/>
                    </a:solidFill>
                    <a:latin typeface="幼圆" pitchFamily="49" charset="-122"/>
                    <a:ea typeface="幼圆" pitchFamily="49" charset="-122"/>
                  </a:rPr>
                  <a:t>生产关系、经济基础和上层建筑）</a:t>
                </a:r>
              </a:p>
            </p:txBody>
          </p:sp>
          <p:sp>
            <p:nvSpPr>
              <p:cNvPr id="53265" name="矩形 825380"/>
              <p:cNvSpPr>
                <a:spLocks noChangeArrowheads="1"/>
              </p:cNvSpPr>
              <p:nvPr/>
            </p:nvSpPr>
            <p:spPr bwMode="auto">
              <a:xfrm>
                <a:off x="2964" y="2370"/>
                <a:ext cx="2115" cy="363"/>
              </a:xfrm>
              <a:prstGeom prst="rect">
                <a:avLst/>
              </a:prstGeom>
              <a:solidFill>
                <a:srgbClr val="FFFF99"/>
              </a:solidFill>
              <a:ln w="9525">
                <a:solidFill>
                  <a:schemeClr val="tx1"/>
                </a:solidFill>
                <a:miter lim="800000"/>
                <a:headEnd/>
                <a:tailEnd/>
              </a:ln>
            </p:spPr>
            <p:txBody>
              <a:bodyPr wrap="none" anchor="ctr"/>
              <a:lstStyle/>
              <a:p>
                <a:pPr algn="ctr" eaLnBrk="1" hangingPunct="1"/>
                <a:r>
                  <a:rPr lang="zh-CN" altLang="en-US" sz="1400" b="1" dirty="0">
                    <a:solidFill>
                      <a:srgbClr val="0000FF"/>
                    </a:solidFill>
                    <a:latin typeface="幼圆" pitchFamily="49" charset="-122"/>
                    <a:ea typeface="幼圆" pitchFamily="49" charset="-122"/>
                  </a:rPr>
                  <a:t>直接动力（作用）：阶级斗争、</a:t>
                </a:r>
              </a:p>
              <a:p>
                <a:pPr algn="ctr" eaLnBrk="1" hangingPunct="1"/>
                <a:r>
                  <a:rPr lang="zh-CN" altLang="en-US" sz="1400" b="1" dirty="0">
                    <a:solidFill>
                      <a:srgbClr val="0000FF"/>
                    </a:solidFill>
                    <a:latin typeface="幼圆" pitchFamily="49" charset="-122"/>
                    <a:ea typeface="幼圆" pitchFamily="49" charset="-122"/>
                  </a:rPr>
                  <a:t>社会革命、改革</a:t>
                </a:r>
                <a:r>
                  <a:rPr lang="zh-CN" altLang="en-US" sz="1400" b="1">
                    <a:solidFill>
                      <a:srgbClr val="0000FF"/>
                    </a:solidFill>
                    <a:latin typeface="幼圆" pitchFamily="49" charset="-122"/>
                    <a:ea typeface="幼圆" pitchFamily="49" charset="-122"/>
                  </a:rPr>
                  <a:t>、</a:t>
                </a:r>
                <a:r>
                  <a:rPr lang="zh-CN" altLang="en-US" sz="1400" b="1" smtClean="0">
                    <a:solidFill>
                      <a:srgbClr val="0000FF"/>
                    </a:solidFill>
                    <a:latin typeface="幼圆" pitchFamily="49" charset="-122"/>
                    <a:ea typeface="幼圆" pitchFamily="49" charset="-122"/>
                  </a:rPr>
                  <a:t>科学技术、文化</a:t>
                </a:r>
                <a:endParaRPr lang="zh-CN" altLang="en-US" sz="1400" b="1" dirty="0">
                  <a:solidFill>
                    <a:srgbClr val="0000FF"/>
                  </a:solidFill>
                  <a:latin typeface="幼圆" pitchFamily="49" charset="-122"/>
                  <a:ea typeface="幼圆" pitchFamily="49" charset="-122"/>
                </a:endParaRPr>
              </a:p>
            </p:txBody>
          </p:sp>
          <p:sp>
            <p:nvSpPr>
              <p:cNvPr id="53266" name="矩形 825382"/>
              <p:cNvSpPr>
                <a:spLocks noChangeArrowheads="1"/>
              </p:cNvSpPr>
              <p:nvPr/>
            </p:nvSpPr>
            <p:spPr bwMode="auto">
              <a:xfrm>
                <a:off x="2880" y="2766"/>
                <a:ext cx="1633" cy="181"/>
              </a:xfrm>
              <a:prstGeom prst="rect">
                <a:avLst/>
              </a:prstGeom>
              <a:solidFill>
                <a:srgbClr val="FFFF99"/>
              </a:solidFill>
              <a:ln w="9525">
                <a:solidFill>
                  <a:schemeClr val="tx1"/>
                </a:solidFill>
                <a:miter lim="800000"/>
                <a:headEnd/>
                <a:tailEnd/>
              </a:ln>
            </p:spPr>
            <p:txBody>
              <a:bodyPr wrap="none" anchor="ctr"/>
              <a:lstStyle/>
              <a:p>
                <a:pPr algn="ctr" eaLnBrk="1" hangingPunct="1"/>
                <a:r>
                  <a:rPr lang="zh-CN" altLang="en-US" sz="1600" b="1" dirty="0">
                    <a:solidFill>
                      <a:srgbClr val="0000FF"/>
                    </a:solidFill>
                    <a:latin typeface="幼圆" pitchFamily="49" charset="-122"/>
                    <a:ea typeface="幼圆" pitchFamily="49" charset="-122"/>
                  </a:rPr>
                  <a:t>人民群众是历史的创造者</a:t>
                </a:r>
              </a:p>
            </p:txBody>
          </p:sp>
          <p:sp>
            <p:nvSpPr>
              <p:cNvPr id="53267" name="矩形 825383"/>
              <p:cNvSpPr>
                <a:spLocks noChangeArrowheads="1"/>
              </p:cNvSpPr>
              <p:nvPr/>
            </p:nvSpPr>
            <p:spPr bwMode="auto">
              <a:xfrm>
                <a:off x="2880" y="3104"/>
                <a:ext cx="1633" cy="181"/>
              </a:xfrm>
              <a:prstGeom prst="rect">
                <a:avLst/>
              </a:prstGeom>
              <a:solidFill>
                <a:srgbClr val="FFFF99"/>
              </a:solidFill>
              <a:ln w="9525">
                <a:solidFill>
                  <a:schemeClr val="tx1"/>
                </a:solidFill>
                <a:miter lim="800000"/>
                <a:headEnd/>
                <a:tailEnd/>
              </a:ln>
            </p:spPr>
            <p:txBody>
              <a:bodyPr wrap="none" anchor="ctr"/>
              <a:lstStyle/>
              <a:p>
                <a:pPr algn="ctr" eaLnBrk="1" hangingPunct="1"/>
                <a:r>
                  <a:rPr lang="zh-CN" altLang="en-US" sz="1600" b="1">
                    <a:solidFill>
                      <a:srgbClr val="0000FF"/>
                    </a:solidFill>
                    <a:latin typeface="幼圆" pitchFamily="49" charset="-122"/>
                    <a:ea typeface="幼圆" pitchFamily="49" charset="-122"/>
                  </a:rPr>
                  <a:t>个人在社会历史中的作用</a:t>
                </a:r>
              </a:p>
            </p:txBody>
          </p:sp>
          <p:sp>
            <p:nvSpPr>
              <p:cNvPr id="53268" name="直接连接符 825392"/>
              <p:cNvSpPr>
                <a:spLocks noChangeShapeType="1"/>
              </p:cNvSpPr>
              <p:nvPr/>
            </p:nvSpPr>
            <p:spPr bwMode="auto">
              <a:xfrm flipV="1">
                <a:off x="2424" y="285"/>
                <a:ext cx="227" cy="0"/>
              </a:xfrm>
              <a:prstGeom prst="line">
                <a:avLst/>
              </a:prstGeom>
              <a:noFill/>
              <a:ln w="38100">
                <a:solidFill>
                  <a:srgbClr val="800000"/>
                </a:solidFill>
                <a:round/>
                <a:headEnd/>
                <a:tailEnd type="triangle" w="med" len="med"/>
              </a:ln>
            </p:spPr>
            <p:txBody>
              <a:bodyPr/>
              <a:lstStyle/>
              <a:p>
                <a:endParaRPr lang="zh-CN" altLang="en-US"/>
              </a:p>
            </p:txBody>
          </p:sp>
          <p:sp>
            <p:nvSpPr>
              <p:cNvPr id="53269" name="直接连接符 825393"/>
              <p:cNvSpPr>
                <a:spLocks noChangeShapeType="1"/>
              </p:cNvSpPr>
              <p:nvPr/>
            </p:nvSpPr>
            <p:spPr bwMode="auto">
              <a:xfrm>
                <a:off x="2424" y="1554"/>
                <a:ext cx="227" cy="0"/>
              </a:xfrm>
              <a:prstGeom prst="line">
                <a:avLst/>
              </a:prstGeom>
              <a:noFill/>
              <a:ln w="38100">
                <a:solidFill>
                  <a:srgbClr val="800000"/>
                </a:solidFill>
                <a:round/>
                <a:headEnd/>
                <a:tailEnd type="triangle" w="med" len="med"/>
              </a:ln>
            </p:spPr>
            <p:txBody>
              <a:bodyPr/>
              <a:lstStyle/>
              <a:p>
                <a:endParaRPr lang="zh-CN" altLang="en-US"/>
              </a:p>
            </p:txBody>
          </p:sp>
          <p:sp>
            <p:nvSpPr>
              <p:cNvPr id="53270" name="直接连接符 825402"/>
              <p:cNvSpPr>
                <a:spLocks noChangeShapeType="1"/>
              </p:cNvSpPr>
              <p:nvPr/>
            </p:nvSpPr>
            <p:spPr bwMode="auto">
              <a:xfrm>
                <a:off x="2424" y="285"/>
                <a:ext cx="0" cy="1270"/>
              </a:xfrm>
              <a:prstGeom prst="line">
                <a:avLst/>
              </a:prstGeom>
              <a:noFill/>
              <a:ln w="38100">
                <a:solidFill>
                  <a:srgbClr val="800000"/>
                </a:solidFill>
                <a:round/>
                <a:headEnd/>
                <a:tailEnd/>
              </a:ln>
            </p:spPr>
            <p:txBody>
              <a:bodyPr/>
              <a:lstStyle/>
              <a:p>
                <a:endParaRPr lang="zh-CN" altLang="en-US"/>
              </a:p>
            </p:txBody>
          </p:sp>
          <p:sp>
            <p:nvSpPr>
              <p:cNvPr id="53271" name="直接连接符 825403"/>
              <p:cNvSpPr>
                <a:spLocks noChangeShapeType="1"/>
              </p:cNvSpPr>
              <p:nvPr/>
            </p:nvSpPr>
            <p:spPr bwMode="auto">
              <a:xfrm>
                <a:off x="2334" y="1010"/>
                <a:ext cx="90" cy="0"/>
              </a:xfrm>
              <a:prstGeom prst="line">
                <a:avLst/>
              </a:prstGeom>
              <a:noFill/>
              <a:ln w="38100">
                <a:solidFill>
                  <a:srgbClr val="800000"/>
                </a:solidFill>
                <a:round/>
                <a:headEnd/>
                <a:tailEnd/>
              </a:ln>
            </p:spPr>
            <p:txBody>
              <a:bodyPr/>
              <a:lstStyle/>
              <a:p>
                <a:endParaRPr lang="zh-CN" altLang="en-US"/>
              </a:p>
            </p:txBody>
          </p:sp>
          <p:sp>
            <p:nvSpPr>
              <p:cNvPr id="53272" name="矩形 825404"/>
              <p:cNvSpPr>
                <a:spLocks noChangeArrowheads="1"/>
              </p:cNvSpPr>
              <p:nvPr/>
            </p:nvSpPr>
            <p:spPr bwMode="auto">
              <a:xfrm>
                <a:off x="2109" y="194"/>
                <a:ext cx="227" cy="1360"/>
              </a:xfrm>
              <a:prstGeom prst="rect">
                <a:avLst/>
              </a:prstGeom>
              <a:solidFill>
                <a:srgbClr val="CCFFFF"/>
              </a:solidFill>
              <a:ln w="38100">
                <a:solidFill>
                  <a:srgbClr val="800000"/>
                </a:solidFill>
                <a:miter lim="800000"/>
                <a:headEnd/>
                <a:tailEnd/>
              </a:ln>
            </p:spPr>
            <p:txBody>
              <a:bodyPr vert="eaVert" wrap="none" anchor="ctr"/>
              <a:lstStyle/>
              <a:p>
                <a:pPr algn="ctr" eaLnBrk="1" hangingPunct="1"/>
                <a:r>
                  <a:rPr lang="zh-CN" altLang="en-US" sz="1400" b="1" dirty="0">
                    <a:solidFill>
                      <a:srgbClr val="FF0000"/>
                    </a:solidFill>
                    <a:ea typeface="幼圆" pitchFamily="49" charset="-122"/>
                  </a:rPr>
                  <a:t>人类社会发展的基本规律</a:t>
                </a:r>
              </a:p>
            </p:txBody>
          </p:sp>
          <p:sp>
            <p:nvSpPr>
              <p:cNvPr id="53273" name="直接连接符 825405"/>
              <p:cNvSpPr>
                <a:spLocks noChangeShapeType="1"/>
              </p:cNvSpPr>
              <p:nvPr/>
            </p:nvSpPr>
            <p:spPr bwMode="auto">
              <a:xfrm>
                <a:off x="3954" y="285"/>
                <a:ext cx="0" cy="1270"/>
              </a:xfrm>
              <a:prstGeom prst="line">
                <a:avLst/>
              </a:prstGeom>
              <a:noFill/>
              <a:ln w="38100">
                <a:solidFill>
                  <a:srgbClr val="800000"/>
                </a:solidFill>
                <a:round/>
                <a:headEnd/>
                <a:tailEnd/>
              </a:ln>
            </p:spPr>
            <p:txBody>
              <a:bodyPr/>
              <a:lstStyle/>
              <a:p>
                <a:endParaRPr lang="zh-CN" altLang="en-US"/>
              </a:p>
            </p:txBody>
          </p:sp>
          <p:sp>
            <p:nvSpPr>
              <p:cNvPr id="53274" name="直接连接符 825406"/>
              <p:cNvSpPr>
                <a:spLocks noChangeShapeType="1"/>
              </p:cNvSpPr>
              <p:nvPr/>
            </p:nvSpPr>
            <p:spPr bwMode="auto">
              <a:xfrm>
                <a:off x="3774" y="285"/>
                <a:ext cx="182" cy="0"/>
              </a:xfrm>
              <a:prstGeom prst="line">
                <a:avLst/>
              </a:prstGeom>
              <a:noFill/>
              <a:ln w="38100">
                <a:solidFill>
                  <a:srgbClr val="800000"/>
                </a:solidFill>
                <a:round/>
                <a:headEnd/>
                <a:tailEnd/>
              </a:ln>
            </p:spPr>
            <p:txBody>
              <a:bodyPr/>
              <a:lstStyle/>
              <a:p>
                <a:endParaRPr lang="zh-CN" altLang="en-US"/>
              </a:p>
            </p:txBody>
          </p:sp>
          <p:sp>
            <p:nvSpPr>
              <p:cNvPr id="53275" name="直接连接符 825407"/>
              <p:cNvSpPr>
                <a:spLocks noChangeShapeType="1"/>
              </p:cNvSpPr>
              <p:nvPr/>
            </p:nvSpPr>
            <p:spPr bwMode="auto">
              <a:xfrm>
                <a:off x="3819" y="1554"/>
                <a:ext cx="136" cy="0"/>
              </a:xfrm>
              <a:prstGeom prst="line">
                <a:avLst/>
              </a:prstGeom>
              <a:noFill/>
              <a:ln w="38100">
                <a:solidFill>
                  <a:srgbClr val="800000"/>
                </a:solidFill>
                <a:round/>
                <a:headEnd/>
                <a:tailEnd/>
              </a:ln>
            </p:spPr>
            <p:txBody>
              <a:bodyPr/>
              <a:lstStyle/>
              <a:p>
                <a:endParaRPr lang="zh-CN" altLang="en-US"/>
              </a:p>
            </p:txBody>
          </p:sp>
          <p:sp>
            <p:nvSpPr>
              <p:cNvPr id="53276" name="直接连接符 825408"/>
              <p:cNvSpPr>
                <a:spLocks noChangeShapeType="1"/>
              </p:cNvSpPr>
              <p:nvPr/>
            </p:nvSpPr>
            <p:spPr bwMode="auto">
              <a:xfrm>
                <a:off x="3954" y="919"/>
                <a:ext cx="226" cy="0"/>
              </a:xfrm>
              <a:prstGeom prst="line">
                <a:avLst/>
              </a:prstGeom>
              <a:noFill/>
              <a:ln w="38100">
                <a:solidFill>
                  <a:srgbClr val="FF0000"/>
                </a:solidFill>
                <a:round/>
                <a:headEnd/>
                <a:tailEnd type="triangle" w="sm" len="med"/>
              </a:ln>
            </p:spPr>
            <p:txBody>
              <a:bodyPr/>
              <a:lstStyle/>
              <a:p>
                <a:endParaRPr lang="zh-CN" altLang="en-US"/>
              </a:p>
            </p:txBody>
          </p:sp>
          <p:sp>
            <p:nvSpPr>
              <p:cNvPr id="53277" name="矩形 825409"/>
              <p:cNvSpPr>
                <a:spLocks noChangeArrowheads="1"/>
              </p:cNvSpPr>
              <p:nvPr/>
            </p:nvSpPr>
            <p:spPr bwMode="auto">
              <a:xfrm>
                <a:off x="4179" y="783"/>
                <a:ext cx="953" cy="181"/>
              </a:xfrm>
              <a:prstGeom prst="rect">
                <a:avLst/>
              </a:prstGeom>
              <a:solidFill>
                <a:srgbClr val="FFFF99"/>
              </a:solidFill>
              <a:ln w="9525">
                <a:solidFill>
                  <a:schemeClr val="tx1"/>
                </a:solidFill>
                <a:miter lim="800000"/>
                <a:headEnd/>
                <a:tailEnd/>
              </a:ln>
            </p:spPr>
            <p:txBody>
              <a:bodyPr wrap="none" anchor="ctr"/>
              <a:lstStyle/>
              <a:p>
                <a:pPr algn="ctr" eaLnBrk="1" hangingPunct="1"/>
                <a:r>
                  <a:rPr lang="zh-CN" altLang="en-US" sz="1600" b="1">
                    <a:solidFill>
                      <a:srgbClr val="0000FF"/>
                    </a:solidFill>
                    <a:latin typeface="幼圆" pitchFamily="49" charset="-122"/>
                    <a:ea typeface="幼圆" pitchFamily="49" charset="-122"/>
                  </a:rPr>
                  <a:t>社会形态更替</a:t>
                </a:r>
              </a:p>
            </p:txBody>
          </p:sp>
          <p:sp>
            <p:nvSpPr>
              <p:cNvPr id="53278" name="矩形 825410"/>
              <p:cNvSpPr>
                <a:spLocks noChangeArrowheads="1"/>
              </p:cNvSpPr>
              <p:nvPr/>
            </p:nvSpPr>
            <p:spPr bwMode="auto">
              <a:xfrm>
                <a:off x="1929" y="2279"/>
                <a:ext cx="680" cy="408"/>
              </a:xfrm>
              <a:prstGeom prst="rect">
                <a:avLst/>
              </a:prstGeom>
              <a:solidFill>
                <a:srgbClr val="CCFFFF"/>
              </a:solidFill>
              <a:ln w="38100">
                <a:solidFill>
                  <a:srgbClr val="800000"/>
                </a:solidFill>
                <a:miter lim="800000"/>
                <a:headEnd/>
                <a:tailEnd/>
              </a:ln>
            </p:spPr>
            <p:txBody>
              <a:bodyPr wrap="none" anchor="ctr"/>
              <a:lstStyle/>
              <a:p>
                <a:pPr algn="ctr" eaLnBrk="1" hangingPunct="1"/>
                <a:r>
                  <a:rPr lang="zh-CN" altLang="en-US" b="1">
                    <a:solidFill>
                      <a:srgbClr val="FF0000"/>
                    </a:solidFill>
                    <a:ea typeface="幼圆" pitchFamily="49" charset="-122"/>
                  </a:rPr>
                  <a:t>社会历史</a:t>
                </a:r>
              </a:p>
              <a:p>
                <a:pPr algn="ctr" eaLnBrk="1" hangingPunct="1"/>
                <a:r>
                  <a:rPr lang="zh-CN" altLang="en-US" b="1">
                    <a:solidFill>
                      <a:srgbClr val="FF0000"/>
                    </a:solidFill>
                    <a:ea typeface="幼圆" pitchFamily="49" charset="-122"/>
                  </a:rPr>
                  <a:t>发展动力</a:t>
                </a:r>
              </a:p>
            </p:txBody>
          </p:sp>
          <p:sp>
            <p:nvSpPr>
              <p:cNvPr id="53279" name="直接连接符 825411"/>
              <p:cNvSpPr>
                <a:spLocks noChangeShapeType="1"/>
              </p:cNvSpPr>
              <p:nvPr/>
            </p:nvSpPr>
            <p:spPr bwMode="auto">
              <a:xfrm>
                <a:off x="1794" y="2506"/>
                <a:ext cx="137" cy="0"/>
              </a:xfrm>
              <a:prstGeom prst="line">
                <a:avLst/>
              </a:prstGeom>
              <a:noFill/>
              <a:ln w="38100">
                <a:solidFill>
                  <a:srgbClr val="FF0000"/>
                </a:solidFill>
                <a:round/>
                <a:headEnd/>
                <a:tailEnd type="triangle" w="sm" len="med"/>
              </a:ln>
            </p:spPr>
            <p:txBody>
              <a:bodyPr/>
              <a:lstStyle/>
              <a:p>
                <a:endParaRPr lang="zh-CN" altLang="en-US"/>
              </a:p>
            </p:txBody>
          </p:sp>
          <p:sp>
            <p:nvSpPr>
              <p:cNvPr id="53280" name="直接连接符 825414"/>
              <p:cNvSpPr>
                <a:spLocks noChangeShapeType="1"/>
              </p:cNvSpPr>
              <p:nvPr/>
            </p:nvSpPr>
            <p:spPr bwMode="auto">
              <a:xfrm>
                <a:off x="1776" y="1025"/>
                <a:ext cx="0" cy="2042"/>
              </a:xfrm>
              <a:prstGeom prst="line">
                <a:avLst/>
              </a:prstGeom>
              <a:noFill/>
              <a:ln w="38100">
                <a:solidFill>
                  <a:srgbClr val="FF0000"/>
                </a:solidFill>
                <a:round/>
                <a:headEnd/>
                <a:tailEnd/>
              </a:ln>
            </p:spPr>
            <p:txBody>
              <a:bodyPr/>
              <a:lstStyle/>
              <a:p>
                <a:endParaRPr lang="zh-CN" altLang="en-US"/>
              </a:p>
            </p:txBody>
          </p:sp>
          <p:sp>
            <p:nvSpPr>
              <p:cNvPr id="53281" name="直接连接符 825415"/>
              <p:cNvSpPr>
                <a:spLocks noChangeShapeType="1"/>
              </p:cNvSpPr>
              <p:nvPr/>
            </p:nvSpPr>
            <p:spPr bwMode="auto">
              <a:xfrm>
                <a:off x="2739" y="2279"/>
                <a:ext cx="0" cy="409"/>
              </a:xfrm>
              <a:prstGeom prst="line">
                <a:avLst/>
              </a:prstGeom>
              <a:noFill/>
              <a:ln w="38100">
                <a:solidFill>
                  <a:srgbClr val="800000"/>
                </a:solidFill>
                <a:round/>
                <a:headEnd/>
                <a:tailEnd/>
              </a:ln>
            </p:spPr>
            <p:txBody>
              <a:bodyPr/>
              <a:lstStyle/>
              <a:p>
                <a:endParaRPr lang="zh-CN" altLang="en-US"/>
              </a:p>
            </p:txBody>
          </p:sp>
          <p:sp>
            <p:nvSpPr>
              <p:cNvPr id="53282" name="直接连接符 825416"/>
              <p:cNvSpPr>
                <a:spLocks noChangeShapeType="1"/>
              </p:cNvSpPr>
              <p:nvPr/>
            </p:nvSpPr>
            <p:spPr bwMode="auto">
              <a:xfrm flipV="1">
                <a:off x="2739" y="2279"/>
                <a:ext cx="227" cy="0"/>
              </a:xfrm>
              <a:prstGeom prst="line">
                <a:avLst/>
              </a:prstGeom>
              <a:noFill/>
              <a:ln w="38100">
                <a:solidFill>
                  <a:srgbClr val="800000"/>
                </a:solidFill>
                <a:round/>
                <a:headEnd/>
                <a:tailEnd type="triangle" w="med" len="med"/>
              </a:ln>
            </p:spPr>
            <p:txBody>
              <a:bodyPr/>
              <a:lstStyle/>
              <a:p>
                <a:endParaRPr lang="zh-CN" altLang="en-US"/>
              </a:p>
            </p:txBody>
          </p:sp>
          <p:sp>
            <p:nvSpPr>
              <p:cNvPr id="53283" name="直接连接符 825417"/>
              <p:cNvSpPr>
                <a:spLocks noChangeShapeType="1"/>
              </p:cNvSpPr>
              <p:nvPr/>
            </p:nvSpPr>
            <p:spPr bwMode="auto">
              <a:xfrm flipV="1">
                <a:off x="2739" y="2687"/>
                <a:ext cx="227" cy="0"/>
              </a:xfrm>
              <a:prstGeom prst="line">
                <a:avLst/>
              </a:prstGeom>
              <a:noFill/>
              <a:ln w="38100">
                <a:solidFill>
                  <a:srgbClr val="800000"/>
                </a:solidFill>
                <a:round/>
                <a:headEnd/>
                <a:tailEnd type="triangle" w="med" len="med"/>
              </a:ln>
            </p:spPr>
            <p:txBody>
              <a:bodyPr/>
              <a:lstStyle/>
              <a:p>
                <a:endParaRPr lang="zh-CN" altLang="en-US"/>
              </a:p>
            </p:txBody>
          </p:sp>
          <p:sp>
            <p:nvSpPr>
              <p:cNvPr id="53284" name="直接连接符 825418"/>
              <p:cNvSpPr>
                <a:spLocks noChangeShapeType="1"/>
              </p:cNvSpPr>
              <p:nvPr/>
            </p:nvSpPr>
            <p:spPr bwMode="auto">
              <a:xfrm>
                <a:off x="2604" y="2461"/>
                <a:ext cx="138" cy="0"/>
              </a:xfrm>
              <a:prstGeom prst="line">
                <a:avLst/>
              </a:prstGeom>
              <a:noFill/>
              <a:ln w="38100">
                <a:solidFill>
                  <a:srgbClr val="800000"/>
                </a:solidFill>
                <a:round/>
                <a:headEnd/>
                <a:tailEnd/>
              </a:ln>
            </p:spPr>
            <p:txBody>
              <a:bodyPr/>
              <a:lstStyle/>
              <a:p>
                <a:endParaRPr lang="zh-CN" altLang="en-US"/>
              </a:p>
            </p:txBody>
          </p:sp>
          <p:sp>
            <p:nvSpPr>
              <p:cNvPr id="53285" name="矩形 825419"/>
              <p:cNvSpPr>
                <a:spLocks noChangeArrowheads="1"/>
              </p:cNvSpPr>
              <p:nvPr/>
            </p:nvSpPr>
            <p:spPr bwMode="auto">
              <a:xfrm>
                <a:off x="1920" y="2911"/>
                <a:ext cx="680" cy="272"/>
              </a:xfrm>
              <a:prstGeom prst="rect">
                <a:avLst/>
              </a:prstGeom>
              <a:solidFill>
                <a:srgbClr val="CCFFFF"/>
              </a:solidFill>
              <a:ln w="38100">
                <a:solidFill>
                  <a:srgbClr val="800000"/>
                </a:solidFill>
                <a:miter lim="800000"/>
                <a:headEnd/>
                <a:tailEnd/>
              </a:ln>
            </p:spPr>
            <p:txBody>
              <a:bodyPr wrap="none" anchor="ctr"/>
              <a:lstStyle/>
              <a:p>
                <a:pPr algn="ctr" eaLnBrk="1" hangingPunct="1"/>
                <a:r>
                  <a:rPr lang="zh-CN" altLang="en-US" b="1">
                    <a:solidFill>
                      <a:srgbClr val="FF0000"/>
                    </a:solidFill>
                    <a:ea typeface="幼圆" pitchFamily="49" charset="-122"/>
                  </a:rPr>
                  <a:t>群众史观</a:t>
                </a:r>
              </a:p>
            </p:txBody>
          </p:sp>
          <p:sp>
            <p:nvSpPr>
              <p:cNvPr id="53286" name="矩形 825420"/>
              <p:cNvSpPr>
                <a:spLocks noChangeArrowheads="1"/>
              </p:cNvSpPr>
              <p:nvPr/>
            </p:nvSpPr>
            <p:spPr bwMode="auto">
              <a:xfrm>
                <a:off x="793" y="3491"/>
                <a:ext cx="771" cy="227"/>
              </a:xfrm>
              <a:prstGeom prst="rect">
                <a:avLst/>
              </a:prstGeom>
              <a:solidFill>
                <a:srgbClr val="CCFFFF"/>
              </a:solidFill>
              <a:ln w="9525">
                <a:solidFill>
                  <a:schemeClr val="tx1"/>
                </a:solidFill>
                <a:miter lim="800000"/>
                <a:headEnd/>
                <a:tailEnd/>
              </a:ln>
            </p:spPr>
            <p:txBody>
              <a:bodyPr wrap="none" anchor="ctr"/>
              <a:lstStyle/>
              <a:p>
                <a:pPr algn="ctr" eaLnBrk="1" hangingPunct="1"/>
                <a:r>
                  <a:rPr lang="zh-CN" altLang="en-US" b="1">
                    <a:solidFill>
                      <a:srgbClr val="0000CC"/>
                    </a:solidFill>
                    <a:ea typeface="幼圆" pitchFamily="49" charset="-122"/>
                  </a:rPr>
                  <a:t>精神发展史</a:t>
                </a:r>
              </a:p>
            </p:txBody>
          </p:sp>
          <p:sp>
            <p:nvSpPr>
              <p:cNvPr id="53287" name="矩形 825421"/>
              <p:cNvSpPr>
                <a:spLocks noChangeArrowheads="1"/>
              </p:cNvSpPr>
              <p:nvPr/>
            </p:nvSpPr>
            <p:spPr bwMode="auto">
              <a:xfrm>
                <a:off x="2064" y="3475"/>
                <a:ext cx="680" cy="273"/>
              </a:xfrm>
              <a:prstGeom prst="rect">
                <a:avLst/>
              </a:prstGeom>
              <a:solidFill>
                <a:srgbClr val="CCFFFF"/>
              </a:solidFill>
              <a:ln w="38100">
                <a:solidFill>
                  <a:srgbClr val="000000"/>
                </a:solidFill>
                <a:miter lim="800000"/>
                <a:headEnd/>
                <a:tailEnd/>
              </a:ln>
            </p:spPr>
            <p:txBody>
              <a:bodyPr wrap="none" anchor="ctr"/>
              <a:lstStyle/>
              <a:p>
                <a:pPr algn="ctr" eaLnBrk="1" hangingPunct="1"/>
                <a:r>
                  <a:rPr lang="zh-CN" altLang="en-US" b="1">
                    <a:solidFill>
                      <a:srgbClr val="0000FF"/>
                    </a:solidFill>
                    <a:ea typeface="幼圆" pitchFamily="49" charset="-122"/>
                  </a:rPr>
                  <a:t>英雄史观</a:t>
                </a:r>
              </a:p>
            </p:txBody>
          </p:sp>
          <p:sp>
            <p:nvSpPr>
              <p:cNvPr id="53288" name="直接连接符 825422"/>
              <p:cNvSpPr>
                <a:spLocks noChangeShapeType="1"/>
              </p:cNvSpPr>
              <p:nvPr/>
            </p:nvSpPr>
            <p:spPr bwMode="auto">
              <a:xfrm>
                <a:off x="1565" y="3612"/>
                <a:ext cx="499" cy="0"/>
              </a:xfrm>
              <a:prstGeom prst="line">
                <a:avLst/>
              </a:prstGeom>
              <a:noFill/>
              <a:ln w="28575">
                <a:solidFill>
                  <a:schemeClr val="tx1"/>
                </a:solidFill>
                <a:round/>
                <a:headEnd/>
                <a:tailEnd type="triangle" w="med" len="med"/>
              </a:ln>
            </p:spPr>
            <p:txBody>
              <a:bodyPr/>
              <a:lstStyle/>
              <a:p>
                <a:endParaRPr lang="zh-CN" altLang="en-US"/>
              </a:p>
            </p:txBody>
          </p:sp>
          <p:sp>
            <p:nvSpPr>
              <p:cNvPr id="53289" name="椭圆 825423"/>
              <p:cNvSpPr>
                <a:spLocks noChangeArrowheads="1"/>
              </p:cNvSpPr>
              <p:nvPr/>
            </p:nvSpPr>
            <p:spPr bwMode="auto">
              <a:xfrm>
                <a:off x="884" y="1525"/>
                <a:ext cx="590" cy="181"/>
              </a:xfrm>
              <a:prstGeom prst="ellipse">
                <a:avLst/>
              </a:prstGeom>
              <a:solidFill>
                <a:schemeClr val="accent1"/>
              </a:solidFill>
              <a:ln w="9525">
                <a:solidFill>
                  <a:schemeClr val="tx1"/>
                </a:solidFill>
                <a:round/>
                <a:headEnd/>
                <a:tailEnd/>
              </a:ln>
            </p:spPr>
            <p:txBody>
              <a:bodyPr wrap="none" anchor="ctr"/>
              <a:lstStyle/>
              <a:p>
                <a:pPr algn="ctr" eaLnBrk="1" hangingPunct="1"/>
                <a:r>
                  <a:rPr lang="zh-CN" altLang="en-US" sz="1400" b="1">
                    <a:solidFill>
                      <a:srgbClr val="0000CC"/>
                    </a:solidFill>
                    <a:ea typeface="幼圆" pitchFamily="49" charset="-122"/>
                  </a:rPr>
                  <a:t>社会意识</a:t>
                </a:r>
              </a:p>
            </p:txBody>
          </p:sp>
          <p:sp>
            <p:nvSpPr>
              <p:cNvPr id="53290" name="椭圆 825424"/>
              <p:cNvSpPr>
                <a:spLocks noChangeArrowheads="1"/>
              </p:cNvSpPr>
              <p:nvPr/>
            </p:nvSpPr>
            <p:spPr bwMode="auto">
              <a:xfrm>
                <a:off x="1020" y="1706"/>
                <a:ext cx="544" cy="136"/>
              </a:xfrm>
              <a:prstGeom prst="ellipse">
                <a:avLst/>
              </a:prstGeom>
              <a:solidFill>
                <a:schemeClr val="accent1"/>
              </a:solidFill>
              <a:ln w="9525">
                <a:solidFill>
                  <a:schemeClr val="tx1"/>
                </a:solidFill>
                <a:round/>
                <a:headEnd/>
                <a:tailEnd/>
              </a:ln>
            </p:spPr>
            <p:txBody>
              <a:bodyPr wrap="none" anchor="ctr"/>
              <a:lstStyle/>
              <a:p>
                <a:pPr algn="ctr" eaLnBrk="1" hangingPunct="1"/>
                <a:r>
                  <a:rPr lang="zh-CN" altLang="en-US" sz="1400" b="1">
                    <a:solidFill>
                      <a:srgbClr val="0000CC"/>
                    </a:solidFill>
                    <a:ea typeface="幼圆" pitchFamily="49" charset="-122"/>
                  </a:rPr>
                  <a:t>二者关系</a:t>
                </a:r>
              </a:p>
            </p:txBody>
          </p:sp>
          <p:sp>
            <p:nvSpPr>
              <p:cNvPr id="53291" name="椭圆 825426"/>
              <p:cNvSpPr>
                <a:spLocks noChangeArrowheads="1"/>
              </p:cNvSpPr>
              <p:nvPr/>
            </p:nvSpPr>
            <p:spPr bwMode="auto">
              <a:xfrm>
                <a:off x="4089" y="1010"/>
                <a:ext cx="1305" cy="499"/>
              </a:xfrm>
              <a:prstGeom prst="ellipse">
                <a:avLst/>
              </a:prstGeom>
              <a:solidFill>
                <a:schemeClr val="accent1"/>
              </a:solidFill>
              <a:ln w="9525">
                <a:solidFill>
                  <a:schemeClr val="tx1"/>
                </a:solidFill>
                <a:round/>
                <a:headEnd/>
                <a:tailEnd/>
              </a:ln>
            </p:spPr>
            <p:txBody>
              <a:bodyPr wrap="none" anchor="ctr"/>
              <a:lstStyle/>
              <a:p>
                <a:pPr algn="ctr" eaLnBrk="1" hangingPunct="1"/>
                <a:r>
                  <a:rPr lang="zh-CN" altLang="en-US" sz="1600" b="1" dirty="0">
                    <a:solidFill>
                      <a:srgbClr val="0000CC"/>
                    </a:solidFill>
                    <a:ea typeface="幼圆" pitchFamily="49" charset="-122"/>
                  </a:rPr>
                  <a:t>统一、多样</a:t>
                </a:r>
                <a:r>
                  <a:rPr lang="zh-CN" altLang="en-US" sz="1600" b="1" dirty="0" smtClean="0">
                    <a:solidFill>
                      <a:srgbClr val="0000CC"/>
                    </a:solidFill>
                    <a:ea typeface="幼圆" pitchFamily="49" charset="-122"/>
                  </a:rPr>
                  <a:t>、</a:t>
                </a:r>
                <a:endParaRPr lang="en-US" altLang="zh-CN" sz="1600" b="1" dirty="0" smtClean="0">
                  <a:solidFill>
                    <a:srgbClr val="0000CC"/>
                  </a:solidFill>
                  <a:ea typeface="幼圆" pitchFamily="49" charset="-122"/>
                </a:endParaRPr>
              </a:p>
              <a:p>
                <a:pPr algn="ctr" eaLnBrk="1" hangingPunct="1"/>
                <a:r>
                  <a:rPr lang="zh-CN" altLang="en-US" sz="1600" b="1" dirty="0" smtClean="0">
                    <a:solidFill>
                      <a:srgbClr val="0000CC"/>
                    </a:solidFill>
                    <a:ea typeface="幼圆" pitchFamily="49" charset="-122"/>
                  </a:rPr>
                  <a:t>必然</a:t>
                </a:r>
                <a:r>
                  <a:rPr lang="zh-CN" altLang="en-US" sz="1600" b="1" dirty="0">
                    <a:solidFill>
                      <a:srgbClr val="0000CC"/>
                    </a:solidFill>
                    <a:ea typeface="幼圆" pitchFamily="49" charset="-122"/>
                  </a:rPr>
                  <a:t>、选择</a:t>
                </a:r>
                <a:r>
                  <a:rPr lang="zh-CN" altLang="en-US" sz="1600" b="1" dirty="0" smtClean="0">
                    <a:solidFill>
                      <a:srgbClr val="0000CC"/>
                    </a:solidFill>
                    <a:ea typeface="幼圆" pitchFamily="49" charset="-122"/>
                  </a:rPr>
                  <a:t>、</a:t>
                </a:r>
                <a:endParaRPr lang="en-US" altLang="zh-CN" sz="1600" b="1" dirty="0" smtClean="0">
                  <a:solidFill>
                    <a:srgbClr val="0000CC"/>
                  </a:solidFill>
                  <a:ea typeface="幼圆" pitchFamily="49" charset="-122"/>
                </a:endParaRPr>
              </a:p>
              <a:p>
                <a:pPr algn="ctr" eaLnBrk="1" hangingPunct="1"/>
                <a:r>
                  <a:rPr lang="zh-CN" altLang="en-US" sz="1600" b="1" dirty="0" smtClean="0">
                    <a:solidFill>
                      <a:srgbClr val="0000CC"/>
                    </a:solidFill>
                    <a:ea typeface="幼圆" pitchFamily="49" charset="-122"/>
                  </a:rPr>
                  <a:t>前进</a:t>
                </a:r>
                <a:r>
                  <a:rPr lang="zh-CN" altLang="en-US" sz="1600" b="1" dirty="0">
                    <a:solidFill>
                      <a:srgbClr val="0000CC"/>
                    </a:solidFill>
                    <a:ea typeface="幼圆" pitchFamily="49" charset="-122"/>
                  </a:rPr>
                  <a:t>、曲折</a:t>
                </a:r>
              </a:p>
            </p:txBody>
          </p:sp>
          <p:sp>
            <p:nvSpPr>
              <p:cNvPr id="53292" name="直接连接符 825427"/>
              <p:cNvSpPr>
                <a:spLocks noChangeShapeType="1"/>
              </p:cNvSpPr>
              <p:nvPr/>
            </p:nvSpPr>
            <p:spPr bwMode="auto">
              <a:xfrm flipH="1">
                <a:off x="3144" y="375"/>
                <a:ext cx="1" cy="1089"/>
              </a:xfrm>
              <a:prstGeom prst="line">
                <a:avLst/>
              </a:prstGeom>
              <a:noFill/>
              <a:ln w="28575">
                <a:solidFill>
                  <a:schemeClr val="tx1"/>
                </a:solidFill>
                <a:round/>
                <a:headEnd type="triangle" w="med" len="med"/>
                <a:tailEnd type="triangle" w="med" len="med"/>
              </a:ln>
            </p:spPr>
            <p:txBody>
              <a:bodyPr/>
              <a:lstStyle/>
              <a:p>
                <a:endParaRPr lang="zh-CN" altLang="en-US"/>
              </a:p>
            </p:txBody>
          </p:sp>
          <p:sp>
            <p:nvSpPr>
              <p:cNvPr id="53293" name="椭圆 825428"/>
              <p:cNvSpPr>
                <a:spLocks noChangeArrowheads="1"/>
              </p:cNvSpPr>
              <p:nvPr/>
            </p:nvSpPr>
            <p:spPr bwMode="auto">
              <a:xfrm>
                <a:off x="2784" y="783"/>
                <a:ext cx="726" cy="317"/>
              </a:xfrm>
              <a:prstGeom prst="ellipse">
                <a:avLst/>
              </a:prstGeom>
              <a:solidFill>
                <a:schemeClr val="accent1"/>
              </a:solidFill>
              <a:ln w="9525">
                <a:solidFill>
                  <a:schemeClr val="tx1"/>
                </a:solidFill>
                <a:round/>
                <a:headEnd/>
                <a:tailEnd/>
              </a:ln>
            </p:spPr>
            <p:txBody>
              <a:bodyPr wrap="none" anchor="ctr"/>
              <a:lstStyle/>
              <a:p>
                <a:pPr algn="ctr" eaLnBrk="1" hangingPunct="1"/>
                <a:r>
                  <a:rPr lang="zh-CN" altLang="en-US" sz="1600" b="1">
                    <a:solidFill>
                      <a:srgbClr val="0000CC"/>
                    </a:solidFill>
                    <a:ea typeface="幼圆" pitchFamily="49" charset="-122"/>
                  </a:rPr>
                  <a:t>一定要适合</a:t>
                </a:r>
              </a:p>
            </p:txBody>
          </p:sp>
          <p:sp>
            <p:nvSpPr>
              <p:cNvPr id="53294" name="椭圆 825429"/>
              <p:cNvSpPr>
                <a:spLocks noChangeArrowheads="1"/>
              </p:cNvSpPr>
              <p:nvPr/>
            </p:nvSpPr>
            <p:spPr bwMode="auto">
              <a:xfrm>
                <a:off x="4558" y="2750"/>
                <a:ext cx="635" cy="182"/>
              </a:xfrm>
              <a:prstGeom prst="ellipse">
                <a:avLst/>
              </a:prstGeom>
              <a:solidFill>
                <a:schemeClr val="accent1"/>
              </a:solidFill>
              <a:ln w="9525">
                <a:solidFill>
                  <a:schemeClr val="tx1"/>
                </a:solidFill>
                <a:round/>
                <a:headEnd/>
                <a:tailEnd/>
              </a:ln>
            </p:spPr>
            <p:txBody>
              <a:bodyPr wrap="none" anchor="ctr"/>
              <a:lstStyle/>
              <a:p>
                <a:pPr algn="ctr" eaLnBrk="1" hangingPunct="1"/>
                <a:r>
                  <a:rPr lang="zh-CN" altLang="en-US" sz="1400" b="1">
                    <a:solidFill>
                      <a:srgbClr val="0000CC"/>
                    </a:solidFill>
                    <a:ea typeface="幼圆" pitchFamily="49" charset="-122"/>
                  </a:rPr>
                  <a:t>决定作用</a:t>
                </a:r>
              </a:p>
            </p:txBody>
          </p:sp>
          <p:sp>
            <p:nvSpPr>
              <p:cNvPr id="53295" name="椭圆 825430"/>
              <p:cNvSpPr>
                <a:spLocks noChangeArrowheads="1"/>
              </p:cNvSpPr>
              <p:nvPr/>
            </p:nvSpPr>
            <p:spPr bwMode="auto">
              <a:xfrm>
                <a:off x="4512" y="3201"/>
                <a:ext cx="993" cy="590"/>
              </a:xfrm>
              <a:prstGeom prst="ellipse">
                <a:avLst/>
              </a:prstGeom>
              <a:solidFill>
                <a:schemeClr val="accent1"/>
              </a:solidFill>
              <a:ln w="9525">
                <a:solidFill>
                  <a:schemeClr val="tx1"/>
                </a:solidFill>
                <a:round/>
                <a:headEnd/>
                <a:tailEnd/>
              </a:ln>
            </p:spPr>
            <p:txBody>
              <a:bodyPr wrap="none" anchor="ctr"/>
              <a:lstStyle/>
              <a:p>
                <a:pPr algn="ctr" eaLnBrk="1" hangingPunct="1"/>
                <a:r>
                  <a:rPr lang="zh-CN" altLang="en-US" sz="1400" b="1" dirty="0">
                    <a:solidFill>
                      <a:srgbClr val="0000CC"/>
                    </a:solidFill>
                    <a:ea typeface="幼圆" pitchFamily="49" charset="-122"/>
                  </a:rPr>
                  <a:t>普通个人与历史人物</a:t>
                </a:r>
              </a:p>
              <a:p>
                <a:pPr algn="ctr" eaLnBrk="1" hangingPunct="1"/>
                <a:r>
                  <a:rPr lang="zh-CN" altLang="en-US" sz="1400" b="1" dirty="0">
                    <a:solidFill>
                      <a:srgbClr val="0000CC"/>
                    </a:solidFill>
                    <a:ea typeface="幼圆" pitchFamily="49" charset="-122"/>
                  </a:rPr>
                  <a:t>杰出人物的历史作用</a:t>
                </a:r>
              </a:p>
              <a:p>
                <a:pPr algn="ctr" eaLnBrk="1" hangingPunct="1"/>
                <a:r>
                  <a:rPr lang="zh-CN" altLang="en-US" sz="1400" b="1" dirty="0">
                    <a:solidFill>
                      <a:srgbClr val="0000CC"/>
                    </a:solidFill>
                    <a:ea typeface="幼圆" pitchFamily="49" charset="-122"/>
                  </a:rPr>
                  <a:t>评价历史人物的科学方法</a:t>
                </a:r>
              </a:p>
            </p:txBody>
          </p:sp>
          <p:sp>
            <p:nvSpPr>
              <p:cNvPr id="53296" name="矩形 825431"/>
              <p:cNvSpPr>
                <a:spLocks noChangeArrowheads="1"/>
              </p:cNvSpPr>
              <p:nvPr/>
            </p:nvSpPr>
            <p:spPr bwMode="auto">
              <a:xfrm>
                <a:off x="3024" y="3588"/>
                <a:ext cx="1361" cy="272"/>
              </a:xfrm>
              <a:prstGeom prst="rect">
                <a:avLst/>
              </a:prstGeom>
              <a:solidFill>
                <a:srgbClr val="CCFFFF"/>
              </a:solidFill>
              <a:ln w="38100">
                <a:solidFill>
                  <a:srgbClr val="800000"/>
                </a:solidFill>
                <a:miter lim="800000"/>
                <a:headEnd/>
                <a:tailEnd/>
              </a:ln>
            </p:spPr>
            <p:txBody>
              <a:bodyPr wrap="none" anchor="ctr"/>
              <a:lstStyle/>
              <a:p>
                <a:pPr algn="ctr" eaLnBrk="1" hangingPunct="1"/>
                <a:r>
                  <a:rPr lang="zh-CN" altLang="en-US" sz="1600" b="1">
                    <a:solidFill>
                      <a:srgbClr val="FF0000"/>
                    </a:solidFill>
                    <a:ea typeface="幼圆" pitchFamily="49" charset="-122"/>
                  </a:rPr>
                  <a:t>如何评价无产阶级领袖</a:t>
                </a:r>
              </a:p>
            </p:txBody>
          </p:sp>
          <p:sp>
            <p:nvSpPr>
              <p:cNvPr id="53297" name="直接连接符 825432"/>
              <p:cNvSpPr>
                <a:spLocks noChangeShapeType="1"/>
              </p:cNvSpPr>
              <p:nvPr/>
            </p:nvSpPr>
            <p:spPr bwMode="auto">
              <a:xfrm>
                <a:off x="3648" y="3298"/>
                <a:ext cx="0" cy="293"/>
              </a:xfrm>
              <a:prstGeom prst="line">
                <a:avLst/>
              </a:prstGeom>
              <a:noFill/>
              <a:ln w="38100">
                <a:solidFill>
                  <a:srgbClr val="800000"/>
                </a:solidFill>
                <a:round/>
                <a:headEnd/>
                <a:tailEnd type="triangle" w="med" len="med"/>
              </a:ln>
            </p:spPr>
            <p:txBody>
              <a:bodyPr/>
              <a:lstStyle/>
              <a:p>
                <a:endParaRPr lang="zh-CN" altLang="en-US"/>
              </a:p>
            </p:txBody>
          </p:sp>
          <p:sp>
            <p:nvSpPr>
              <p:cNvPr id="53298" name="直接连接符 825433"/>
              <p:cNvSpPr>
                <a:spLocks noChangeShapeType="1"/>
              </p:cNvSpPr>
              <p:nvPr/>
            </p:nvSpPr>
            <p:spPr bwMode="auto">
              <a:xfrm>
                <a:off x="1776" y="3056"/>
                <a:ext cx="137" cy="0"/>
              </a:xfrm>
              <a:prstGeom prst="line">
                <a:avLst/>
              </a:prstGeom>
              <a:noFill/>
              <a:ln w="38100">
                <a:solidFill>
                  <a:srgbClr val="FF0000"/>
                </a:solidFill>
                <a:round/>
                <a:headEnd/>
                <a:tailEnd type="triangle" w="sm" len="med"/>
              </a:ln>
            </p:spPr>
            <p:txBody>
              <a:bodyPr/>
              <a:lstStyle/>
              <a:p>
                <a:endParaRPr lang="zh-CN" altLang="en-US"/>
              </a:p>
            </p:txBody>
          </p:sp>
          <p:sp>
            <p:nvSpPr>
              <p:cNvPr id="53299" name="直接连接符 825434"/>
              <p:cNvSpPr>
                <a:spLocks noChangeShapeType="1"/>
              </p:cNvSpPr>
              <p:nvPr/>
            </p:nvSpPr>
            <p:spPr bwMode="auto">
              <a:xfrm>
                <a:off x="2688" y="2911"/>
                <a:ext cx="0" cy="318"/>
              </a:xfrm>
              <a:prstGeom prst="line">
                <a:avLst/>
              </a:prstGeom>
              <a:noFill/>
              <a:ln w="38100">
                <a:solidFill>
                  <a:srgbClr val="800000"/>
                </a:solidFill>
                <a:round/>
                <a:headEnd/>
                <a:tailEnd/>
              </a:ln>
            </p:spPr>
            <p:txBody>
              <a:bodyPr/>
              <a:lstStyle/>
              <a:p>
                <a:endParaRPr lang="zh-CN" altLang="en-US"/>
              </a:p>
            </p:txBody>
          </p:sp>
          <p:sp>
            <p:nvSpPr>
              <p:cNvPr id="53300" name="直接连接符 825435"/>
              <p:cNvSpPr>
                <a:spLocks noChangeShapeType="1"/>
              </p:cNvSpPr>
              <p:nvPr/>
            </p:nvSpPr>
            <p:spPr bwMode="auto">
              <a:xfrm flipV="1">
                <a:off x="2688" y="2911"/>
                <a:ext cx="181" cy="0"/>
              </a:xfrm>
              <a:prstGeom prst="line">
                <a:avLst/>
              </a:prstGeom>
              <a:noFill/>
              <a:ln w="38100">
                <a:solidFill>
                  <a:srgbClr val="800000"/>
                </a:solidFill>
                <a:round/>
                <a:headEnd/>
                <a:tailEnd type="triangle" w="med" len="med"/>
              </a:ln>
            </p:spPr>
            <p:txBody>
              <a:bodyPr/>
              <a:lstStyle/>
              <a:p>
                <a:endParaRPr lang="zh-CN" altLang="en-US"/>
              </a:p>
            </p:txBody>
          </p:sp>
          <p:sp>
            <p:nvSpPr>
              <p:cNvPr id="53301" name="直接连接符 825436"/>
              <p:cNvSpPr>
                <a:spLocks noChangeShapeType="1"/>
              </p:cNvSpPr>
              <p:nvPr/>
            </p:nvSpPr>
            <p:spPr bwMode="auto">
              <a:xfrm flipV="1">
                <a:off x="2688" y="3201"/>
                <a:ext cx="181" cy="0"/>
              </a:xfrm>
              <a:prstGeom prst="line">
                <a:avLst/>
              </a:prstGeom>
              <a:noFill/>
              <a:ln w="38100">
                <a:solidFill>
                  <a:srgbClr val="800000"/>
                </a:solidFill>
                <a:round/>
                <a:headEnd/>
                <a:tailEnd type="triangle" w="med" len="med"/>
              </a:ln>
            </p:spPr>
            <p:txBody>
              <a:bodyPr/>
              <a:lstStyle/>
              <a:p>
                <a:endParaRPr lang="zh-CN" altLang="en-US"/>
              </a:p>
            </p:txBody>
          </p:sp>
          <p:sp>
            <p:nvSpPr>
              <p:cNvPr id="53302" name="直接连接符 825437"/>
              <p:cNvSpPr>
                <a:spLocks noChangeShapeType="1"/>
              </p:cNvSpPr>
              <p:nvPr/>
            </p:nvSpPr>
            <p:spPr bwMode="auto">
              <a:xfrm>
                <a:off x="2592" y="3056"/>
                <a:ext cx="90" cy="0"/>
              </a:xfrm>
              <a:prstGeom prst="line">
                <a:avLst/>
              </a:prstGeom>
              <a:noFill/>
              <a:ln w="38100">
                <a:solidFill>
                  <a:srgbClr val="800000"/>
                </a:solidFill>
                <a:round/>
                <a:headEnd/>
                <a:tailEnd/>
              </a:ln>
            </p:spPr>
            <p:txBody>
              <a:bodyPr/>
              <a:lstStyle/>
              <a:p>
                <a:endParaRPr lang="zh-CN" altLang="en-US"/>
              </a:p>
            </p:txBody>
          </p:sp>
          <p:sp>
            <p:nvSpPr>
              <p:cNvPr id="53303" name="矩形 825438"/>
              <p:cNvSpPr>
                <a:spLocks noChangeArrowheads="1"/>
              </p:cNvSpPr>
              <p:nvPr/>
            </p:nvSpPr>
            <p:spPr bwMode="auto">
              <a:xfrm>
                <a:off x="476" y="754"/>
                <a:ext cx="272" cy="635"/>
              </a:xfrm>
              <a:prstGeom prst="rect">
                <a:avLst/>
              </a:prstGeom>
              <a:solidFill>
                <a:srgbClr val="CCFFFF"/>
              </a:solidFill>
              <a:ln w="9525">
                <a:solidFill>
                  <a:schemeClr val="tx1"/>
                </a:solidFill>
                <a:miter lim="800000"/>
                <a:headEnd/>
                <a:tailEnd/>
              </a:ln>
            </p:spPr>
            <p:txBody>
              <a:bodyPr vert="eaVert" wrap="none" anchor="ctr"/>
              <a:lstStyle/>
              <a:p>
                <a:pPr algn="ctr" eaLnBrk="1" hangingPunct="1"/>
                <a:r>
                  <a:rPr lang="zh-CN" altLang="en-US" b="1">
                    <a:solidFill>
                      <a:srgbClr val="FF0000"/>
                    </a:solidFill>
                    <a:ea typeface="幼圆" pitchFamily="49" charset="-122"/>
                  </a:rPr>
                  <a:t>唯物史观</a:t>
                </a:r>
              </a:p>
            </p:txBody>
          </p:sp>
        </p:grpSp>
      </p:grpSp>
      <p:sp>
        <p:nvSpPr>
          <p:cNvPr id="109" name="矩形 825431"/>
          <p:cNvSpPr>
            <a:spLocks noChangeArrowheads="1"/>
          </p:cNvSpPr>
          <p:nvPr/>
        </p:nvSpPr>
        <p:spPr bwMode="auto">
          <a:xfrm>
            <a:off x="4267200" y="6248400"/>
            <a:ext cx="3581400" cy="428744"/>
          </a:xfrm>
          <a:prstGeom prst="rect">
            <a:avLst/>
          </a:prstGeom>
          <a:solidFill>
            <a:srgbClr val="CCFFFF"/>
          </a:solidFill>
          <a:ln w="38100">
            <a:solidFill>
              <a:srgbClr val="800000"/>
            </a:solidFill>
            <a:miter lim="800000"/>
            <a:headEnd/>
            <a:tailEnd/>
          </a:ln>
        </p:spPr>
        <p:txBody>
          <a:bodyPr wrap="none" anchor="ctr"/>
          <a:lstStyle/>
          <a:p>
            <a:pPr algn="ctr" eaLnBrk="1" hangingPunct="1"/>
            <a:r>
              <a:rPr lang="zh-CN" altLang="en-US" sz="1600" b="1" dirty="0" smtClean="0">
                <a:solidFill>
                  <a:srgbClr val="FF0000"/>
                </a:solidFill>
                <a:ea typeface="幼圆" pitchFamily="49" charset="-122"/>
              </a:rPr>
              <a:t>正确处理群众、阶级、政党、领袖关系</a:t>
            </a:r>
            <a:endParaRPr lang="zh-CN" altLang="en-US" sz="1600" b="1" dirty="0">
              <a:solidFill>
                <a:srgbClr val="FF0000"/>
              </a:solidFill>
              <a:ea typeface="幼圆" pitchFamily="49" charset="-122"/>
            </a:endParaRPr>
          </a:p>
        </p:txBody>
      </p:sp>
      <p:sp>
        <p:nvSpPr>
          <p:cNvPr id="110" name="直接连接符 825432"/>
          <p:cNvSpPr>
            <a:spLocks noChangeShapeType="1"/>
          </p:cNvSpPr>
          <p:nvPr/>
        </p:nvSpPr>
        <p:spPr bwMode="auto">
          <a:xfrm>
            <a:off x="5943600" y="6019801"/>
            <a:ext cx="0" cy="228600"/>
          </a:xfrm>
          <a:prstGeom prst="line">
            <a:avLst/>
          </a:prstGeom>
          <a:noFill/>
          <a:ln w="38100">
            <a:solidFill>
              <a:srgbClr val="800000"/>
            </a:solidFill>
            <a:round/>
            <a:headEnd/>
            <a:tailEnd type="triangle" w="med" len="med"/>
          </a:ln>
        </p:spPr>
        <p:txBody>
          <a:bodyPr/>
          <a:lstStyle/>
          <a:p>
            <a:endParaRPr lang="zh-CN" altLang="en-US"/>
          </a:p>
        </p:txBody>
      </p:sp>
      <p:sp>
        <p:nvSpPr>
          <p:cNvPr id="58" name="矩形 876569"/>
          <p:cNvSpPr>
            <a:spLocks noChangeArrowheads="1"/>
          </p:cNvSpPr>
          <p:nvPr/>
        </p:nvSpPr>
        <p:spPr bwMode="auto">
          <a:xfrm>
            <a:off x="3071802" y="2643182"/>
            <a:ext cx="1714512" cy="431800"/>
          </a:xfrm>
          <a:prstGeom prst="rect">
            <a:avLst/>
          </a:prstGeom>
          <a:solidFill>
            <a:srgbClr val="CCFFFF"/>
          </a:solidFill>
          <a:ln w="38100">
            <a:solidFill>
              <a:srgbClr val="800000"/>
            </a:solidFill>
            <a:miter lim="800000"/>
            <a:headEnd/>
            <a:tailEnd/>
          </a:ln>
        </p:spPr>
        <p:txBody>
          <a:bodyPr wrap="none" anchor="ctr"/>
          <a:lstStyle/>
          <a:p>
            <a:pPr algn="ctr" eaLnBrk="1" hangingPunct="1"/>
            <a:r>
              <a:rPr lang="zh-CN" altLang="en-US" sz="1400" b="1" dirty="0" smtClean="0">
                <a:solidFill>
                  <a:srgbClr val="FF0000"/>
                </a:solidFill>
                <a:ea typeface="幼圆" pitchFamily="49" charset="-122"/>
              </a:rPr>
              <a:t>人类普遍交往和</a:t>
            </a:r>
            <a:endParaRPr lang="en-US" altLang="zh-CN" sz="1400" b="1" dirty="0" smtClean="0">
              <a:solidFill>
                <a:srgbClr val="FF0000"/>
              </a:solidFill>
              <a:ea typeface="幼圆" pitchFamily="49" charset="-122"/>
            </a:endParaRPr>
          </a:p>
          <a:p>
            <a:pPr algn="ctr" eaLnBrk="1" hangingPunct="1"/>
            <a:r>
              <a:rPr lang="zh-CN" altLang="en-US" sz="1400" b="1" dirty="0" smtClean="0">
                <a:solidFill>
                  <a:srgbClr val="FF0000"/>
                </a:solidFill>
                <a:ea typeface="幼圆" pitchFamily="49" charset="-122"/>
              </a:rPr>
              <a:t>世界历史的形成</a:t>
            </a:r>
            <a:endParaRPr lang="zh-CN" altLang="en-US" sz="1400" b="1" dirty="0">
              <a:solidFill>
                <a:srgbClr val="FF0000"/>
              </a:solidFill>
              <a:ea typeface="幼圆" pitchFamily="49" charset="-122"/>
            </a:endParaRPr>
          </a:p>
        </p:txBody>
      </p:sp>
      <p:sp>
        <p:nvSpPr>
          <p:cNvPr id="59" name="直接连接符 876602"/>
          <p:cNvSpPr>
            <a:spLocks noChangeShapeType="1"/>
          </p:cNvSpPr>
          <p:nvPr/>
        </p:nvSpPr>
        <p:spPr bwMode="auto">
          <a:xfrm>
            <a:off x="3643306" y="2357430"/>
            <a:ext cx="0" cy="285752"/>
          </a:xfrm>
          <a:prstGeom prst="line">
            <a:avLst/>
          </a:prstGeom>
          <a:noFill/>
          <a:ln w="38100">
            <a:solidFill>
              <a:srgbClr val="FF0000"/>
            </a:solidFill>
            <a:round/>
            <a:headEnd/>
            <a:tailEnd type="triangle" w="sm" len="med"/>
          </a:ln>
        </p:spPr>
        <p:txBody>
          <a:bodyPr/>
          <a:lstStyle/>
          <a:p>
            <a:endParaRPr lang="zh-CN" altLang="en-US"/>
          </a:p>
        </p:txBody>
      </p:sp>
      <p:sp>
        <p:nvSpPr>
          <p:cNvPr id="60" name="矩形 876558"/>
          <p:cNvSpPr>
            <a:spLocks noChangeArrowheads="1"/>
          </p:cNvSpPr>
          <p:nvPr/>
        </p:nvSpPr>
        <p:spPr bwMode="auto">
          <a:xfrm>
            <a:off x="5072066" y="2643182"/>
            <a:ext cx="1357322" cy="284162"/>
          </a:xfrm>
          <a:prstGeom prst="rect">
            <a:avLst/>
          </a:prstGeom>
          <a:solidFill>
            <a:srgbClr val="FFFF99"/>
          </a:solidFill>
          <a:ln w="9525">
            <a:solidFill>
              <a:schemeClr val="tx1"/>
            </a:solidFill>
            <a:miter lim="800000"/>
            <a:headEnd/>
            <a:tailEnd/>
          </a:ln>
        </p:spPr>
        <p:txBody>
          <a:bodyPr wrap="none" anchor="ctr"/>
          <a:lstStyle/>
          <a:p>
            <a:pPr algn="ctr" eaLnBrk="1" hangingPunct="1"/>
            <a:r>
              <a:rPr lang="zh-CN" altLang="en-US" sz="1400" b="1" dirty="0" smtClean="0">
                <a:solidFill>
                  <a:srgbClr val="0000FF"/>
                </a:solidFill>
                <a:latin typeface="幼圆" pitchFamily="49" charset="-122"/>
                <a:ea typeface="幼圆" pitchFamily="49" charset="-122"/>
              </a:rPr>
              <a:t>交往及其作用</a:t>
            </a:r>
            <a:endParaRPr lang="zh-CN" altLang="en-US" sz="1400" b="1" dirty="0">
              <a:solidFill>
                <a:srgbClr val="0000FF"/>
              </a:solidFill>
              <a:latin typeface="幼圆" pitchFamily="49" charset="-122"/>
              <a:ea typeface="幼圆" pitchFamily="49" charset="-122"/>
            </a:endParaRPr>
          </a:p>
        </p:txBody>
      </p:sp>
      <p:sp>
        <p:nvSpPr>
          <p:cNvPr id="61" name="矩形 876558"/>
          <p:cNvSpPr>
            <a:spLocks noChangeArrowheads="1"/>
          </p:cNvSpPr>
          <p:nvPr/>
        </p:nvSpPr>
        <p:spPr bwMode="auto">
          <a:xfrm>
            <a:off x="6715140" y="2643182"/>
            <a:ext cx="1785950" cy="285752"/>
          </a:xfrm>
          <a:prstGeom prst="rect">
            <a:avLst/>
          </a:prstGeom>
          <a:solidFill>
            <a:srgbClr val="FFFF99"/>
          </a:solidFill>
          <a:ln w="9525">
            <a:solidFill>
              <a:schemeClr val="tx1"/>
            </a:solidFill>
            <a:miter lim="800000"/>
            <a:headEnd/>
            <a:tailEnd/>
          </a:ln>
        </p:spPr>
        <p:txBody>
          <a:bodyPr wrap="none" anchor="ctr"/>
          <a:lstStyle/>
          <a:p>
            <a:pPr algn="ctr" eaLnBrk="1" hangingPunct="1"/>
            <a:r>
              <a:rPr lang="zh-CN" altLang="en-US" sz="1400" b="1" dirty="0" smtClean="0">
                <a:solidFill>
                  <a:srgbClr val="0000FF"/>
                </a:solidFill>
                <a:latin typeface="幼圆" pitchFamily="49" charset="-122"/>
                <a:ea typeface="幼圆" pitchFamily="49" charset="-122"/>
              </a:rPr>
              <a:t>世界历史的形成与发展</a:t>
            </a:r>
            <a:endParaRPr lang="zh-CN" altLang="en-US" sz="1400" b="1" dirty="0">
              <a:solidFill>
                <a:srgbClr val="0000FF"/>
              </a:solidFill>
              <a:latin typeface="幼圆" pitchFamily="49" charset="-122"/>
              <a:ea typeface="幼圆" pitchFamily="49" charset="-122"/>
            </a:endParaRPr>
          </a:p>
        </p:txBody>
      </p:sp>
      <p:sp>
        <p:nvSpPr>
          <p:cNvPr id="62" name="直接连接符 825435"/>
          <p:cNvSpPr>
            <a:spLocks noChangeShapeType="1"/>
          </p:cNvSpPr>
          <p:nvPr/>
        </p:nvSpPr>
        <p:spPr bwMode="auto">
          <a:xfrm flipV="1">
            <a:off x="4786314" y="2857496"/>
            <a:ext cx="287338" cy="0"/>
          </a:xfrm>
          <a:prstGeom prst="line">
            <a:avLst/>
          </a:prstGeom>
          <a:noFill/>
          <a:ln w="38100">
            <a:solidFill>
              <a:srgbClr val="800000"/>
            </a:solidFill>
            <a:round/>
            <a:headEnd/>
            <a:tailEnd type="triangle" w="med" len="med"/>
          </a:ln>
        </p:spPr>
        <p:txBody>
          <a:bodyPr/>
          <a:lstStyle/>
          <a:p>
            <a:endParaRPr lang="zh-CN" altLang="en-US"/>
          </a:p>
        </p:txBody>
      </p:sp>
      <p:sp>
        <p:nvSpPr>
          <p:cNvPr id="63" name="直接连接符 825435"/>
          <p:cNvSpPr>
            <a:spLocks noChangeShapeType="1"/>
          </p:cNvSpPr>
          <p:nvPr/>
        </p:nvSpPr>
        <p:spPr bwMode="auto">
          <a:xfrm flipV="1">
            <a:off x="6429388" y="2786058"/>
            <a:ext cx="287338" cy="0"/>
          </a:xfrm>
          <a:prstGeom prst="line">
            <a:avLst/>
          </a:prstGeom>
          <a:noFill/>
          <a:ln w="38100">
            <a:solidFill>
              <a:srgbClr val="800000"/>
            </a:solidFill>
            <a:round/>
            <a:headEnd/>
            <a:tailEnd type="triangle" w="med" len="med"/>
          </a:ln>
        </p:spPr>
        <p:txBody>
          <a:bodyPr/>
          <a:lstStyle/>
          <a:p>
            <a:endParaRPr lang="zh-CN" altLang="en-US"/>
          </a:p>
        </p:txBody>
      </p:sp>
      <p:sp>
        <p:nvSpPr>
          <p:cNvPr id="64" name="椭圆 876588"/>
          <p:cNvSpPr>
            <a:spLocks noChangeArrowheads="1"/>
          </p:cNvSpPr>
          <p:nvPr/>
        </p:nvSpPr>
        <p:spPr bwMode="auto">
          <a:xfrm>
            <a:off x="8572528" y="2000240"/>
            <a:ext cx="428628" cy="1500198"/>
          </a:xfrm>
          <a:prstGeom prst="ellipse">
            <a:avLst/>
          </a:prstGeom>
          <a:solidFill>
            <a:schemeClr val="accent1"/>
          </a:solidFill>
          <a:ln w="9525">
            <a:solidFill>
              <a:schemeClr val="tx1"/>
            </a:solidFill>
            <a:round/>
            <a:headEnd/>
            <a:tailEnd/>
          </a:ln>
        </p:spPr>
        <p:txBody>
          <a:bodyPr vert="eaVert" wrap="none" anchor="ctr"/>
          <a:lstStyle/>
          <a:p>
            <a:pPr algn="ctr" eaLnBrk="1" hangingPunct="1"/>
            <a:r>
              <a:rPr lang="zh-CN" altLang="en-US" sz="1400" b="1" dirty="0" smtClean="0">
                <a:solidFill>
                  <a:srgbClr val="0000CC"/>
                </a:solidFill>
                <a:ea typeface="幼圆" pitchFamily="49" charset="-122"/>
              </a:rPr>
              <a:t>共产主义</a:t>
            </a:r>
            <a:endParaRPr lang="en-US" altLang="zh-CN" sz="1400" b="1" dirty="0" smtClean="0">
              <a:solidFill>
                <a:srgbClr val="0000CC"/>
              </a:solidFill>
              <a:ea typeface="幼圆" pitchFamily="49" charset="-122"/>
            </a:endParaRPr>
          </a:p>
          <a:p>
            <a:pPr algn="ctr" eaLnBrk="1" hangingPunct="1"/>
            <a:r>
              <a:rPr lang="zh-CN" altLang="en-US" sz="1400" b="1" dirty="0" smtClean="0">
                <a:solidFill>
                  <a:srgbClr val="0000CC"/>
                </a:solidFill>
                <a:ea typeface="幼圆" pitchFamily="49" charset="-122"/>
              </a:rPr>
              <a:t>的实现</a:t>
            </a:r>
            <a:endParaRPr lang="zh-CN" altLang="en-US" sz="1400" b="1" dirty="0">
              <a:solidFill>
                <a:srgbClr val="0000CC"/>
              </a:solidFill>
              <a:ea typeface="幼圆" pitchFamily="49"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alloons">
  <a:themeElements>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fontScheme name="Balloons">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Balloons 1">
        <a:dk1>
          <a:srgbClr val="9900CC"/>
        </a:dk1>
        <a:lt1>
          <a:srgbClr val="FFFFCC"/>
        </a:lt1>
        <a:dk2>
          <a:srgbClr val="000000"/>
        </a:dk2>
        <a:lt2>
          <a:srgbClr val="FFFFFF"/>
        </a:lt2>
        <a:accent1>
          <a:srgbClr val="666699"/>
        </a:accent1>
        <a:accent2>
          <a:srgbClr val="660066"/>
        </a:accent2>
        <a:accent3>
          <a:srgbClr val="AAAAAA"/>
        </a:accent3>
        <a:accent4>
          <a:srgbClr val="DADAAE"/>
        </a:accent4>
        <a:accent5>
          <a:srgbClr val="B8B8CA"/>
        </a:accent5>
        <a:accent6>
          <a:srgbClr val="5C005C"/>
        </a:accent6>
        <a:hlink>
          <a:srgbClr val="CC0000"/>
        </a:hlink>
        <a:folHlink>
          <a:srgbClr val="A50021"/>
        </a:folHlink>
      </a:clrScheme>
      <a:clrMap bg1="dk2" tx1="lt1" bg2="dk1" tx2="lt2" accent1="accent1" accent2="accent2" accent3="accent3" accent4="accent4" accent5="accent5" accent6="accent6" hlink="hlink" folHlink="folHlink"/>
    </a:extraClrScheme>
    <a:extraClrScheme>
      <a:clrScheme name="Balloons 2">
        <a:dk1>
          <a:srgbClr val="990033"/>
        </a:dk1>
        <a:lt1>
          <a:srgbClr val="FFFFFF"/>
        </a:lt1>
        <a:dk2>
          <a:srgbClr val="000000"/>
        </a:dk2>
        <a:lt2>
          <a:srgbClr val="FFFFFF"/>
        </a:lt2>
        <a:accent1>
          <a:srgbClr val="FF3300"/>
        </a:accent1>
        <a:accent2>
          <a:srgbClr val="FF9900"/>
        </a:accent2>
        <a:accent3>
          <a:srgbClr val="AAAAAA"/>
        </a:accent3>
        <a:accent4>
          <a:srgbClr val="DADADA"/>
        </a:accent4>
        <a:accent5>
          <a:srgbClr val="FFADAA"/>
        </a:accent5>
        <a:accent6>
          <a:srgbClr val="E78A00"/>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Balloons 3">
        <a:dk1>
          <a:srgbClr val="CCCCFF"/>
        </a:dk1>
        <a:lt1>
          <a:srgbClr val="FFFFCC"/>
        </a:lt1>
        <a:dk2>
          <a:srgbClr val="000000"/>
        </a:dk2>
        <a:lt2>
          <a:srgbClr val="FFFFFF"/>
        </a:lt2>
        <a:accent1>
          <a:srgbClr val="9999FF"/>
        </a:accent1>
        <a:accent2>
          <a:srgbClr val="33CCCC"/>
        </a:accent2>
        <a:accent3>
          <a:srgbClr val="AAAAAA"/>
        </a:accent3>
        <a:accent4>
          <a:srgbClr val="DADAAE"/>
        </a:accent4>
        <a:accent5>
          <a:srgbClr val="CACAFF"/>
        </a:accent5>
        <a:accent6>
          <a:srgbClr val="2DB9B9"/>
        </a:accent6>
        <a:hlink>
          <a:srgbClr val="66FFFF"/>
        </a:hlink>
        <a:folHlink>
          <a:srgbClr val="660066"/>
        </a:folHlink>
      </a:clrScheme>
      <a:clrMap bg1="dk2" tx1="lt1" bg2="dk1" tx2="lt2" accent1="accent1" accent2="accent2" accent3="accent3" accent4="accent4" accent5="accent5" accent6="accent6" hlink="hlink" folHlink="folHlink"/>
    </a:extraClrScheme>
    <a:extraClrScheme>
      <a:clrScheme name="Balloons 4">
        <a:dk1>
          <a:srgbClr val="000000"/>
        </a:dk1>
        <a:lt1>
          <a:srgbClr val="F8F8F8"/>
        </a:lt1>
        <a:dk2>
          <a:srgbClr val="800000"/>
        </a:dk2>
        <a:lt2>
          <a:srgbClr val="FFFFFF"/>
        </a:lt2>
        <a:accent1>
          <a:srgbClr val="FF3300"/>
        </a:accent1>
        <a:accent2>
          <a:srgbClr val="FF5050"/>
        </a:accent2>
        <a:accent3>
          <a:srgbClr val="C0AAAA"/>
        </a:accent3>
        <a:accent4>
          <a:srgbClr val="D4D4D4"/>
        </a:accent4>
        <a:accent5>
          <a:srgbClr val="FFADAA"/>
        </a:accent5>
        <a:accent6>
          <a:srgbClr val="E74848"/>
        </a:accent6>
        <a:hlink>
          <a:srgbClr val="FF9999"/>
        </a:hlink>
        <a:folHlink>
          <a:srgbClr val="FF9966"/>
        </a:folHlink>
      </a:clrScheme>
      <a:clrMap bg1="dk2" tx1="lt1" bg2="dk1" tx2="lt2" accent1="accent1" accent2="accent2" accent3="accent3" accent4="accent4" accent5="accent5" accent6="accent6" hlink="hlink" folHlink="folHlink"/>
    </a:extraClrScheme>
    <a:extraClrScheme>
      <a:clrScheme name="Balloons 5">
        <a:dk1>
          <a:srgbClr val="666699"/>
        </a:dk1>
        <a:lt1>
          <a:srgbClr val="FFFFFF"/>
        </a:lt1>
        <a:dk2>
          <a:srgbClr val="000066"/>
        </a:dk2>
        <a:lt2>
          <a:srgbClr val="CCECFF"/>
        </a:lt2>
        <a:accent1>
          <a:srgbClr val="009999"/>
        </a:accent1>
        <a:accent2>
          <a:srgbClr val="0099CC"/>
        </a:accent2>
        <a:accent3>
          <a:srgbClr val="AAAAB8"/>
        </a:accent3>
        <a:accent4>
          <a:srgbClr val="DADADA"/>
        </a:accent4>
        <a:accent5>
          <a:srgbClr val="AACACA"/>
        </a:accent5>
        <a:accent6>
          <a:srgbClr val="008AB9"/>
        </a:accent6>
        <a:hlink>
          <a:srgbClr val="CC99FF"/>
        </a:hlink>
        <a:folHlink>
          <a:srgbClr val="3366CC"/>
        </a:folHlink>
      </a:clrScheme>
      <a:clrMap bg1="dk2" tx1="lt1" bg2="dk1" tx2="lt2" accent1="accent1" accent2="accent2" accent3="accent3" accent4="accent4" accent5="accent5" accent6="accent6" hlink="hlink" folHlink="folHlink"/>
    </a:extraClrScheme>
    <a:extraClrScheme>
      <a:clrScheme name="Balloons 6">
        <a:dk1>
          <a:srgbClr val="99CC00"/>
        </a:dk1>
        <a:lt1>
          <a:srgbClr val="FFFFFF"/>
        </a:lt1>
        <a:dk2>
          <a:srgbClr val="009900"/>
        </a:dk2>
        <a:lt2>
          <a:srgbClr val="FFFF99"/>
        </a:lt2>
        <a:accent1>
          <a:srgbClr val="336600"/>
        </a:accent1>
        <a:accent2>
          <a:srgbClr val="008000"/>
        </a:accent2>
        <a:accent3>
          <a:srgbClr val="AACAAA"/>
        </a:accent3>
        <a:accent4>
          <a:srgbClr val="DADADA"/>
        </a:accent4>
        <a:accent5>
          <a:srgbClr val="ADB8AA"/>
        </a:accent5>
        <a:accent6>
          <a:srgbClr val="007300"/>
        </a:accent6>
        <a:hlink>
          <a:srgbClr val="CCCC00"/>
        </a:hlink>
        <a:folHlink>
          <a:srgbClr val="33CC33"/>
        </a:folHlink>
      </a:clrScheme>
      <a:clrMap bg1="dk2" tx1="lt1" bg2="dk1" tx2="lt2" accent1="accent1" accent2="accent2" accent3="accent3" accent4="accent4" accent5="accent5" accent6="accent6" hlink="hlink" folHlink="folHlink"/>
    </a:extraClrScheme>
    <a:extraClrScheme>
      <a:clrScheme name="Balloons 7">
        <a:dk1>
          <a:srgbClr val="000066"/>
        </a:dk1>
        <a:lt1>
          <a:srgbClr val="E1F4FF"/>
        </a:lt1>
        <a:dk2>
          <a:srgbClr val="000066"/>
        </a:dk2>
        <a:lt2>
          <a:srgbClr val="CCCCFF"/>
        </a:lt2>
        <a:accent1>
          <a:srgbClr val="9999FF"/>
        </a:accent1>
        <a:accent2>
          <a:srgbClr val="33CCCC"/>
        </a:accent2>
        <a:accent3>
          <a:srgbClr val="EEF8FF"/>
        </a:accent3>
        <a:accent4>
          <a:srgbClr val="000056"/>
        </a:accent4>
        <a:accent5>
          <a:srgbClr val="CACAFF"/>
        </a:accent5>
        <a:accent6>
          <a:srgbClr val="2DB9B9"/>
        </a:accent6>
        <a:hlink>
          <a:srgbClr val="66FFFF"/>
        </a:hlink>
        <a:folHlink>
          <a:srgbClr val="660066"/>
        </a:folHlink>
      </a:clrScheme>
      <a:clrMap bg1="lt1" tx1="dk1" bg2="lt2" tx2="dk2" accent1="accent1" accent2="accent2" accent3="accent3" accent4="accent4" accent5="accent5" accent6="accent6" hlink="hlink" folHlink="folHlink"/>
    </a:extraClrScheme>
    <a:extraClrScheme>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clrMap bg1="lt1" tx1="dk1" bg2="lt2" tx2="dk2" accent1="accent1" accent2="accent2" accent3="accent3" accent4="accent4" accent5="accent5" accent6="accent6" hlink="hlink" folHlink="folHlink"/>
    </a:extraClrScheme>
    <a:extraClrScheme>
      <a:clrScheme name="Balloons 9">
        <a:dk1>
          <a:srgbClr val="000000"/>
        </a:dk1>
        <a:lt1>
          <a:srgbClr val="FFFFFF"/>
        </a:lt1>
        <a:dk2>
          <a:srgbClr val="000000"/>
        </a:dk2>
        <a:lt2>
          <a:srgbClr val="FFCC99"/>
        </a:lt2>
        <a:accent1>
          <a:srgbClr val="FF9900"/>
        </a:accent1>
        <a:accent2>
          <a:srgbClr val="FF99CC"/>
        </a:accent2>
        <a:accent3>
          <a:srgbClr val="FFFFFF"/>
        </a:accent3>
        <a:accent4>
          <a:srgbClr val="000000"/>
        </a:accent4>
        <a:accent5>
          <a:srgbClr val="FFCAAA"/>
        </a:accent5>
        <a:accent6>
          <a:srgbClr val="E78AB9"/>
        </a:accent6>
        <a:hlink>
          <a:srgbClr val="FF9999"/>
        </a:hlink>
        <a:folHlink>
          <a:srgbClr val="FFFF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Balloons</Template>
  <TotalTime>1538</TotalTime>
  <Pages>0</Pages>
  <Words>5621</Words>
  <Characters>0</Characters>
  <Application>Microsoft Office PowerPoint</Application>
  <DocSecurity>0</DocSecurity>
  <PresentationFormat>全屏显示(4:3)</PresentationFormat>
  <Lines>0</Lines>
  <Paragraphs>510</Paragraphs>
  <Slides>49</Slides>
  <Notes>3</Notes>
  <HiddenSlides>0</HiddenSlides>
  <MMClips>0</MMClips>
  <ScaleCrop>false</ScaleCrop>
  <HeadingPairs>
    <vt:vector size="4" baseType="variant">
      <vt:variant>
        <vt:lpstr>主题</vt:lpstr>
      </vt:variant>
      <vt:variant>
        <vt:i4>1</vt:i4>
      </vt:variant>
      <vt:variant>
        <vt:lpstr>幻灯片标题</vt:lpstr>
      </vt:variant>
      <vt:variant>
        <vt:i4>49</vt:i4>
      </vt:variant>
    </vt:vector>
  </HeadingPairs>
  <TitlesOfParts>
    <vt:vector size="50" baseType="lpstr">
      <vt:lpstr>Balloons</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   国家的内容与形式</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vector>
  </TitlesOfParts>
  <LinksUpToDate>false</LinksUpToDate>
  <CharactersWithSpaces>0</CharactersWithSpaces>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微软用户</cp:lastModifiedBy>
  <cp:revision>231</cp:revision>
  <dcterms:created xsi:type="dcterms:W3CDTF">2014-04-28T00:52:28Z</dcterms:created>
  <dcterms:modified xsi:type="dcterms:W3CDTF">2023-11-22T01:23:59Z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2052-9.1.0.4468</vt:lpwstr>
  </property>
</Properties>
</file>