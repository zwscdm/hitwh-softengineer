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61" r:id="rId2"/>
  </p:sldMasterIdLst>
  <p:notesMasterIdLst>
    <p:notesMasterId r:id="rId42"/>
  </p:notesMasterIdLst>
  <p:sldIdLst>
    <p:sldId id="362" r:id="rId3"/>
    <p:sldId id="363" r:id="rId4"/>
    <p:sldId id="365" r:id="rId5"/>
    <p:sldId id="440" r:id="rId6"/>
    <p:sldId id="366" r:id="rId7"/>
    <p:sldId id="384" r:id="rId8"/>
    <p:sldId id="392" r:id="rId9"/>
    <p:sldId id="397" r:id="rId10"/>
    <p:sldId id="399" r:id="rId11"/>
    <p:sldId id="403" r:id="rId12"/>
    <p:sldId id="406" r:id="rId13"/>
    <p:sldId id="408" r:id="rId14"/>
    <p:sldId id="411" r:id="rId15"/>
    <p:sldId id="413" r:id="rId16"/>
    <p:sldId id="416" r:id="rId17"/>
    <p:sldId id="419" r:id="rId18"/>
    <p:sldId id="421" r:id="rId19"/>
    <p:sldId id="423" r:id="rId20"/>
    <p:sldId id="425" r:id="rId21"/>
    <p:sldId id="426" r:id="rId22"/>
    <p:sldId id="428" r:id="rId23"/>
    <p:sldId id="441" r:id="rId24"/>
    <p:sldId id="443" r:id="rId25"/>
    <p:sldId id="446" r:id="rId26"/>
    <p:sldId id="448" r:id="rId27"/>
    <p:sldId id="450" r:id="rId28"/>
    <p:sldId id="452" r:id="rId29"/>
    <p:sldId id="454" r:id="rId30"/>
    <p:sldId id="462" r:id="rId31"/>
    <p:sldId id="468" r:id="rId32"/>
    <p:sldId id="473" r:id="rId33"/>
    <p:sldId id="482" r:id="rId34"/>
    <p:sldId id="485" r:id="rId35"/>
    <p:sldId id="488" r:id="rId36"/>
    <p:sldId id="489" r:id="rId37"/>
    <p:sldId id="492" r:id="rId38"/>
    <p:sldId id="493" r:id="rId39"/>
    <p:sldId id="496" r:id="rId40"/>
    <p:sldId id="498" r:id="rId41"/>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Verdana"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Verdana"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Verdana"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Verdana"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Verdana" pitchFamily="34" charset="0"/>
        <a:ea typeface="宋体" pitchFamily="2" charset="-122"/>
        <a:cs typeface="+mn-cs"/>
      </a:defRPr>
    </a:lvl5pPr>
    <a:lvl6pPr marL="2286000" algn="l" defTabSz="914400" rtl="0" eaLnBrk="1" latinLnBrk="0" hangingPunct="1">
      <a:defRPr kern="1200">
        <a:solidFill>
          <a:schemeClr val="tx1"/>
        </a:solidFill>
        <a:latin typeface="Verdana" pitchFamily="34" charset="0"/>
        <a:ea typeface="宋体" pitchFamily="2" charset="-122"/>
        <a:cs typeface="+mn-cs"/>
      </a:defRPr>
    </a:lvl6pPr>
    <a:lvl7pPr marL="2743200" algn="l" defTabSz="914400" rtl="0" eaLnBrk="1" latinLnBrk="0" hangingPunct="1">
      <a:defRPr kern="1200">
        <a:solidFill>
          <a:schemeClr val="tx1"/>
        </a:solidFill>
        <a:latin typeface="Verdana" pitchFamily="34" charset="0"/>
        <a:ea typeface="宋体" pitchFamily="2" charset="-122"/>
        <a:cs typeface="+mn-cs"/>
      </a:defRPr>
    </a:lvl7pPr>
    <a:lvl8pPr marL="3200400" algn="l" defTabSz="914400" rtl="0" eaLnBrk="1" latinLnBrk="0" hangingPunct="1">
      <a:defRPr kern="1200">
        <a:solidFill>
          <a:schemeClr val="tx1"/>
        </a:solidFill>
        <a:latin typeface="Verdana" pitchFamily="34" charset="0"/>
        <a:ea typeface="宋体" pitchFamily="2" charset="-122"/>
        <a:cs typeface="+mn-cs"/>
      </a:defRPr>
    </a:lvl8pPr>
    <a:lvl9pPr marL="3657600" algn="l" defTabSz="914400" rtl="0" eaLnBrk="1" latinLnBrk="0" hangingPunct="1">
      <a:defRPr kern="1200">
        <a:solidFill>
          <a:schemeClr val="tx1"/>
        </a:solidFill>
        <a:latin typeface="Verdana" pitchFamily="34"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FF"/>
    <a:srgbClr val="003300"/>
    <a:srgbClr val="9900FF"/>
    <a:srgbClr val="FFCC00"/>
    <a:srgbClr val="FFFF99"/>
    <a:srgbClr val="FFFF00"/>
    <a:srgbClr val="006666"/>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3" d="100"/>
          <a:sy n="83" d="100"/>
        </p:scale>
        <p:origin x="1203" y="5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buFont typeface="Arial" panose="020B0604020202020204" pitchFamily="34" charset="0"/>
              <a:buNone/>
              <a:defRPr sz="1200"/>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buFont typeface="Arial" panose="020B0604020202020204" pitchFamily="34" charset="0"/>
              <a:buNone/>
              <a:defRPr sz="1200"/>
            </a:lvl1pPr>
          </a:lstStyle>
          <a:p>
            <a:pPr>
              <a:defRPr/>
            </a:pPr>
            <a:fld id="{B4C320E3-C92F-4C74-8BF5-96BF6B2601D5}" type="datetimeFigureOut">
              <a:rPr lang="zh-CN" altLang="en-US"/>
              <a:pPr>
                <a:defRPr/>
              </a:pPr>
              <a:t>2023/11/11</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buFont typeface="Arial" panose="020B0604020202020204" pitchFamily="34" charset="0"/>
              <a:buNone/>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buFont typeface="Arial" pitchFamily="34" charset="0"/>
              <a:buNone/>
              <a:defRPr sz="1200" smtClean="0"/>
            </a:lvl1pPr>
          </a:lstStyle>
          <a:p>
            <a:pPr>
              <a:defRPr/>
            </a:pPr>
            <a:fld id="{BA9FD7C1-B38B-4CAB-9B76-3075848BC387}" type="slidenum">
              <a:rPr lang="zh-CN" altLang="en-US"/>
              <a:pPr>
                <a:defRPr/>
              </a:pPr>
              <a:t>‹#›</a:t>
            </a:fld>
            <a:endParaRPr lang="zh-CN" altLang="en-US"/>
          </a:p>
        </p:txBody>
      </p:sp>
    </p:spTree>
    <p:extLst>
      <p:ext uri="{BB962C8B-B14F-4D97-AF65-F5344CB8AC3E}">
        <p14:creationId xmlns:p14="http://schemas.microsoft.com/office/powerpoint/2010/main" val="98814984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幻灯片图像占位符 862209"/>
          <p:cNvSpPr>
            <a:spLocks noGrp="1" noRot="1" noChangeAspect="1" noChangeArrowheads="1" noTextEdit="1"/>
          </p:cNvSpPr>
          <p:nvPr>
            <p:ph type="sldImg" idx="4294967295"/>
          </p:nvPr>
        </p:nvSpPr>
        <p:spPr bwMode="auto">
          <a:noFill/>
          <a:ln>
            <a:solidFill>
              <a:srgbClr val="000000"/>
            </a:solidFill>
            <a:miter lim="800000"/>
            <a:headEnd/>
            <a:tailEnd/>
          </a:ln>
        </p:spPr>
      </p:sp>
      <p:sp>
        <p:nvSpPr>
          <p:cNvPr id="79875" name="文本占位符 862210"/>
          <p:cNvSpPr>
            <a:spLocks noGrp="1" noChangeArrowheads="1"/>
          </p:cNvSpPr>
          <p:nvPr>
            <p:ph type="body" idx="4294967295"/>
          </p:nvPr>
        </p:nvSpPr>
        <p:spPr bwMode="auto">
          <a:noFill/>
        </p:spPr>
        <p:txBody>
          <a:bodyPr wrap="square" numCol="1" anchor="t" anchorCtr="0" compatLnSpc="1">
            <a:prstTxWarp prst="textNoShape">
              <a:avLst/>
            </a:prstTxWarp>
          </a:bodyPr>
          <a:lstStyle/>
          <a:p>
            <a:pPr eaLnBrk="1" hangingPunct="1">
              <a:spcBef>
                <a:spcPct val="0"/>
              </a:spcBef>
            </a:pPr>
            <a:endParaRPr lang="zh-CN" altLang="zh-CN"/>
          </a:p>
        </p:txBody>
      </p:sp>
      <p:sp>
        <p:nvSpPr>
          <p:cNvPr id="79876" name="灯片编号占位符 1"/>
          <p:cNvSpPr>
            <a:spLocks noGrp="1" noChangeArrowheads="1"/>
          </p:cNvSpPr>
          <p:nvPr>
            <p:ph type="sldNum" sz="quarter" idx="5"/>
          </p:nvPr>
        </p:nvSpPr>
        <p:spPr bwMode="auto">
          <a:noFill/>
          <a:ln>
            <a:miter lim="800000"/>
            <a:headEnd/>
            <a:tailEnd/>
          </a:ln>
        </p:spPr>
        <p:txBody>
          <a:bodyPr/>
          <a:lstStyle/>
          <a:p>
            <a:pPr>
              <a:buFontTx/>
              <a:buNone/>
            </a:pPr>
            <a:fld id="{D8B94B6F-86CA-4147-9748-A7E8B31C76EA}" type="slidenum">
              <a:rPr lang="zh-CN" altLang="en-US"/>
              <a:pPr>
                <a:buFontTx/>
                <a:buNone/>
              </a:pPr>
              <a:t>1</a:t>
            </a:fld>
            <a:endParaRPr lang="zh-CN" altLang="en-US"/>
          </a:p>
        </p:txBody>
      </p:sp>
    </p:spTree>
    <p:extLst>
      <p:ext uri="{BB962C8B-B14F-4D97-AF65-F5344CB8AC3E}">
        <p14:creationId xmlns:p14="http://schemas.microsoft.com/office/powerpoint/2010/main" val="32316791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实践是具体的，历史的，真理尺度与价值尺度的统一也是具体的历史的。二者的统一会随着时间的发展</a:t>
            </a:r>
          </a:p>
        </p:txBody>
      </p:sp>
    </p:spTree>
    <p:extLst>
      <p:ext uri="{BB962C8B-B14F-4D97-AF65-F5344CB8AC3E}">
        <p14:creationId xmlns:p14="http://schemas.microsoft.com/office/powerpoint/2010/main" val="1332812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7"/>
          <p:cNvSpPr>
            <a:spLocks noGrp="1" noChangeArrowheads="1"/>
          </p:cNvSpPr>
          <p:nvPr>
            <p:ph type="dt" sz="half" idx="10"/>
          </p:nvPr>
        </p:nvSpPr>
        <p:spPr>
          <a:ln/>
        </p:spPr>
        <p:txBody>
          <a:bodyPr/>
          <a:lstStyle>
            <a:lvl1pPr>
              <a:defRPr/>
            </a:lvl1pPr>
          </a:lstStyle>
          <a:p>
            <a:pPr>
              <a:defRPr/>
            </a:pPr>
            <a:endParaRPr lang="en-US"/>
          </a:p>
        </p:txBody>
      </p:sp>
      <p:sp>
        <p:nvSpPr>
          <p:cNvPr id="5" name="Rectangle 48"/>
          <p:cNvSpPr>
            <a:spLocks noGrp="1" noChangeArrowheads="1"/>
          </p:cNvSpPr>
          <p:nvPr>
            <p:ph type="ftr" sz="quarter" idx="11"/>
          </p:nvPr>
        </p:nvSpPr>
        <p:spPr>
          <a:ln/>
        </p:spPr>
        <p:txBody>
          <a:bodyPr/>
          <a:lstStyle>
            <a:lvl1pPr>
              <a:defRPr/>
            </a:lvl1pPr>
          </a:lstStyle>
          <a:p>
            <a:pPr>
              <a:defRPr/>
            </a:pPr>
            <a:endParaRPr lang="en-US"/>
          </a:p>
        </p:txBody>
      </p:sp>
      <p:sp>
        <p:nvSpPr>
          <p:cNvPr id="6" name="Rectangle 49"/>
          <p:cNvSpPr>
            <a:spLocks noGrp="1" noChangeArrowheads="1"/>
          </p:cNvSpPr>
          <p:nvPr>
            <p:ph type="sldNum" sz="quarter" idx="12"/>
          </p:nvPr>
        </p:nvSpPr>
        <p:spPr>
          <a:ln/>
        </p:spPr>
        <p:txBody>
          <a:bodyPr/>
          <a:lstStyle>
            <a:lvl1pPr>
              <a:defRPr/>
            </a:lvl1pPr>
          </a:lstStyle>
          <a:p>
            <a:pPr>
              <a:defRPr/>
            </a:pPr>
            <a:fld id="{94FA061F-9FDE-48A7-818A-ED216A433191}"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7"/>
          <p:cNvSpPr>
            <a:spLocks noGrp="1" noChangeArrowheads="1"/>
          </p:cNvSpPr>
          <p:nvPr>
            <p:ph type="dt" sz="half" idx="10"/>
          </p:nvPr>
        </p:nvSpPr>
        <p:spPr>
          <a:ln/>
        </p:spPr>
        <p:txBody>
          <a:bodyPr/>
          <a:lstStyle>
            <a:lvl1pPr>
              <a:defRPr/>
            </a:lvl1pPr>
          </a:lstStyle>
          <a:p>
            <a:pPr>
              <a:defRPr/>
            </a:pPr>
            <a:endParaRPr lang="en-US"/>
          </a:p>
        </p:txBody>
      </p:sp>
      <p:sp>
        <p:nvSpPr>
          <p:cNvPr id="5" name="Rectangle 48"/>
          <p:cNvSpPr>
            <a:spLocks noGrp="1" noChangeArrowheads="1"/>
          </p:cNvSpPr>
          <p:nvPr>
            <p:ph type="ftr" sz="quarter" idx="11"/>
          </p:nvPr>
        </p:nvSpPr>
        <p:spPr>
          <a:ln/>
        </p:spPr>
        <p:txBody>
          <a:bodyPr/>
          <a:lstStyle>
            <a:lvl1pPr>
              <a:defRPr/>
            </a:lvl1pPr>
          </a:lstStyle>
          <a:p>
            <a:pPr>
              <a:defRPr/>
            </a:pPr>
            <a:endParaRPr lang="en-US"/>
          </a:p>
        </p:txBody>
      </p:sp>
      <p:sp>
        <p:nvSpPr>
          <p:cNvPr id="6" name="Rectangle 49"/>
          <p:cNvSpPr>
            <a:spLocks noGrp="1" noChangeArrowheads="1"/>
          </p:cNvSpPr>
          <p:nvPr>
            <p:ph type="sldNum" sz="quarter" idx="12"/>
          </p:nvPr>
        </p:nvSpPr>
        <p:spPr>
          <a:ln/>
        </p:spPr>
        <p:txBody>
          <a:bodyPr/>
          <a:lstStyle>
            <a:lvl1pPr>
              <a:defRPr/>
            </a:lvl1pPr>
          </a:lstStyle>
          <a:p>
            <a:pPr>
              <a:defRPr/>
            </a:pPr>
            <a:fld id="{60C13F23-7F4E-4A50-A130-50622C4D423C}"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7"/>
          <p:cNvSpPr>
            <a:spLocks noGrp="1" noChangeArrowheads="1"/>
          </p:cNvSpPr>
          <p:nvPr>
            <p:ph type="dt" sz="half" idx="10"/>
          </p:nvPr>
        </p:nvSpPr>
        <p:spPr>
          <a:ln/>
        </p:spPr>
        <p:txBody>
          <a:bodyPr/>
          <a:lstStyle>
            <a:lvl1pPr>
              <a:defRPr/>
            </a:lvl1pPr>
          </a:lstStyle>
          <a:p>
            <a:pPr>
              <a:defRPr/>
            </a:pPr>
            <a:endParaRPr lang="en-US"/>
          </a:p>
        </p:txBody>
      </p:sp>
      <p:sp>
        <p:nvSpPr>
          <p:cNvPr id="5" name="Rectangle 48"/>
          <p:cNvSpPr>
            <a:spLocks noGrp="1" noChangeArrowheads="1"/>
          </p:cNvSpPr>
          <p:nvPr>
            <p:ph type="ftr" sz="quarter" idx="11"/>
          </p:nvPr>
        </p:nvSpPr>
        <p:spPr>
          <a:ln/>
        </p:spPr>
        <p:txBody>
          <a:bodyPr/>
          <a:lstStyle>
            <a:lvl1pPr>
              <a:defRPr/>
            </a:lvl1pPr>
          </a:lstStyle>
          <a:p>
            <a:pPr>
              <a:defRPr/>
            </a:pPr>
            <a:endParaRPr lang="en-US"/>
          </a:p>
        </p:txBody>
      </p:sp>
      <p:sp>
        <p:nvSpPr>
          <p:cNvPr id="6" name="Rectangle 49"/>
          <p:cNvSpPr>
            <a:spLocks noGrp="1" noChangeArrowheads="1"/>
          </p:cNvSpPr>
          <p:nvPr>
            <p:ph type="sldNum" sz="quarter" idx="12"/>
          </p:nvPr>
        </p:nvSpPr>
        <p:spPr>
          <a:ln/>
        </p:spPr>
        <p:txBody>
          <a:bodyPr/>
          <a:lstStyle>
            <a:lvl1pPr>
              <a:defRPr/>
            </a:lvl1pPr>
          </a:lstStyle>
          <a:p>
            <a:pPr>
              <a:defRPr/>
            </a:pPr>
            <a:fld id="{033E05EF-8779-4A79-9B46-6DEA6F055D8B}" type="slidenum">
              <a:rPr lang="en-US" altLang="zh-CN"/>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456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456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7"/>
          <p:cNvSpPr>
            <a:spLocks noGrp="1" noChangeArrowheads="1"/>
          </p:cNvSpPr>
          <p:nvPr>
            <p:ph type="dt" sz="half" idx="10"/>
          </p:nvPr>
        </p:nvSpPr>
        <p:spPr>
          <a:ln/>
        </p:spPr>
        <p:txBody>
          <a:bodyPr/>
          <a:lstStyle>
            <a:lvl1pPr>
              <a:defRPr/>
            </a:lvl1pPr>
          </a:lstStyle>
          <a:p>
            <a:pPr>
              <a:defRPr/>
            </a:pPr>
            <a:endParaRPr lang="en-US"/>
          </a:p>
        </p:txBody>
      </p:sp>
      <p:sp>
        <p:nvSpPr>
          <p:cNvPr id="6" name="Rectangle 48"/>
          <p:cNvSpPr>
            <a:spLocks noGrp="1" noChangeArrowheads="1"/>
          </p:cNvSpPr>
          <p:nvPr>
            <p:ph type="ftr" sz="quarter" idx="11"/>
          </p:nvPr>
        </p:nvSpPr>
        <p:spPr>
          <a:ln/>
        </p:spPr>
        <p:txBody>
          <a:bodyPr/>
          <a:lstStyle>
            <a:lvl1pPr>
              <a:defRPr/>
            </a:lvl1pPr>
          </a:lstStyle>
          <a:p>
            <a:pPr>
              <a:defRPr/>
            </a:pPr>
            <a:endParaRPr lang="en-US"/>
          </a:p>
        </p:txBody>
      </p:sp>
      <p:sp>
        <p:nvSpPr>
          <p:cNvPr id="7" name="Rectangle 49"/>
          <p:cNvSpPr>
            <a:spLocks noGrp="1" noChangeArrowheads="1"/>
          </p:cNvSpPr>
          <p:nvPr>
            <p:ph type="sldNum" sz="quarter" idx="12"/>
          </p:nvPr>
        </p:nvSpPr>
        <p:spPr>
          <a:ln/>
        </p:spPr>
        <p:txBody>
          <a:bodyPr/>
          <a:lstStyle>
            <a:lvl1pPr>
              <a:defRPr/>
            </a:lvl1pPr>
          </a:lstStyle>
          <a:p>
            <a:pPr>
              <a:defRPr/>
            </a:pPr>
            <a:fld id="{C37D6EEA-6402-4920-8300-EC309AF99851}"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7"/>
          <p:cNvSpPr>
            <a:spLocks noGrp="1" noChangeArrowheads="1"/>
          </p:cNvSpPr>
          <p:nvPr>
            <p:ph type="dt" sz="half" idx="10"/>
          </p:nvPr>
        </p:nvSpPr>
        <p:spPr>
          <a:ln/>
        </p:spPr>
        <p:txBody>
          <a:bodyPr/>
          <a:lstStyle>
            <a:lvl1pPr>
              <a:defRPr/>
            </a:lvl1pPr>
          </a:lstStyle>
          <a:p>
            <a:pPr>
              <a:defRPr/>
            </a:pPr>
            <a:endParaRPr lang="en-US"/>
          </a:p>
        </p:txBody>
      </p:sp>
      <p:sp>
        <p:nvSpPr>
          <p:cNvPr id="8" name="Rectangle 48"/>
          <p:cNvSpPr>
            <a:spLocks noGrp="1" noChangeArrowheads="1"/>
          </p:cNvSpPr>
          <p:nvPr>
            <p:ph type="ftr" sz="quarter" idx="11"/>
          </p:nvPr>
        </p:nvSpPr>
        <p:spPr>
          <a:ln/>
        </p:spPr>
        <p:txBody>
          <a:bodyPr/>
          <a:lstStyle>
            <a:lvl1pPr>
              <a:defRPr/>
            </a:lvl1pPr>
          </a:lstStyle>
          <a:p>
            <a:pPr>
              <a:defRPr/>
            </a:pPr>
            <a:endParaRPr lang="en-US"/>
          </a:p>
        </p:txBody>
      </p:sp>
      <p:sp>
        <p:nvSpPr>
          <p:cNvPr id="9" name="Rectangle 49"/>
          <p:cNvSpPr>
            <a:spLocks noGrp="1" noChangeArrowheads="1"/>
          </p:cNvSpPr>
          <p:nvPr>
            <p:ph type="sldNum" sz="quarter" idx="12"/>
          </p:nvPr>
        </p:nvSpPr>
        <p:spPr>
          <a:ln/>
        </p:spPr>
        <p:txBody>
          <a:bodyPr/>
          <a:lstStyle>
            <a:lvl1pPr>
              <a:defRPr/>
            </a:lvl1pPr>
          </a:lstStyle>
          <a:p>
            <a:pPr>
              <a:defRPr/>
            </a:pPr>
            <a:fld id="{5314A3C4-4631-44CC-8129-9139BDC1C04A}"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7"/>
          <p:cNvSpPr>
            <a:spLocks noGrp="1" noChangeArrowheads="1"/>
          </p:cNvSpPr>
          <p:nvPr>
            <p:ph type="dt" sz="half" idx="10"/>
          </p:nvPr>
        </p:nvSpPr>
        <p:spPr>
          <a:ln/>
        </p:spPr>
        <p:txBody>
          <a:bodyPr/>
          <a:lstStyle>
            <a:lvl1pPr>
              <a:defRPr/>
            </a:lvl1pPr>
          </a:lstStyle>
          <a:p>
            <a:pPr>
              <a:defRPr/>
            </a:pPr>
            <a:endParaRPr lang="en-US"/>
          </a:p>
        </p:txBody>
      </p:sp>
      <p:sp>
        <p:nvSpPr>
          <p:cNvPr id="4" name="Rectangle 48"/>
          <p:cNvSpPr>
            <a:spLocks noGrp="1" noChangeArrowheads="1"/>
          </p:cNvSpPr>
          <p:nvPr>
            <p:ph type="ftr" sz="quarter" idx="11"/>
          </p:nvPr>
        </p:nvSpPr>
        <p:spPr>
          <a:ln/>
        </p:spPr>
        <p:txBody>
          <a:bodyPr/>
          <a:lstStyle>
            <a:lvl1pPr>
              <a:defRPr/>
            </a:lvl1pPr>
          </a:lstStyle>
          <a:p>
            <a:pPr>
              <a:defRPr/>
            </a:pPr>
            <a:endParaRPr lang="en-US"/>
          </a:p>
        </p:txBody>
      </p:sp>
      <p:sp>
        <p:nvSpPr>
          <p:cNvPr id="5" name="Rectangle 49"/>
          <p:cNvSpPr>
            <a:spLocks noGrp="1" noChangeArrowheads="1"/>
          </p:cNvSpPr>
          <p:nvPr>
            <p:ph type="sldNum" sz="quarter" idx="12"/>
          </p:nvPr>
        </p:nvSpPr>
        <p:spPr>
          <a:ln/>
        </p:spPr>
        <p:txBody>
          <a:bodyPr/>
          <a:lstStyle>
            <a:lvl1pPr>
              <a:defRPr/>
            </a:lvl1pPr>
          </a:lstStyle>
          <a:p>
            <a:pPr>
              <a:defRPr/>
            </a:pPr>
            <a:fld id="{EB3FC127-5667-4639-A920-1832443ECAE7}"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7"/>
          <p:cNvSpPr>
            <a:spLocks noGrp="1" noChangeArrowheads="1"/>
          </p:cNvSpPr>
          <p:nvPr>
            <p:ph type="dt" sz="half" idx="10"/>
          </p:nvPr>
        </p:nvSpPr>
        <p:spPr>
          <a:ln/>
        </p:spPr>
        <p:txBody>
          <a:bodyPr/>
          <a:lstStyle>
            <a:lvl1pPr>
              <a:defRPr/>
            </a:lvl1pPr>
          </a:lstStyle>
          <a:p>
            <a:pPr>
              <a:defRPr/>
            </a:pPr>
            <a:endParaRPr lang="en-US"/>
          </a:p>
        </p:txBody>
      </p:sp>
      <p:sp>
        <p:nvSpPr>
          <p:cNvPr id="3" name="Rectangle 48"/>
          <p:cNvSpPr>
            <a:spLocks noGrp="1" noChangeArrowheads="1"/>
          </p:cNvSpPr>
          <p:nvPr>
            <p:ph type="ftr" sz="quarter" idx="11"/>
          </p:nvPr>
        </p:nvSpPr>
        <p:spPr>
          <a:ln/>
        </p:spPr>
        <p:txBody>
          <a:bodyPr/>
          <a:lstStyle>
            <a:lvl1pPr>
              <a:defRPr/>
            </a:lvl1pPr>
          </a:lstStyle>
          <a:p>
            <a:pPr>
              <a:defRPr/>
            </a:pPr>
            <a:endParaRPr lang="en-US"/>
          </a:p>
        </p:txBody>
      </p:sp>
      <p:sp>
        <p:nvSpPr>
          <p:cNvPr id="4" name="Rectangle 49"/>
          <p:cNvSpPr>
            <a:spLocks noGrp="1" noChangeArrowheads="1"/>
          </p:cNvSpPr>
          <p:nvPr>
            <p:ph type="sldNum" sz="quarter" idx="12"/>
          </p:nvPr>
        </p:nvSpPr>
        <p:spPr>
          <a:ln/>
        </p:spPr>
        <p:txBody>
          <a:bodyPr/>
          <a:lstStyle>
            <a:lvl1pPr>
              <a:defRPr/>
            </a:lvl1pPr>
          </a:lstStyle>
          <a:p>
            <a:pPr>
              <a:defRPr/>
            </a:pPr>
            <a:fld id="{8A2C77BF-7066-4C71-A140-9DF6CB0698D7}" type="slidenum">
              <a:rPr lang="en-US" altLang="zh-CN"/>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7"/>
          <p:cNvSpPr>
            <a:spLocks noGrp="1" noChangeArrowheads="1"/>
          </p:cNvSpPr>
          <p:nvPr>
            <p:ph type="dt" sz="half" idx="10"/>
          </p:nvPr>
        </p:nvSpPr>
        <p:spPr>
          <a:ln/>
        </p:spPr>
        <p:txBody>
          <a:bodyPr/>
          <a:lstStyle>
            <a:lvl1pPr>
              <a:defRPr/>
            </a:lvl1pPr>
          </a:lstStyle>
          <a:p>
            <a:pPr>
              <a:defRPr/>
            </a:pPr>
            <a:endParaRPr lang="en-US"/>
          </a:p>
        </p:txBody>
      </p:sp>
      <p:sp>
        <p:nvSpPr>
          <p:cNvPr id="6" name="Rectangle 48"/>
          <p:cNvSpPr>
            <a:spLocks noGrp="1" noChangeArrowheads="1"/>
          </p:cNvSpPr>
          <p:nvPr>
            <p:ph type="ftr" sz="quarter" idx="11"/>
          </p:nvPr>
        </p:nvSpPr>
        <p:spPr>
          <a:ln/>
        </p:spPr>
        <p:txBody>
          <a:bodyPr/>
          <a:lstStyle>
            <a:lvl1pPr>
              <a:defRPr/>
            </a:lvl1pPr>
          </a:lstStyle>
          <a:p>
            <a:pPr>
              <a:defRPr/>
            </a:pPr>
            <a:endParaRPr lang="en-US"/>
          </a:p>
        </p:txBody>
      </p:sp>
      <p:sp>
        <p:nvSpPr>
          <p:cNvPr id="7" name="Rectangle 49"/>
          <p:cNvSpPr>
            <a:spLocks noGrp="1" noChangeArrowheads="1"/>
          </p:cNvSpPr>
          <p:nvPr>
            <p:ph type="sldNum" sz="quarter" idx="12"/>
          </p:nvPr>
        </p:nvSpPr>
        <p:spPr>
          <a:ln/>
        </p:spPr>
        <p:txBody>
          <a:bodyPr/>
          <a:lstStyle>
            <a:lvl1pPr>
              <a:defRPr/>
            </a:lvl1pPr>
          </a:lstStyle>
          <a:p>
            <a:pPr>
              <a:defRPr/>
            </a:pPr>
            <a:fld id="{EFB84977-F2B5-4638-B11F-D557804E79E0}"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7"/>
          <p:cNvSpPr>
            <a:spLocks noGrp="1" noChangeArrowheads="1"/>
          </p:cNvSpPr>
          <p:nvPr>
            <p:ph type="dt" sz="half" idx="10"/>
          </p:nvPr>
        </p:nvSpPr>
        <p:spPr>
          <a:ln/>
        </p:spPr>
        <p:txBody>
          <a:bodyPr/>
          <a:lstStyle>
            <a:lvl1pPr>
              <a:defRPr/>
            </a:lvl1pPr>
          </a:lstStyle>
          <a:p>
            <a:pPr>
              <a:defRPr/>
            </a:pPr>
            <a:endParaRPr lang="en-US"/>
          </a:p>
        </p:txBody>
      </p:sp>
      <p:sp>
        <p:nvSpPr>
          <p:cNvPr id="6" name="Rectangle 48"/>
          <p:cNvSpPr>
            <a:spLocks noGrp="1" noChangeArrowheads="1"/>
          </p:cNvSpPr>
          <p:nvPr>
            <p:ph type="ftr" sz="quarter" idx="11"/>
          </p:nvPr>
        </p:nvSpPr>
        <p:spPr>
          <a:ln/>
        </p:spPr>
        <p:txBody>
          <a:bodyPr/>
          <a:lstStyle>
            <a:lvl1pPr>
              <a:defRPr/>
            </a:lvl1pPr>
          </a:lstStyle>
          <a:p>
            <a:pPr>
              <a:defRPr/>
            </a:pPr>
            <a:endParaRPr lang="en-US"/>
          </a:p>
        </p:txBody>
      </p:sp>
      <p:sp>
        <p:nvSpPr>
          <p:cNvPr id="7" name="Rectangle 49"/>
          <p:cNvSpPr>
            <a:spLocks noGrp="1" noChangeArrowheads="1"/>
          </p:cNvSpPr>
          <p:nvPr>
            <p:ph type="sldNum" sz="quarter" idx="12"/>
          </p:nvPr>
        </p:nvSpPr>
        <p:spPr>
          <a:ln/>
        </p:spPr>
        <p:txBody>
          <a:bodyPr/>
          <a:lstStyle>
            <a:lvl1pPr>
              <a:defRPr/>
            </a:lvl1pPr>
          </a:lstStyle>
          <a:p>
            <a:pPr>
              <a:defRPr/>
            </a:pPr>
            <a:fld id="{815E63EB-093F-4B14-B63B-BCBBBD001285}"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7"/>
          <p:cNvSpPr>
            <a:spLocks noGrp="1" noChangeArrowheads="1"/>
          </p:cNvSpPr>
          <p:nvPr>
            <p:ph type="dt" sz="half" idx="10"/>
          </p:nvPr>
        </p:nvSpPr>
        <p:spPr>
          <a:ln/>
        </p:spPr>
        <p:txBody>
          <a:bodyPr/>
          <a:lstStyle>
            <a:lvl1pPr>
              <a:defRPr/>
            </a:lvl1pPr>
          </a:lstStyle>
          <a:p>
            <a:pPr>
              <a:defRPr/>
            </a:pPr>
            <a:endParaRPr lang="en-US"/>
          </a:p>
        </p:txBody>
      </p:sp>
      <p:sp>
        <p:nvSpPr>
          <p:cNvPr id="5" name="Rectangle 48"/>
          <p:cNvSpPr>
            <a:spLocks noGrp="1" noChangeArrowheads="1"/>
          </p:cNvSpPr>
          <p:nvPr>
            <p:ph type="ftr" sz="quarter" idx="11"/>
          </p:nvPr>
        </p:nvSpPr>
        <p:spPr>
          <a:ln/>
        </p:spPr>
        <p:txBody>
          <a:bodyPr/>
          <a:lstStyle>
            <a:lvl1pPr>
              <a:defRPr/>
            </a:lvl1pPr>
          </a:lstStyle>
          <a:p>
            <a:pPr>
              <a:defRPr/>
            </a:pPr>
            <a:endParaRPr lang="en-US"/>
          </a:p>
        </p:txBody>
      </p:sp>
      <p:sp>
        <p:nvSpPr>
          <p:cNvPr id="6" name="Rectangle 49"/>
          <p:cNvSpPr>
            <a:spLocks noGrp="1" noChangeArrowheads="1"/>
          </p:cNvSpPr>
          <p:nvPr>
            <p:ph type="sldNum" sz="quarter" idx="12"/>
          </p:nvPr>
        </p:nvSpPr>
        <p:spPr>
          <a:ln/>
        </p:spPr>
        <p:txBody>
          <a:bodyPr/>
          <a:lstStyle>
            <a:lvl1pPr>
              <a:defRPr/>
            </a:lvl1pPr>
          </a:lstStyle>
          <a:p>
            <a:pPr>
              <a:defRPr/>
            </a:pPr>
            <a:fld id="{47882A6C-3777-474A-BA80-A2CD75F4124A}"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6225" y="103188"/>
            <a:ext cx="2060575" cy="59531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42913" y="103188"/>
            <a:ext cx="6030912" cy="59531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7"/>
          <p:cNvSpPr>
            <a:spLocks noGrp="1" noChangeArrowheads="1"/>
          </p:cNvSpPr>
          <p:nvPr>
            <p:ph type="dt" sz="half" idx="10"/>
          </p:nvPr>
        </p:nvSpPr>
        <p:spPr>
          <a:ln/>
        </p:spPr>
        <p:txBody>
          <a:bodyPr/>
          <a:lstStyle>
            <a:lvl1pPr>
              <a:defRPr/>
            </a:lvl1pPr>
          </a:lstStyle>
          <a:p>
            <a:pPr>
              <a:defRPr/>
            </a:pPr>
            <a:endParaRPr lang="en-US"/>
          </a:p>
        </p:txBody>
      </p:sp>
      <p:sp>
        <p:nvSpPr>
          <p:cNvPr id="5" name="Rectangle 48"/>
          <p:cNvSpPr>
            <a:spLocks noGrp="1" noChangeArrowheads="1"/>
          </p:cNvSpPr>
          <p:nvPr>
            <p:ph type="ftr" sz="quarter" idx="11"/>
          </p:nvPr>
        </p:nvSpPr>
        <p:spPr>
          <a:ln/>
        </p:spPr>
        <p:txBody>
          <a:bodyPr/>
          <a:lstStyle>
            <a:lvl1pPr>
              <a:defRPr/>
            </a:lvl1pPr>
          </a:lstStyle>
          <a:p>
            <a:pPr>
              <a:defRPr/>
            </a:pPr>
            <a:endParaRPr lang="en-US"/>
          </a:p>
        </p:txBody>
      </p:sp>
      <p:sp>
        <p:nvSpPr>
          <p:cNvPr id="6" name="Rectangle 49"/>
          <p:cNvSpPr>
            <a:spLocks noGrp="1" noChangeArrowheads="1"/>
          </p:cNvSpPr>
          <p:nvPr>
            <p:ph type="sldNum" sz="quarter" idx="12"/>
          </p:nvPr>
        </p:nvSpPr>
        <p:spPr>
          <a:ln/>
        </p:spPr>
        <p:txBody>
          <a:bodyPr/>
          <a:lstStyle>
            <a:lvl1pPr>
              <a:defRPr/>
            </a:lvl1pPr>
          </a:lstStyle>
          <a:p>
            <a:pPr>
              <a:defRPr/>
            </a:pPr>
            <a:fld id="{9C1F46F8-2632-4EA3-B782-45C5276B6280}" type="slidenum">
              <a:rPr lang="en-US" altLang="zh-CN"/>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SmartArt 占位符 2"/>
          <p:cNvSpPr>
            <a:spLocks noGrp="1"/>
          </p:cNvSpPr>
          <p:nvPr>
            <p:ph type="pic" idx="1"/>
          </p:nvPr>
        </p:nvSpPr>
        <p:spPr/>
        <p:txBody>
          <a:bodyPr/>
          <a:lstStyle/>
          <a:p>
            <a:endParaRPr lang="zh-CN" altLang="en-US" noProof="1"/>
          </a:p>
        </p:txBody>
      </p:sp>
      <p:sp>
        <p:nvSpPr>
          <p:cNvPr id="4" name="日期占位符 614403"/>
          <p:cNvSpPr>
            <a:spLocks noGrp="1"/>
          </p:cNvSpPr>
          <p:nvPr>
            <p:ph type="dt" sz="half" idx="10"/>
          </p:nvPr>
        </p:nvSpPr>
        <p:spPr>
          <a:ln/>
        </p:spPr>
        <p:txBody>
          <a:bodyPr/>
          <a:lstStyle>
            <a:lvl1pPr>
              <a:defRPr/>
            </a:lvl1pPr>
          </a:lstStyle>
          <a:p>
            <a:endParaRPr lang="zh-CN" altLang="en-US"/>
          </a:p>
        </p:txBody>
      </p:sp>
      <p:sp>
        <p:nvSpPr>
          <p:cNvPr id="5" name="页脚占位符 614404"/>
          <p:cNvSpPr>
            <a:spLocks noGrp="1"/>
          </p:cNvSpPr>
          <p:nvPr>
            <p:ph type="ftr" sz="quarter" idx="11"/>
          </p:nvPr>
        </p:nvSpPr>
        <p:spPr>
          <a:ln/>
        </p:spPr>
        <p:txBody>
          <a:bodyPr/>
          <a:lstStyle>
            <a:lvl1pPr>
              <a:defRPr/>
            </a:lvl1pPr>
          </a:lstStyle>
          <a:p>
            <a:endParaRPr lang="zh-CN" altLang="en-US"/>
          </a:p>
        </p:txBody>
      </p:sp>
      <p:sp>
        <p:nvSpPr>
          <p:cNvPr id="6" name="灯片编号占位符 614405"/>
          <p:cNvSpPr>
            <a:spLocks noGrp="1"/>
          </p:cNvSpPr>
          <p:nvPr>
            <p:ph type="sldNum" sz="quarter" idx="12"/>
          </p:nvPr>
        </p:nvSpPr>
        <p:spPr>
          <a:ln/>
        </p:spPr>
        <p:txBody>
          <a:bodyPr/>
          <a:lstStyle>
            <a:lvl1pPr>
              <a:defRPr/>
            </a:lvl1pPr>
          </a:lstStyle>
          <a:p>
            <a:fld id="{36D6EF70-7C5A-4165-A00B-D11B4F8F5F0C}" type="slidenum">
              <a:rPr lang="zh-CN" altLang="en-US"/>
              <a:pPr/>
              <a:t>‹#›</a:t>
            </a:fld>
            <a:endParaRPr lang="zh-CN" altLang="en-US"/>
          </a:p>
        </p:txBody>
      </p:sp>
    </p:spTree>
    <p:extLst>
      <p:ext uri="{BB962C8B-B14F-4D97-AF65-F5344CB8AC3E}">
        <p14:creationId xmlns:p14="http://schemas.microsoft.com/office/powerpoint/2010/main" val="14180129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4"/>
          <p:cNvSpPr>
            <a:spLocks noGrp="1" noChangeArrowheads="1"/>
          </p:cNvSpPr>
          <p:nvPr>
            <p:ph type="dt" sz="half" idx="10"/>
          </p:nvPr>
        </p:nvSpPr>
        <p:spPr>
          <a:ln/>
        </p:spPr>
        <p:txBody>
          <a:bodyPr/>
          <a:lstStyle>
            <a:lvl1pPr>
              <a:defRPr/>
            </a:lvl1pPr>
          </a:lstStyle>
          <a:p>
            <a:pPr>
              <a:defRPr/>
            </a:pPr>
            <a:endParaRPr lang="en-US"/>
          </a:p>
        </p:txBody>
      </p:sp>
      <p:sp>
        <p:nvSpPr>
          <p:cNvPr id="5" name="Rectangle 45"/>
          <p:cNvSpPr>
            <a:spLocks noGrp="1" noChangeArrowheads="1"/>
          </p:cNvSpPr>
          <p:nvPr>
            <p:ph type="ftr" sz="quarter" idx="11"/>
          </p:nvPr>
        </p:nvSpPr>
        <p:spPr>
          <a:ln/>
        </p:spPr>
        <p:txBody>
          <a:bodyPr/>
          <a:lstStyle>
            <a:lvl1pPr>
              <a:defRPr/>
            </a:lvl1pPr>
          </a:lstStyle>
          <a:p>
            <a:pPr>
              <a:defRPr/>
            </a:pPr>
            <a:endParaRPr lang="en-US"/>
          </a:p>
        </p:txBody>
      </p:sp>
      <p:sp>
        <p:nvSpPr>
          <p:cNvPr id="6" name="Rectangle 46"/>
          <p:cNvSpPr>
            <a:spLocks noGrp="1" noChangeArrowheads="1"/>
          </p:cNvSpPr>
          <p:nvPr>
            <p:ph type="sldNum" sz="quarter" idx="12"/>
          </p:nvPr>
        </p:nvSpPr>
        <p:spPr>
          <a:ln/>
        </p:spPr>
        <p:txBody>
          <a:bodyPr/>
          <a:lstStyle>
            <a:lvl1pPr>
              <a:defRPr/>
            </a:lvl1pPr>
          </a:lstStyle>
          <a:p>
            <a:pPr>
              <a:defRPr/>
            </a:pPr>
            <a:fld id="{9711A034-AD68-487D-8F4E-DD15AF8F30A2}" type="slidenum">
              <a:rPr lang="en-US" altLang="zh-CN"/>
              <a:pPr>
                <a:defRPr/>
              </a:pPr>
              <a:t>‹#›</a:t>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4"/>
          <p:cNvSpPr>
            <a:spLocks noGrp="1" noChangeArrowheads="1"/>
          </p:cNvSpPr>
          <p:nvPr>
            <p:ph type="dt" sz="half" idx="10"/>
          </p:nvPr>
        </p:nvSpPr>
        <p:spPr>
          <a:ln/>
        </p:spPr>
        <p:txBody>
          <a:bodyPr/>
          <a:lstStyle>
            <a:lvl1pPr>
              <a:defRPr/>
            </a:lvl1pPr>
          </a:lstStyle>
          <a:p>
            <a:pPr>
              <a:defRPr/>
            </a:pPr>
            <a:endParaRPr lang="en-US"/>
          </a:p>
        </p:txBody>
      </p:sp>
      <p:sp>
        <p:nvSpPr>
          <p:cNvPr id="5" name="Rectangle 45"/>
          <p:cNvSpPr>
            <a:spLocks noGrp="1" noChangeArrowheads="1"/>
          </p:cNvSpPr>
          <p:nvPr>
            <p:ph type="ftr" sz="quarter" idx="11"/>
          </p:nvPr>
        </p:nvSpPr>
        <p:spPr>
          <a:ln/>
        </p:spPr>
        <p:txBody>
          <a:bodyPr/>
          <a:lstStyle>
            <a:lvl1pPr>
              <a:defRPr/>
            </a:lvl1pPr>
          </a:lstStyle>
          <a:p>
            <a:pPr>
              <a:defRPr/>
            </a:pPr>
            <a:endParaRPr lang="en-US"/>
          </a:p>
        </p:txBody>
      </p:sp>
      <p:sp>
        <p:nvSpPr>
          <p:cNvPr id="6" name="Rectangle 46"/>
          <p:cNvSpPr>
            <a:spLocks noGrp="1" noChangeArrowheads="1"/>
          </p:cNvSpPr>
          <p:nvPr>
            <p:ph type="sldNum" sz="quarter" idx="12"/>
          </p:nvPr>
        </p:nvSpPr>
        <p:spPr>
          <a:ln/>
        </p:spPr>
        <p:txBody>
          <a:bodyPr/>
          <a:lstStyle>
            <a:lvl1pPr>
              <a:defRPr/>
            </a:lvl1pPr>
          </a:lstStyle>
          <a:p>
            <a:pPr>
              <a:defRPr/>
            </a:pPr>
            <a:fld id="{4E7D4A1C-4CB7-4F6D-A6DA-EB5A64EB8875}" type="slidenum">
              <a:rPr lang="en-US" altLang="zh-CN"/>
              <a:pPr>
                <a:defRPr/>
              </a:pPr>
              <a:t>‹#›</a:t>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4"/>
          <p:cNvSpPr>
            <a:spLocks noGrp="1" noChangeArrowheads="1"/>
          </p:cNvSpPr>
          <p:nvPr>
            <p:ph type="dt" sz="half" idx="10"/>
          </p:nvPr>
        </p:nvSpPr>
        <p:spPr>
          <a:ln/>
        </p:spPr>
        <p:txBody>
          <a:bodyPr/>
          <a:lstStyle>
            <a:lvl1pPr>
              <a:defRPr/>
            </a:lvl1pPr>
          </a:lstStyle>
          <a:p>
            <a:pPr>
              <a:defRPr/>
            </a:pPr>
            <a:endParaRPr lang="en-US"/>
          </a:p>
        </p:txBody>
      </p:sp>
      <p:sp>
        <p:nvSpPr>
          <p:cNvPr id="5" name="Rectangle 45"/>
          <p:cNvSpPr>
            <a:spLocks noGrp="1" noChangeArrowheads="1"/>
          </p:cNvSpPr>
          <p:nvPr>
            <p:ph type="ftr" sz="quarter" idx="11"/>
          </p:nvPr>
        </p:nvSpPr>
        <p:spPr>
          <a:ln/>
        </p:spPr>
        <p:txBody>
          <a:bodyPr/>
          <a:lstStyle>
            <a:lvl1pPr>
              <a:defRPr/>
            </a:lvl1pPr>
          </a:lstStyle>
          <a:p>
            <a:pPr>
              <a:defRPr/>
            </a:pPr>
            <a:endParaRPr lang="en-US"/>
          </a:p>
        </p:txBody>
      </p:sp>
      <p:sp>
        <p:nvSpPr>
          <p:cNvPr id="6" name="Rectangle 46"/>
          <p:cNvSpPr>
            <a:spLocks noGrp="1" noChangeArrowheads="1"/>
          </p:cNvSpPr>
          <p:nvPr>
            <p:ph type="sldNum" sz="quarter" idx="12"/>
          </p:nvPr>
        </p:nvSpPr>
        <p:spPr>
          <a:ln/>
        </p:spPr>
        <p:txBody>
          <a:bodyPr/>
          <a:lstStyle>
            <a:lvl1pPr>
              <a:defRPr/>
            </a:lvl1pPr>
          </a:lstStyle>
          <a:p>
            <a:pPr>
              <a:defRPr/>
            </a:pPr>
            <a:fld id="{7B62E345-65AC-42E2-88DA-23AFCEC0B660}" type="slidenum">
              <a:rPr lang="en-US" altLang="zh-CN"/>
              <a:pPr>
                <a:defRPr/>
              </a:pPr>
              <a:t>‹#›</a:t>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456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456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4"/>
          <p:cNvSpPr>
            <a:spLocks noGrp="1" noChangeArrowheads="1"/>
          </p:cNvSpPr>
          <p:nvPr>
            <p:ph type="dt" sz="half" idx="10"/>
          </p:nvPr>
        </p:nvSpPr>
        <p:spPr>
          <a:ln/>
        </p:spPr>
        <p:txBody>
          <a:bodyPr/>
          <a:lstStyle>
            <a:lvl1pPr>
              <a:defRPr/>
            </a:lvl1pPr>
          </a:lstStyle>
          <a:p>
            <a:pPr>
              <a:defRPr/>
            </a:pPr>
            <a:endParaRPr lang="en-US"/>
          </a:p>
        </p:txBody>
      </p:sp>
      <p:sp>
        <p:nvSpPr>
          <p:cNvPr id="6" name="Rectangle 45"/>
          <p:cNvSpPr>
            <a:spLocks noGrp="1" noChangeArrowheads="1"/>
          </p:cNvSpPr>
          <p:nvPr>
            <p:ph type="ftr" sz="quarter" idx="11"/>
          </p:nvPr>
        </p:nvSpPr>
        <p:spPr>
          <a:ln/>
        </p:spPr>
        <p:txBody>
          <a:bodyPr/>
          <a:lstStyle>
            <a:lvl1pPr>
              <a:defRPr/>
            </a:lvl1pPr>
          </a:lstStyle>
          <a:p>
            <a:pPr>
              <a:defRPr/>
            </a:pPr>
            <a:endParaRPr lang="en-US"/>
          </a:p>
        </p:txBody>
      </p:sp>
      <p:sp>
        <p:nvSpPr>
          <p:cNvPr id="7" name="Rectangle 46"/>
          <p:cNvSpPr>
            <a:spLocks noGrp="1" noChangeArrowheads="1"/>
          </p:cNvSpPr>
          <p:nvPr>
            <p:ph type="sldNum" sz="quarter" idx="12"/>
          </p:nvPr>
        </p:nvSpPr>
        <p:spPr>
          <a:ln/>
        </p:spPr>
        <p:txBody>
          <a:bodyPr/>
          <a:lstStyle>
            <a:lvl1pPr>
              <a:defRPr/>
            </a:lvl1pPr>
          </a:lstStyle>
          <a:p>
            <a:pPr>
              <a:defRPr/>
            </a:pPr>
            <a:fld id="{8DDD227A-3603-4B27-8190-039792948764}" type="slidenum">
              <a:rPr lang="en-US" altLang="zh-CN"/>
              <a:pPr>
                <a:defRPr/>
              </a:pPr>
              <a:t>‹#›</a:t>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4"/>
          <p:cNvSpPr>
            <a:spLocks noGrp="1" noChangeArrowheads="1"/>
          </p:cNvSpPr>
          <p:nvPr>
            <p:ph type="dt" sz="half" idx="10"/>
          </p:nvPr>
        </p:nvSpPr>
        <p:spPr>
          <a:ln/>
        </p:spPr>
        <p:txBody>
          <a:bodyPr/>
          <a:lstStyle>
            <a:lvl1pPr>
              <a:defRPr/>
            </a:lvl1pPr>
          </a:lstStyle>
          <a:p>
            <a:pPr>
              <a:defRPr/>
            </a:pPr>
            <a:endParaRPr lang="en-US"/>
          </a:p>
        </p:txBody>
      </p:sp>
      <p:sp>
        <p:nvSpPr>
          <p:cNvPr id="8" name="Rectangle 45"/>
          <p:cNvSpPr>
            <a:spLocks noGrp="1" noChangeArrowheads="1"/>
          </p:cNvSpPr>
          <p:nvPr>
            <p:ph type="ftr" sz="quarter" idx="11"/>
          </p:nvPr>
        </p:nvSpPr>
        <p:spPr>
          <a:ln/>
        </p:spPr>
        <p:txBody>
          <a:bodyPr/>
          <a:lstStyle>
            <a:lvl1pPr>
              <a:defRPr/>
            </a:lvl1pPr>
          </a:lstStyle>
          <a:p>
            <a:pPr>
              <a:defRPr/>
            </a:pPr>
            <a:endParaRPr lang="en-US"/>
          </a:p>
        </p:txBody>
      </p:sp>
      <p:sp>
        <p:nvSpPr>
          <p:cNvPr id="9" name="Rectangle 46"/>
          <p:cNvSpPr>
            <a:spLocks noGrp="1" noChangeArrowheads="1"/>
          </p:cNvSpPr>
          <p:nvPr>
            <p:ph type="sldNum" sz="quarter" idx="12"/>
          </p:nvPr>
        </p:nvSpPr>
        <p:spPr>
          <a:ln/>
        </p:spPr>
        <p:txBody>
          <a:bodyPr/>
          <a:lstStyle>
            <a:lvl1pPr>
              <a:defRPr/>
            </a:lvl1pPr>
          </a:lstStyle>
          <a:p>
            <a:pPr>
              <a:defRPr/>
            </a:pPr>
            <a:fld id="{ADF61C65-D55F-4198-8A37-442F32AB9F3A}" type="slidenum">
              <a:rPr lang="en-US" altLang="zh-CN"/>
              <a:pPr>
                <a:defRPr/>
              </a:pPr>
              <a:t>‹#›</a:t>
            </a:fld>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4"/>
          <p:cNvSpPr>
            <a:spLocks noGrp="1" noChangeArrowheads="1"/>
          </p:cNvSpPr>
          <p:nvPr>
            <p:ph type="dt" sz="half" idx="10"/>
          </p:nvPr>
        </p:nvSpPr>
        <p:spPr>
          <a:ln/>
        </p:spPr>
        <p:txBody>
          <a:bodyPr/>
          <a:lstStyle>
            <a:lvl1pPr>
              <a:defRPr/>
            </a:lvl1pPr>
          </a:lstStyle>
          <a:p>
            <a:pPr>
              <a:defRPr/>
            </a:pPr>
            <a:endParaRPr lang="en-US"/>
          </a:p>
        </p:txBody>
      </p:sp>
      <p:sp>
        <p:nvSpPr>
          <p:cNvPr id="4" name="Rectangle 45"/>
          <p:cNvSpPr>
            <a:spLocks noGrp="1" noChangeArrowheads="1"/>
          </p:cNvSpPr>
          <p:nvPr>
            <p:ph type="ftr" sz="quarter" idx="11"/>
          </p:nvPr>
        </p:nvSpPr>
        <p:spPr>
          <a:ln/>
        </p:spPr>
        <p:txBody>
          <a:bodyPr/>
          <a:lstStyle>
            <a:lvl1pPr>
              <a:defRPr/>
            </a:lvl1pPr>
          </a:lstStyle>
          <a:p>
            <a:pPr>
              <a:defRPr/>
            </a:pPr>
            <a:endParaRPr lang="en-US"/>
          </a:p>
        </p:txBody>
      </p:sp>
      <p:sp>
        <p:nvSpPr>
          <p:cNvPr id="5" name="Rectangle 46"/>
          <p:cNvSpPr>
            <a:spLocks noGrp="1" noChangeArrowheads="1"/>
          </p:cNvSpPr>
          <p:nvPr>
            <p:ph type="sldNum" sz="quarter" idx="12"/>
          </p:nvPr>
        </p:nvSpPr>
        <p:spPr>
          <a:ln/>
        </p:spPr>
        <p:txBody>
          <a:bodyPr/>
          <a:lstStyle>
            <a:lvl1pPr>
              <a:defRPr/>
            </a:lvl1pPr>
          </a:lstStyle>
          <a:p>
            <a:pPr>
              <a:defRPr/>
            </a:pPr>
            <a:fld id="{3699A01A-A1FA-4863-B9FF-746D671D83D8}" type="slidenum">
              <a:rPr lang="en-US" altLang="zh-CN"/>
              <a:pPr>
                <a:defRPr/>
              </a:pPr>
              <a:t>‹#›</a:t>
            </a:fld>
            <a:endParaRPr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4"/>
          <p:cNvSpPr>
            <a:spLocks noGrp="1" noChangeArrowheads="1"/>
          </p:cNvSpPr>
          <p:nvPr>
            <p:ph type="dt" sz="half" idx="10"/>
          </p:nvPr>
        </p:nvSpPr>
        <p:spPr>
          <a:ln/>
        </p:spPr>
        <p:txBody>
          <a:bodyPr/>
          <a:lstStyle>
            <a:lvl1pPr>
              <a:defRPr/>
            </a:lvl1pPr>
          </a:lstStyle>
          <a:p>
            <a:pPr>
              <a:defRPr/>
            </a:pPr>
            <a:endParaRPr lang="en-US"/>
          </a:p>
        </p:txBody>
      </p:sp>
      <p:sp>
        <p:nvSpPr>
          <p:cNvPr id="3" name="Rectangle 45"/>
          <p:cNvSpPr>
            <a:spLocks noGrp="1" noChangeArrowheads="1"/>
          </p:cNvSpPr>
          <p:nvPr>
            <p:ph type="ftr" sz="quarter" idx="11"/>
          </p:nvPr>
        </p:nvSpPr>
        <p:spPr>
          <a:ln/>
        </p:spPr>
        <p:txBody>
          <a:bodyPr/>
          <a:lstStyle>
            <a:lvl1pPr>
              <a:defRPr/>
            </a:lvl1pPr>
          </a:lstStyle>
          <a:p>
            <a:pPr>
              <a:defRPr/>
            </a:pPr>
            <a:endParaRPr lang="en-US"/>
          </a:p>
        </p:txBody>
      </p:sp>
      <p:sp>
        <p:nvSpPr>
          <p:cNvPr id="4" name="Rectangle 46"/>
          <p:cNvSpPr>
            <a:spLocks noGrp="1" noChangeArrowheads="1"/>
          </p:cNvSpPr>
          <p:nvPr>
            <p:ph type="sldNum" sz="quarter" idx="12"/>
          </p:nvPr>
        </p:nvSpPr>
        <p:spPr>
          <a:ln/>
        </p:spPr>
        <p:txBody>
          <a:bodyPr/>
          <a:lstStyle>
            <a:lvl1pPr>
              <a:defRPr/>
            </a:lvl1pPr>
          </a:lstStyle>
          <a:p>
            <a:pPr>
              <a:defRPr/>
            </a:pPr>
            <a:fld id="{442F193A-5AE3-4C47-A352-9365160ECC20}" type="slidenum">
              <a:rPr lang="en-US" altLang="zh-CN"/>
              <a:pPr>
                <a:defRPr/>
              </a:pPr>
              <a:t>‹#›</a:t>
            </a:fld>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4"/>
          <p:cNvSpPr>
            <a:spLocks noGrp="1" noChangeArrowheads="1"/>
          </p:cNvSpPr>
          <p:nvPr>
            <p:ph type="dt" sz="half" idx="10"/>
          </p:nvPr>
        </p:nvSpPr>
        <p:spPr>
          <a:ln/>
        </p:spPr>
        <p:txBody>
          <a:bodyPr/>
          <a:lstStyle>
            <a:lvl1pPr>
              <a:defRPr/>
            </a:lvl1pPr>
          </a:lstStyle>
          <a:p>
            <a:pPr>
              <a:defRPr/>
            </a:pPr>
            <a:endParaRPr lang="en-US"/>
          </a:p>
        </p:txBody>
      </p:sp>
      <p:sp>
        <p:nvSpPr>
          <p:cNvPr id="6" name="Rectangle 45"/>
          <p:cNvSpPr>
            <a:spLocks noGrp="1" noChangeArrowheads="1"/>
          </p:cNvSpPr>
          <p:nvPr>
            <p:ph type="ftr" sz="quarter" idx="11"/>
          </p:nvPr>
        </p:nvSpPr>
        <p:spPr>
          <a:ln/>
        </p:spPr>
        <p:txBody>
          <a:bodyPr/>
          <a:lstStyle>
            <a:lvl1pPr>
              <a:defRPr/>
            </a:lvl1pPr>
          </a:lstStyle>
          <a:p>
            <a:pPr>
              <a:defRPr/>
            </a:pPr>
            <a:endParaRPr lang="en-US"/>
          </a:p>
        </p:txBody>
      </p:sp>
      <p:sp>
        <p:nvSpPr>
          <p:cNvPr id="7" name="Rectangle 46"/>
          <p:cNvSpPr>
            <a:spLocks noGrp="1" noChangeArrowheads="1"/>
          </p:cNvSpPr>
          <p:nvPr>
            <p:ph type="sldNum" sz="quarter" idx="12"/>
          </p:nvPr>
        </p:nvSpPr>
        <p:spPr>
          <a:ln/>
        </p:spPr>
        <p:txBody>
          <a:bodyPr/>
          <a:lstStyle>
            <a:lvl1pPr>
              <a:defRPr/>
            </a:lvl1pPr>
          </a:lstStyle>
          <a:p>
            <a:pPr>
              <a:defRPr/>
            </a:pPr>
            <a:fld id="{A4D54CA7-51FA-4229-B83C-4BD7D7888F13}" type="slidenum">
              <a:rPr lang="en-US" altLang="zh-CN"/>
              <a:pPr>
                <a:defRPr/>
              </a:pPr>
              <a:t>‹#›</a:t>
            </a:fld>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4"/>
          <p:cNvSpPr>
            <a:spLocks noGrp="1" noChangeArrowheads="1"/>
          </p:cNvSpPr>
          <p:nvPr>
            <p:ph type="dt" sz="half" idx="10"/>
          </p:nvPr>
        </p:nvSpPr>
        <p:spPr>
          <a:ln/>
        </p:spPr>
        <p:txBody>
          <a:bodyPr/>
          <a:lstStyle>
            <a:lvl1pPr>
              <a:defRPr/>
            </a:lvl1pPr>
          </a:lstStyle>
          <a:p>
            <a:pPr>
              <a:defRPr/>
            </a:pPr>
            <a:endParaRPr lang="en-US"/>
          </a:p>
        </p:txBody>
      </p:sp>
      <p:sp>
        <p:nvSpPr>
          <p:cNvPr id="6" name="Rectangle 45"/>
          <p:cNvSpPr>
            <a:spLocks noGrp="1" noChangeArrowheads="1"/>
          </p:cNvSpPr>
          <p:nvPr>
            <p:ph type="ftr" sz="quarter" idx="11"/>
          </p:nvPr>
        </p:nvSpPr>
        <p:spPr>
          <a:ln/>
        </p:spPr>
        <p:txBody>
          <a:bodyPr/>
          <a:lstStyle>
            <a:lvl1pPr>
              <a:defRPr/>
            </a:lvl1pPr>
          </a:lstStyle>
          <a:p>
            <a:pPr>
              <a:defRPr/>
            </a:pPr>
            <a:endParaRPr lang="en-US"/>
          </a:p>
        </p:txBody>
      </p:sp>
      <p:sp>
        <p:nvSpPr>
          <p:cNvPr id="7" name="Rectangle 46"/>
          <p:cNvSpPr>
            <a:spLocks noGrp="1" noChangeArrowheads="1"/>
          </p:cNvSpPr>
          <p:nvPr>
            <p:ph type="sldNum" sz="quarter" idx="12"/>
          </p:nvPr>
        </p:nvSpPr>
        <p:spPr>
          <a:ln/>
        </p:spPr>
        <p:txBody>
          <a:bodyPr/>
          <a:lstStyle>
            <a:lvl1pPr>
              <a:defRPr/>
            </a:lvl1pPr>
          </a:lstStyle>
          <a:p>
            <a:pPr>
              <a:defRPr/>
            </a:pPr>
            <a:fld id="{D941ED0A-5A90-4F1D-9F7D-4404F4632B66}" type="slidenum">
              <a:rPr lang="en-US" altLang="zh-CN"/>
              <a:pPr>
                <a:defRPr/>
              </a:pPr>
              <a:t>‹#›</a:t>
            </a:fld>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4"/>
          <p:cNvSpPr>
            <a:spLocks noGrp="1" noChangeArrowheads="1"/>
          </p:cNvSpPr>
          <p:nvPr>
            <p:ph type="dt" sz="half" idx="10"/>
          </p:nvPr>
        </p:nvSpPr>
        <p:spPr>
          <a:ln/>
        </p:spPr>
        <p:txBody>
          <a:bodyPr/>
          <a:lstStyle>
            <a:lvl1pPr>
              <a:defRPr/>
            </a:lvl1pPr>
          </a:lstStyle>
          <a:p>
            <a:pPr>
              <a:defRPr/>
            </a:pPr>
            <a:endParaRPr lang="en-US"/>
          </a:p>
        </p:txBody>
      </p:sp>
      <p:sp>
        <p:nvSpPr>
          <p:cNvPr id="5" name="Rectangle 45"/>
          <p:cNvSpPr>
            <a:spLocks noGrp="1" noChangeArrowheads="1"/>
          </p:cNvSpPr>
          <p:nvPr>
            <p:ph type="ftr" sz="quarter" idx="11"/>
          </p:nvPr>
        </p:nvSpPr>
        <p:spPr>
          <a:ln/>
        </p:spPr>
        <p:txBody>
          <a:bodyPr/>
          <a:lstStyle>
            <a:lvl1pPr>
              <a:defRPr/>
            </a:lvl1pPr>
          </a:lstStyle>
          <a:p>
            <a:pPr>
              <a:defRPr/>
            </a:pPr>
            <a:endParaRPr lang="en-US"/>
          </a:p>
        </p:txBody>
      </p:sp>
      <p:sp>
        <p:nvSpPr>
          <p:cNvPr id="6" name="Rectangle 46"/>
          <p:cNvSpPr>
            <a:spLocks noGrp="1" noChangeArrowheads="1"/>
          </p:cNvSpPr>
          <p:nvPr>
            <p:ph type="sldNum" sz="quarter" idx="12"/>
          </p:nvPr>
        </p:nvSpPr>
        <p:spPr>
          <a:ln/>
        </p:spPr>
        <p:txBody>
          <a:bodyPr/>
          <a:lstStyle>
            <a:lvl1pPr>
              <a:defRPr/>
            </a:lvl1pPr>
          </a:lstStyle>
          <a:p>
            <a:pPr>
              <a:defRPr/>
            </a:pPr>
            <a:fld id="{01E91C4C-EDF4-499F-BF9D-33CAB0AE3785}" type="slidenum">
              <a:rPr lang="en-US" altLang="zh-CN"/>
              <a:pPr>
                <a:defRPr/>
              </a:pPr>
              <a:t>‹#›</a:t>
            </a:fld>
            <a:endParaRPr lang="en-US" alt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6225" y="103188"/>
            <a:ext cx="2060575" cy="59531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42913" y="103188"/>
            <a:ext cx="6030912" cy="59531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4"/>
          <p:cNvSpPr>
            <a:spLocks noGrp="1" noChangeArrowheads="1"/>
          </p:cNvSpPr>
          <p:nvPr>
            <p:ph type="dt" sz="half" idx="10"/>
          </p:nvPr>
        </p:nvSpPr>
        <p:spPr>
          <a:ln/>
        </p:spPr>
        <p:txBody>
          <a:bodyPr/>
          <a:lstStyle>
            <a:lvl1pPr>
              <a:defRPr/>
            </a:lvl1pPr>
          </a:lstStyle>
          <a:p>
            <a:pPr>
              <a:defRPr/>
            </a:pPr>
            <a:endParaRPr lang="en-US"/>
          </a:p>
        </p:txBody>
      </p:sp>
      <p:sp>
        <p:nvSpPr>
          <p:cNvPr id="5" name="Rectangle 45"/>
          <p:cNvSpPr>
            <a:spLocks noGrp="1" noChangeArrowheads="1"/>
          </p:cNvSpPr>
          <p:nvPr>
            <p:ph type="ftr" sz="quarter" idx="11"/>
          </p:nvPr>
        </p:nvSpPr>
        <p:spPr>
          <a:ln/>
        </p:spPr>
        <p:txBody>
          <a:bodyPr/>
          <a:lstStyle>
            <a:lvl1pPr>
              <a:defRPr/>
            </a:lvl1pPr>
          </a:lstStyle>
          <a:p>
            <a:pPr>
              <a:defRPr/>
            </a:pPr>
            <a:endParaRPr lang="en-US"/>
          </a:p>
        </p:txBody>
      </p:sp>
      <p:sp>
        <p:nvSpPr>
          <p:cNvPr id="6" name="Rectangle 46"/>
          <p:cNvSpPr>
            <a:spLocks noGrp="1" noChangeArrowheads="1"/>
          </p:cNvSpPr>
          <p:nvPr>
            <p:ph type="sldNum" sz="quarter" idx="12"/>
          </p:nvPr>
        </p:nvSpPr>
        <p:spPr>
          <a:ln/>
        </p:spPr>
        <p:txBody>
          <a:bodyPr/>
          <a:lstStyle>
            <a:lvl1pPr>
              <a:defRPr/>
            </a:lvl1pPr>
          </a:lstStyle>
          <a:p>
            <a:pPr>
              <a:defRPr/>
            </a:pPr>
            <a:fld id="{BD1FDFE0-B1B2-4490-BEEE-0968166CB366}" type="slidenum">
              <a:rPr lang="en-US" altLang="zh-CN"/>
              <a:pPr>
                <a:defRPr/>
              </a:pPr>
              <a:t>‹#›</a:t>
            </a:fld>
            <a:endParaRPr lang="en-US" alt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5_仅标题">
    <p:spTree>
      <p:nvGrpSpPr>
        <p:cNvPr id="1" name=""/>
        <p:cNvGrpSpPr/>
        <p:nvPr/>
      </p:nvGrpSpPr>
      <p:grpSpPr>
        <a:xfrm>
          <a:off x="0" y="0"/>
          <a:ext cx="0" cy="0"/>
          <a:chOff x="0" y="0"/>
          <a:chExt cx="0" cy="0"/>
        </a:xfrm>
      </p:grpSpPr>
      <p:pic>
        <p:nvPicPr>
          <p:cNvPr id="16" name="图片 15">
            <a:extLst>
              <a:ext uri="{FF2B5EF4-FFF2-40B4-BE49-F238E27FC236}">
                <a16:creationId xmlns:a16="http://schemas.microsoft.com/office/drawing/2014/main" id="{D2935639-FD12-40F8-A27C-1853776E60B7}"/>
              </a:ext>
            </a:extLst>
          </p:cNvPr>
          <p:cNvPicPr>
            <a:picLocks noChangeAspect="1"/>
          </p:cNvPicPr>
          <p:nvPr userDrawn="1"/>
        </p:nvPicPr>
        <p:blipFill>
          <a:blip r:embed="rId2" cstate="print">
            <a:extLst>
              <a:ext uri="{BEBA8EAE-BF5A-486C-A8C5-ECC9F3942E4B}">
                <a14:imgProps xmlns:a14="http://schemas.microsoft.com/office/drawing/2010/main">
                  <a14:imgLayer r:embed="rId3">
                    <a14:imgEffect>
                      <a14:backgroundRemoval t="423" b="98451" l="1574" r="98184">
                        <a14:foregroundMark x1="23002" y1="16197" x2="23002" y2="16197"/>
                        <a14:foregroundMark x1="33777" y1="21127" x2="33777" y2="21127"/>
                        <a14:foregroundMark x1="30266" y1="71831" x2="30266" y2="71831"/>
                        <a14:foregroundMark x1="67554" y1="70563" x2="67554" y2="70563"/>
                        <a14:foregroundMark x1="50484" y1="76761" x2="50484" y2="76761"/>
                        <a14:foregroundMark x1="50121" y1="82113" x2="50121" y2="82113"/>
                        <a14:foregroundMark x1="59564" y1="80282" x2="59564" y2="80282"/>
                        <a14:foregroundMark x1="42857" y1="82676" x2="42857" y2="82676"/>
                        <a14:foregroundMark x1="27119" y1="80000" x2="27119" y2="80000"/>
                        <a14:foregroundMark x1="36683" y1="86620" x2="36683" y2="86620"/>
                        <a14:foregroundMark x1="25182" y1="86479" x2="25182" y2="86479"/>
                        <a14:foregroundMark x1="23971" y1="80704" x2="23971" y2="80704"/>
                        <a14:foregroundMark x1="59685" y1="95352" x2="59685" y2="95352"/>
                        <a14:foregroundMark x1="42615" y1="70423" x2="42615" y2="70423"/>
                        <a14:foregroundMark x1="48305" y1="70704" x2="48305" y2="70704"/>
                        <a14:foregroundMark x1="52300" y1="69859" x2="52300" y2="69859"/>
                        <a14:foregroundMark x1="57385" y1="70423" x2="57385" y2="70423"/>
                      </a14:backgroundRemoval>
                    </a14:imgEffect>
                  </a14:imgLayer>
                </a14:imgProps>
              </a:ext>
              <a:ext uri="{28A0092B-C50C-407E-A947-70E740481C1C}">
                <a14:useLocalDpi xmlns:a14="http://schemas.microsoft.com/office/drawing/2010/main" val="0"/>
              </a:ext>
            </a:extLst>
          </a:blip>
          <a:stretch>
            <a:fillRect/>
          </a:stretch>
        </p:blipFill>
        <p:spPr>
          <a:xfrm>
            <a:off x="2047567" y="6256434"/>
            <a:ext cx="524959" cy="601566"/>
          </a:xfrm>
          <a:prstGeom prst="rect">
            <a:avLst/>
          </a:prstGeom>
        </p:spPr>
      </p:pic>
      <p:sp>
        <p:nvSpPr>
          <p:cNvPr id="17" name="矩形 16">
            <a:extLst>
              <a:ext uri="{FF2B5EF4-FFF2-40B4-BE49-F238E27FC236}">
                <a16:creationId xmlns:a16="http://schemas.microsoft.com/office/drawing/2014/main" id="{B6307789-F954-40EF-8AE3-9E22581B2139}"/>
              </a:ext>
            </a:extLst>
          </p:cNvPr>
          <p:cNvSpPr/>
          <p:nvPr userDrawn="1"/>
        </p:nvSpPr>
        <p:spPr>
          <a:xfrm>
            <a:off x="3276081" y="6290559"/>
            <a:ext cx="3094116" cy="400110"/>
          </a:xfrm>
          <a:prstGeom prst="rect">
            <a:avLst/>
          </a:prstGeom>
          <a:noFill/>
          <a:ln>
            <a:noFill/>
          </a:ln>
        </p:spPr>
        <p:txBody>
          <a:bodyPr wrap="none" lIns="91440" tIns="45720" rIns="91440" bIns="45720">
            <a:spAutoFit/>
          </a:bodyPr>
          <a:lstStyle/>
          <a:p>
            <a:pPr algn="ctr"/>
            <a:r>
              <a:rPr lang="zh-CN" altLang="en-US" sz="2000" b="1" cap="none" spc="50" dirty="0">
                <a:ln w="9525" cmpd="sng">
                  <a:solidFill>
                    <a:schemeClr val="accent1"/>
                  </a:solidFill>
                  <a:prstDash val="solid"/>
                </a:ln>
                <a:solidFill>
                  <a:srgbClr val="70AD47">
                    <a:tint val="1000"/>
                  </a:srgbClr>
                </a:solidFill>
                <a:effectLst>
                  <a:glow rad="38100">
                    <a:schemeClr val="accent1">
                      <a:alpha val="40000"/>
                    </a:schemeClr>
                  </a:glow>
                </a:effectLst>
              </a:rPr>
              <a:t>马克思主义基本原理概论</a:t>
            </a:r>
          </a:p>
        </p:txBody>
      </p:sp>
      <p:cxnSp>
        <p:nvCxnSpPr>
          <p:cNvPr id="18" name="直接连接符 17">
            <a:extLst>
              <a:ext uri="{FF2B5EF4-FFF2-40B4-BE49-F238E27FC236}">
                <a16:creationId xmlns:a16="http://schemas.microsoft.com/office/drawing/2014/main" id="{B8945FAF-11F3-405F-84B7-D84653A12A6A}"/>
              </a:ext>
            </a:extLst>
          </p:cNvPr>
          <p:cNvCxnSpPr>
            <a:cxnSpLocks/>
          </p:cNvCxnSpPr>
          <p:nvPr userDrawn="1"/>
        </p:nvCxnSpPr>
        <p:spPr>
          <a:xfrm>
            <a:off x="0" y="6212450"/>
            <a:ext cx="925227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7254949"/>
      </p:ext>
    </p:extLst>
  </p:cSld>
  <p:clrMapOvr>
    <a:masterClrMapping/>
  </p:clrMapOvr>
  <p:transition spd="med" advClick="0" advTm="0">
    <p:push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6_仅标题">
    <p:spTree>
      <p:nvGrpSpPr>
        <p:cNvPr id="1" name=""/>
        <p:cNvGrpSpPr/>
        <p:nvPr/>
      </p:nvGrpSpPr>
      <p:grpSpPr>
        <a:xfrm>
          <a:off x="0" y="0"/>
          <a:ext cx="0" cy="0"/>
          <a:chOff x="0" y="0"/>
          <a:chExt cx="0" cy="0"/>
        </a:xfrm>
      </p:grpSpPr>
      <p:pic>
        <p:nvPicPr>
          <p:cNvPr id="16" name="图片 15">
            <a:extLst>
              <a:ext uri="{FF2B5EF4-FFF2-40B4-BE49-F238E27FC236}">
                <a16:creationId xmlns:a16="http://schemas.microsoft.com/office/drawing/2014/main" id="{D2935639-FD12-40F8-A27C-1853776E60B7}"/>
              </a:ext>
            </a:extLst>
          </p:cNvPr>
          <p:cNvPicPr>
            <a:picLocks noChangeAspect="1"/>
          </p:cNvPicPr>
          <p:nvPr userDrawn="1"/>
        </p:nvPicPr>
        <p:blipFill>
          <a:blip r:embed="rId2" cstate="print">
            <a:extLst>
              <a:ext uri="{BEBA8EAE-BF5A-486C-A8C5-ECC9F3942E4B}">
                <a14:imgProps xmlns:a14="http://schemas.microsoft.com/office/drawing/2010/main">
                  <a14:imgLayer r:embed="rId3">
                    <a14:imgEffect>
                      <a14:backgroundRemoval t="423" b="98451" l="1574" r="98184">
                        <a14:foregroundMark x1="23002" y1="16197" x2="23002" y2="16197"/>
                        <a14:foregroundMark x1="33777" y1="21127" x2="33777" y2="21127"/>
                        <a14:foregroundMark x1="30266" y1="71831" x2="30266" y2="71831"/>
                        <a14:foregroundMark x1="67554" y1="70563" x2="67554" y2="70563"/>
                        <a14:foregroundMark x1="50484" y1="76761" x2="50484" y2="76761"/>
                        <a14:foregroundMark x1="50121" y1="82113" x2="50121" y2="82113"/>
                        <a14:foregroundMark x1="59564" y1="80282" x2="59564" y2="80282"/>
                        <a14:foregroundMark x1="42857" y1="82676" x2="42857" y2="82676"/>
                        <a14:foregroundMark x1="27119" y1="80000" x2="27119" y2="80000"/>
                        <a14:foregroundMark x1="36683" y1="86620" x2="36683" y2="86620"/>
                        <a14:foregroundMark x1="25182" y1="86479" x2="25182" y2="86479"/>
                        <a14:foregroundMark x1="23971" y1="80704" x2="23971" y2="80704"/>
                        <a14:foregroundMark x1="59685" y1="95352" x2="59685" y2="95352"/>
                        <a14:foregroundMark x1="42615" y1="70423" x2="42615" y2="70423"/>
                        <a14:foregroundMark x1="48305" y1="70704" x2="48305" y2="70704"/>
                        <a14:foregroundMark x1="52300" y1="69859" x2="52300" y2="69859"/>
                        <a14:foregroundMark x1="57385" y1="70423" x2="57385" y2="70423"/>
                      </a14:backgroundRemoval>
                    </a14:imgEffect>
                  </a14:imgLayer>
                </a14:imgProps>
              </a:ext>
              <a:ext uri="{28A0092B-C50C-407E-A947-70E740481C1C}">
                <a14:useLocalDpi xmlns:a14="http://schemas.microsoft.com/office/drawing/2010/main" val="0"/>
              </a:ext>
            </a:extLst>
          </a:blip>
          <a:stretch>
            <a:fillRect/>
          </a:stretch>
        </p:blipFill>
        <p:spPr>
          <a:xfrm>
            <a:off x="2047567" y="6256434"/>
            <a:ext cx="524959" cy="601566"/>
          </a:xfrm>
          <a:prstGeom prst="rect">
            <a:avLst/>
          </a:prstGeom>
        </p:spPr>
      </p:pic>
      <p:sp>
        <p:nvSpPr>
          <p:cNvPr id="17" name="矩形 16">
            <a:extLst>
              <a:ext uri="{FF2B5EF4-FFF2-40B4-BE49-F238E27FC236}">
                <a16:creationId xmlns:a16="http://schemas.microsoft.com/office/drawing/2014/main" id="{B6307789-F954-40EF-8AE3-9E22581B2139}"/>
              </a:ext>
            </a:extLst>
          </p:cNvPr>
          <p:cNvSpPr/>
          <p:nvPr userDrawn="1"/>
        </p:nvSpPr>
        <p:spPr>
          <a:xfrm>
            <a:off x="3276081" y="6290559"/>
            <a:ext cx="3094116" cy="400110"/>
          </a:xfrm>
          <a:prstGeom prst="rect">
            <a:avLst/>
          </a:prstGeom>
          <a:noFill/>
          <a:ln>
            <a:noFill/>
          </a:ln>
        </p:spPr>
        <p:txBody>
          <a:bodyPr wrap="none" lIns="91440" tIns="45720" rIns="91440" bIns="45720">
            <a:spAutoFit/>
          </a:bodyPr>
          <a:lstStyle/>
          <a:p>
            <a:pPr algn="ctr"/>
            <a:r>
              <a:rPr lang="zh-CN" altLang="en-US" sz="2000" b="1" cap="none" spc="50" dirty="0">
                <a:ln w="9525" cmpd="sng">
                  <a:solidFill>
                    <a:schemeClr val="accent1"/>
                  </a:solidFill>
                  <a:prstDash val="solid"/>
                </a:ln>
                <a:solidFill>
                  <a:srgbClr val="70AD47">
                    <a:tint val="1000"/>
                  </a:srgbClr>
                </a:solidFill>
                <a:effectLst>
                  <a:glow rad="38100">
                    <a:schemeClr val="accent1">
                      <a:alpha val="40000"/>
                    </a:schemeClr>
                  </a:glow>
                </a:effectLst>
              </a:rPr>
              <a:t>马克思主义基本原理概论</a:t>
            </a:r>
          </a:p>
        </p:txBody>
      </p:sp>
      <p:cxnSp>
        <p:nvCxnSpPr>
          <p:cNvPr id="18" name="直接连接符 17">
            <a:extLst>
              <a:ext uri="{FF2B5EF4-FFF2-40B4-BE49-F238E27FC236}">
                <a16:creationId xmlns:a16="http://schemas.microsoft.com/office/drawing/2014/main" id="{B8945FAF-11F3-405F-84B7-D84653A12A6A}"/>
              </a:ext>
            </a:extLst>
          </p:cNvPr>
          <p:cNvCxnSpPr>
            <a:cxnSpLocks/>
          </p:cNvCxnSpPr>
          <p:nvPr userDrawn="1"/>
        </p:nvCxnSpPr>
        <p:spPr>
          <a:xfrm>
            <a:off x="0" y="6212450"/>
            <a:ext cx="925227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3126006"/>
      </p:ext>
    </p:extLst>
  </p:cSld>
  <p:clrMapOvr>
    <a:masterClrMapping/>
  </p:clrMapOvr>
  <p:transition spd="med" advClick="0" advTm="0">
    <p:push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7938" y="0"/>
            <a:ext cx="2833688" cy="6856413"/>
            <a:chOff x="0" y="0"/>
            <a:chExt cx="1785" cy="4319"/>
          </a:xfrm>
        </p:grpSpPr>
        <p:sp>
          <p:nvSpPr>
            <p:cNvPr id="1032" name="Freeform 3"/>
            <p:cNvSpPr>
              <a:spLocks noChangeArrowheads="1"/>
            </p:cNvSpPr>
            <p:nvPr/>
          </p:nvSpPr>
          <p:spPr bwMode="auto">
            <a:xfrm>
              <a:off x="0" y="3262"/>
              <a:ext cx="472" cy="802"/>
            </a:xfrm>
            <a:custGeom>
              <a:avLst/>
              <a:gdLst>
                <a:gd name="T0" fmla="*/ 5 w 472"/>
                <a:gd name="T1" fmla="*/ 32 h 802"/>
                <a:gd name="T2" fmla="*/ 189 w 472"/>
                <a:gd name="T3" fmla="*/ 26 h 802"/>
                <a:gd name="T4" fmla="*/ 309 w 472"/>
                <a:gd name="T5" fmla="*/ 66 h 802"/>
                <a:gd name="T6" fmla="*/ 357 w 472"/>
                <a:gd name="T7" fmla="*/ 98 h 802"/>
                <a:gd name="T8" fmla="*/ 413 w 472"/>
                <a:gd name="T9" fmla="*/ 162 h 802"/>
                <a:gd name="T10" fmla="*/ 437 w 472"/>
                <a:gd name="T11" fmla="*/ 250 h 802"/>
                <a:gd name="T12" fmla="*/ 397 w 472"/>
                <a:gd name="T13" fmla="*/ 530 h 802"/>
                <a:gd name="T14" fmla="*/ 341 w 472"/>
                <a:gd name="T15" fmla="*/ 634 h 802"/>
                <a:gd name="T16" fmla="*/ 173 w 472"/>
                <a:gd name="T17" fmla="*/ 714 h 802"/>
                <a:gd name="T18" fmla="*/ 77 w 472"/>
                <a:gd name="T19" fmla="*/ 730 h 802"/>
                <a:gd name="T20" fmla="*/ 69 w 472"/>
                <a:gd name="T21" fmla="*/ 802 h 802"/>
                <a:gd name="T22" fmla="*/ 7 w 472"/>
                <a:gd name="T23" fmla="*/ 788 h 802"/>
                <a:gd name="T24" fmla="*/ 5 w 472"/>
                <a:gd name="T25" fmla="*/ 751 h 802"/>
                <a:gd name="T26" fmla="*/ 37 w 472"/>
                <a:gd name="T27" fmla="*/ 722 h 802"/>
                <a:gd name="T28" fmla="*/ 5 w 472"/>
                <a:gd name="T29" fmla="*/ 670 h 802"/>
                <a:gd name="T30" fmla="*/ 5 w 472"/>
                <a:gd name="T31" fmla="*/ 32 h 80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72"/>
                <a:gd name="T49" fmla="*/ 0 h 802"/>
                <a:gd name="T50" fmla="*/ 472 w 472"/>
                <a:gd name="T51" fmla="*/ 802 h 80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72" h="802">
                  <a:moveTo>
                    <a:pt x="5" y="32"/>
                  </a:moveTo>
                  <a:cubicBezTo>
                    <a:pt x="101" y="0"/>
                    <a:pt x="20" y="17"/>
                    <a:pt x="189" y="26"/>
                  </a:cubicBezTo>
                  <a:cubicBezTo>
                    <a:pt x="221" y="37"/>
                    <a:pt x="280" y="47"/>
                    <a:pt x="309" y="66"/>
                  </a:cubicBezTo>
                  <a:cubicBezTo>
                    <a:pt x="325" y="77"/>
                    <a:pt x="357" y="98"/>
                    <a:pt x="357" y="98"/>
                  </a:cubicBezTo>
                  <a:cubicBezTo>
                    <a:pt x="394" y="154"/>
                    <a:pt x="373" y="135"/>
                    <a:pt x="413" y="162"/>
                  </a:cubicBezTo>
                  <a:cubicBezTo>
                    <a:pt x="433" y="223"/>
                    <a:pt x="426" y="193"/>
                    <a:pt x="437" y="250"/>
                  </a:cubicBezTo>
                  <a:cubicBezTo>
                    <a:pt x="433" y="370"/>
                    <a:pt x="472" y="455"/>
                    <a:pt x="397" y="530"/>
                  </a:cubicBezTo>
                  <a:cubicBezTo>
                    <a:pt x="385" y="567"/>
                    <a:pt x="368" y="607"/>
                    <a:pt x="341" y="634"/>
                  </a:cubicBezTo>
                  <a:cubicBezTo>
                    <a:pt x="319" y="701"/>
                    <a:pt x="233" y="707"/>
                    <a:pt x="173" y="714"/>
                  </a:cubicBezTo>
                  <a:cubicBezTo>
                    <a:pt x="142" y="724"/>
                    <a:pt x="100" y="707"/>
                    <a:pt x="77" y="730"/>
                  </a:cubicBezTo>
                  <a:cubicBezTo>
                    <a:pt x="60" y="747"/>
                    <a:pt x="72" y="778"/>
                    <a:pt x="69" y="802"/>
                  </a:cubicBezTo>
                  <a:cubicBezTo>
                    <a:pt x="53" y="799"/>
                    <a:pt x="23" y="792"/>
                    <a:pt x="7" y="788"/>
                  </a:cubicBezTo>
                  <a:cubicBezTo>
                    <a:pt x="5" y="788"/>
                    <a:pt x="0" y="762"/>
                    <a:pt x="5" y="751"/>
                  </a:cubicBezTo>
                  <a:cubicBezTo>
                    <a:pt x="10" y="740"/>
                    <a:pt x="37" y="735"/>
                    <a:pt x="37" y="722"/>
                  </a:cubicBezTo>
                  <a:cubicBezTo>
                    <a:pt x="26" y="682"/>
                    <a:pt x="22" y="685"/>
                    <a:pt x="5" y="670"/>
                  </a:cubicBezTo>
                  <a:cubicBezTo>
                    <a:pt x="5" y="541"/>
                    <a:pt x="5" y="233"/>
                    <a:pt x="5" y="32"/>
                  </a:cubicBezTo>
                  <a:close/>
                </a:path>
              </a:pathLst>
            </a:custGeom>
            <a:solidFill>
              <a:schemeClr val="folHlink">
                <a:alpha val="50195"/>
              </a:schemeClr>
            </a:solidFill>
            <a:ln w="9525">
              <a:noFill/>
              <a:miter lim="800000"/>
              <a:headEnd/>
              <a:tailEnd/>
            </a:ln>
          </p:spPr>
          <p:txBody>
            <a:bodyPr/>
            <a:lstStyle/>
            <a:p>
              <a:endParaRPr lang="zh-CN" altLang="en-US"/>
            </a:p>
          </p:txBody>
        </p:sp>
        <p:grpSp>
          <p:nvGrpSpPr>
            <p:cNvPr id="1033" name="Group 4"/>
            <p:cNvGrpSpPr>
              <a:grpSpLocks/>
            </p:cNvGrpSpPr>
            <p:nvPr/>
          </p:nvGrpSpPr>
          <p:grpSpPr bwMode="auto">
            <a:xfrm rot="14964908" flipH="1">
              <a:off x="109" y="2441"/>
              <a:ext cx="452" cy="444"/>
              <a:chOff x="0" y="0"/>
              <a:chExt cx="129" cy="157"/>
            </a:xfrm>
          </p:grpSpPr>
          <p:sp>
            <p:nvSpPr>
              <p:cNvPr id="2" name="Freeform 5"/>
              <p:cNvSpPr>
                <a:spLocks noChangeArrowheads="1"/>
              </p:cNvSpPr>
              <p:nvPr userDrawn="1"/>
            </p:nvSpPr>
            <p:spPr bwMode="auto">
              <a:xfrm>
                <a:off x="0" y="0"/>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 name="T12" fmla="*/ 0 w 83"/>
                  <a:gd name="T13" fmla="*/ 0 h 117"/>
                  <a:gd name="T14" fmla="*/ 83 w 83"/>
                  <a:gd name="T15" fmla="*/ 117 h 117"/>
                </a:gdLst>
                <a:ahLst/>
                <a:cxnLst>
                  <a:cxn ang="T8">
                    <a:pos x="T0" y="T1"/>
                  </a:cxn>
                  <a:cxn ang="T9">
                    <a:pos x="T2" y="T3"/>
                  </a:cxn>
                  <a:cxn ang="T10">
                    <a:pos x="T4" y="T5"/>
                  </a:cxn>
                  <a:cxn ang="T11">
                    <a:pos x="T6" y="T7"/>
                  </a:cxn>
                </a:cxnLst>
                <a:rect l="T12" t="T13" r="T14" b="T15"/>
                <a:pathLst>
                  <a:path w="83" h="117">
                    <a:moveTo>
                      <a:pt x="83" y="28"/>
                    </a:moveTo>
                    <a:lnTo>
                      <a:pt x="27" y="0"/>
                    </a:lnTo>
                    <a:lnTo>
                      <a:pt x="0" y="117"/>
                    </a:lnTo>
                    <a:lnTo>
                      <a:pt x="83" y="28"/>
                    </a:lnTo>
                    <a:close/>
                  </a:path>
                </a:pathLst>
              </a:custGeom>
              <a:solidFill>
                <a:schemeClr val="bg2"/>
              </a:solidFill>
              <a:ln w="9525">
                <a:noFill/>
                <a:miter lim="800000"/>
                <a:headEnd/>
                <a:tailEnd/>
              </a:ln>
            </p:spPr>
            <p:txBody>
              <a:bodyPr/>
              <a:lstStyle/>
              <a:p>
                <a:endParaRPr lang="zh-CN" altLang="en-US"/>
              </a:p>
            </p:txBody>
          </p:sp>
          <p:sp>
            <p:nvSpPr>
              <p:cNvPr id="3" name="Freeform 6"/>
              <p:cNvSpPr>
                <a:spLocks noChangeArrowheads="1"/>
              </p:cNvSpPr>
              <p:nvPr userDrawn="1"/>
            </p:nvSpPr>
            <p:spPr bwMode="auto">
              <a:xfrm>
                <a:off x="59" y="28"/>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 name="T12" fmla="*/ 0 w 140"/>
                  <a:gd name="T13" fmla="*/ 0 h 98"/>
                  <a:gd name="T14" fmla="*/ 140 w 140"/>
                  <a:gd name="T15" fmla="*/ 98 h 98"/>
                </a:gdLst>
                <a:ahLst/>
                <a:cxnLst>
                  <a:cxn ang="T8">
                    <a:pos x="T0" y="T1"/>
                  </a:cxn>
                  <a:cxn ang="T9">
                    <a:pos x="T2" y="T3"/>
                  </a:cxn>
                  <a:cxn ang="T10">
                    <a:pos x="T4" y="T5"/>
                  </a:cxn>
                  <a:cxn ang="T11">
                    <a:pos x="T6" y="T7"/>
                  </a:cxn>
                </a:cxnLst>
                <a:rect l="T12" t="T13" r="T14" b="T15"/>
                <a:pathLst>
                  <a:path w="140" h="98">
                    <a:moveTo>
                      <a:pt x="0" y="98"/>
                    </a:moveTo>
                    <a:lnTo>
                      <a:pt x="118" y="0"/>
                    </a:lnTo>
                    <a:lnTo>
                      <a:pt x="140" y="49"/>
                    </a:lnTo>
                    <a:lnTo>
                      <a:pt x="0" y="98"/>
                    </a:lnTo>
                    <a:close/>
                  </a:path>
                </a:pathLst>
              </a:custGeom>
              <a:solidFill>
                <a:schemeClr val="bg2"/>
              </a:solidFill>
              <a:ln w="9525">
                <a:noFill/>
                <a:miter lim="800000"/>
                <a:headEnd/>
                <a:tailEnd/>
              </a:ln>
            </p:spPr>
            <p:txBody>
              <a:bodyPr/>
              <a:lstStyle/>
              <a:p>
                <a:endParaRPr lang="zh-CN" altLang="en-US"/>
              </a:p>
            </p:txBody>
          </p:sp>
          <p:sp>
            <p:nvSpPr>
              <p:cNvPr id="4" name="Freeform 7"/>
              <p:cNvSpPr>
                <a:spLocks noChangeArrowheads="1"/>
              </p:cNvSpPr>
              <p:nvPr userDrawn="1"/>
            </p:nvSpPr>
            <p:spPr bwMode="auto">
              <a:xfrm>
                <a:off x="45" y="132"/>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 name="T12" fmla="*/ 0 w 145"/>
                  <a:gd name="T13" fmla="*/ 0 h 49"/>
                  <a:gd name="T14" fmla="*/ 145 w 145"/>
                  <a:gd name="T15" fmla="*/ 49 h 49"/>
                </a:gdLst>
                <a:ahLst/>
                <a:cxnLst>
                  <a:cxn ang="T8">
                    <a:pos x="T0" y="T1"/>
                  </a:cxn>
                  <a:cxn ang="T9">
                    <a:pos x="T2" y="T3"/>
                  </a:cxn>
                  <a:cxn ang="T10">
                    <a:pos x="T4" y="T5"/>
                  </a:cxn>
                  <a:cxn ang="T11">
                    <a:pos x="T6" y="T7"/>
                  </a:cxn>
                </a:cxnLst>
                <a:rect l="T12" t="T13" r="T14" b="T15"/>
                <a:pathLst>
                  <a:path w="145" h="49">
                    <a:moveTo>
                      <a:pt x="0" y="7"/>
                    </a:moveTo>
                    <a:lnTo>
                      <a:pt x="145" y="0"/>
                    </a:lnTo>
                    <a:lnTo>
                      <a:pt x="131" y="49"/>
                    </a:lnTo>
                    <a:lnTo>
                      <a:pt x="0" y="7"/>
                    </a:lnTo>
                    <a:close/>
                  </a:path>
                </a:pathLst>
              </a:custGeom>
              <a:solidFill>
                <a:schemeClr val="bg2"/>
              </a:solidFill>
              <a:ln w="9525">
                <a:noFill/>
                <a:miter lim="800000"/>
                <a:headEnd/>
                <a:tailEnd/>
              </a:ln>
            </p:spPr>
            <p:txBody>
              <a:bodyPr/>
              <a:lstStyle/>
              <a:p>
                <a:endParaRPr lang="zh-CN" altLang="en-US"/>
              </a:p>
            </p:txBody>
          </p:sp>
        </p:grpSp>
        <p:sp>
          <p:nvSpPr>
            <p:cNvPr id="1034" name="Freeform 8"/>
            <p:cNvSpPr>
              <a:spLocks noChangeArrowheads="1"/>
            </p:cNvSpPr>
            <p:nvPr/>
          </p:nvSpPr>
          <p:spPr bwMode="auto">
            <a:xfrm>
              <a:off x="95" y="1736"/>
              <a:ext cx="710" cy="768"/>
            </a:xfrm>
            <a:custGeom>
              <a:avLst/>
              <a:gdLst>
                <a:gd name="T0" fmla="*/ 14 w 710"/>
                <a:gd name="T1" fmla="*/ 416 h 768"/>
                <a:gd name="T2" fmla="*/ 14 w 710"/>
                <a:gd name="T3" fmla="*/ 272 h 768"/>
                <a:gd name="T4" fmla="*/ 102 w 710"/>
                <a:gd name="T5" fmla="*/ 144 h 768"/>
                <a:gd name="T6" fmla="*/ 150 w 710"/>
                <a:gd name="T7" fmla="*/ 96 h 768"/>
                <a:gd name="T8" fmla="*/ 198 w 710"/>
                <a:gd name="T9" fmla="*/ 64 h 768"/>
                <a:gd name="T10" fmla="*/ 350 w 710"/>
                <a:gd name="T11" fmla="*/ 0 h 768"/>
                <a:gd name="T12" fmla="*/ 534 w 710"/>
                <a:gd name="T13" fmla="*/ 8 h 768"/>
                <a:gd name="T14" fmla="*/ 662 w 710"/>
                <a:gd name="T15" fmla="*/ 96 h 768"/>
                <a:gd name="T16" fmla="*/ 710 w 710"/>
                <a:gd name="T17" fmla="*/ 200 h 768"/>
                <a:gd name="T18" fmla="*/ 702 w 710"/>
                <a:gd name="T19" fmla="*/ 400 h 768"/>
                <a:gd name="T20" fmla="*/ 678 w 710"/>
                <a:gd name="T21" fmla="*/ 448 h 768"/>
                <a:gd name="T22" fmla="*/ 550 w 710"/>
                <a:gd name="T23" fmla="*/ 632 h 768"/>
                <a:gd name="T24" fmla="*/ 518 w 710"/>
                <a:gd name="T25" fmla="*/ 656 h 768"/>
                <a:gd name="T26" fmla="*/ 470 w 710"/>
                <a:gd name="T27" fmla="*/ 664 h 768"/>
                <a:gd name="T28" fmla="*/ 518 w 710"/>
                <a:gd name="T29" fmla="*/ 680 h 768"/>
                <a:gd name="T30" fmla="*/ 566 w 710"/>
                <a:gd name="T31" fmla="*/ 696 h 768"/>
                <a:gd name="T32" fmla="*/ 574 w 710"/>
                <a:gd name="T33" fmla="*/ 720 h 768"/>
                <a:gd name="T34" fmla="*/ 526 w 710"/>
                <a:gd name="T35" fmla="*/ 736 h 768"/>
                <a:gd name="T36" fmla="*/ 502 w 710"/>
                <a:gd name="T37" fmla="*/ 752 h 768"/>
                <a:gd name="T38" fmla="*/ 454 w 710"/>
                <a:gd name="T39" fmla="*/ 768 h 768"/>
                <a:gd name="T40" fmla="*/ 438 w 710"/>
                <a:gd name="T41" fmla="*/ 712 h 768"/>
                <a:gd name="T42" fmla="*/ 246 w 710"/>
                <a:gd name="T43" fmla="*/ 688 h 768"/>
                <a:gd name="T44" fmla="*/ 134 w 710"/>
                <a:gd name="T45" fmla="*/ 648 h 768"/>
                <a:gd name="T46" fmla="*/ 110 w 710"/>
                <a:gd name="T47" fmla="*/ 624 h 768"/>
                <a:gd name="T48" fmla="*/ 78 w 710"/>
                <a:gd name="T49" fmla="*/ 576 h 768"/>
                <a:gd name="T50" fmla="*/ 54 w 710"/>
                <a:gd name="T51" fmla="*/ 464 h 768"/>
                <a:gd name="T52" fmla="*/ 30 w 710"/>
                <a:gd name="T53" fmla="*/ 408 h 768"/>
                <a:gd name="T54" fmla="*/ 22 w 710"/>
                <a:gd name="T55" fmla="*/ 384 h 768"/>
                <a:gd name="T56" fmla="*/ 14 w 710"/>
                <a:gd name="T57" fmla="*/ 416 h 76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710"/>
                <a:gd name="T88" fmla="*/ 0 h 768"/>
                <a:gd name="T89" fmla="*/ 710 w 710"/>
                <a:gd name="T90" fmla="*/ 768 h 76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710" h="768">
                  <a:moveTo>
                    <a:pt x="14" y="416"/>
                  </a:moveTo>
                  <a:cubicBezTo>
                    <a:pt x="6" y="353"/>
                    <a:pt x="0" y="339"/>
                    <a:pt x="14" y="272"/>
                  </a:cubicBezTo>
                  <a:cubicBezTo>
                    <a:pt x="24" y="227"/>
                    <a:pt x="72" y="178"/>
                    <a:pt x="102" y="144"/>
                  </a:cubicBezTo>
                  <a:cubicBezTo>
                    <a:pt x="117" y="127"/>
                    <a:pt x="134" y="112"/>
                    <a:pt x="150" y="96"/>
                  </a:cubicBezTo>
                  <a:cubicBezTo>
                    <a:pt x="164" y="82"/>
                    <a:pt x="198" y="64"/>
                    <a:pt x="198" y="64"/>
                  </a:cubicBezTo>
                  <a:cubicBezTo>
                    <a:pt x="231" y="14"/>
                    <a:pt x="294" y="7"/>
                    <a:pt x="350" y="0"/>
                  </a:cubicBezTo>
                  <a:cubicBezTo>
                    <a:pt x="411" y="3"/>
                    <a:pt x="473" y="1"/>
                    <a:pt x="534" y="8"/>
                  </a:cubicBezTo>
                  <a:cubicBezTo>
                    <a:pt x="582" y="13"/>
                    <a:pt x="624" y="71"/>
                    <a:pt x="662" y="96"/>
                  </a:cubicBezTo>
                  <a:cubicBezTo>
                    <a:pt x="691" y="140"/>
                    <a:pt x="698" y="151"/>
                    <a:pt x="710" y="200"/>
                  </a:cubicBezTo>
                  <a:cubicBezTo>
                    <a:pt x="707" y="267"/>
                    <a:pt x="707" y="333"/>
                    <a:pt x="702" y="400"/>
                  </a:cubicBezTo>
                  <a:cubicBezTo>
                    <a:pt x="700" y="423"/>
                    <a:pt x="688" y="428"/>
                    <a:pt x="678" y="448"/>
                  </a:cubicBezTo>
                  <a:cubicBezTo>
                    <a:pt x="646" y="512"/>
                    <a:pt x="626" y="607"/>
                    <a:pt x="550" y="632"/>
                  </a:cubicBezTo>
                  <a:cubicBezTo>
                    <a:pt x="539" y="640"/>
                    <a:pt x="530" y="651"/>
                    <a:pt x="518" y="656"/>
                  </a:cubicBezTo>
                  <a:cubicBezTo>
                    <a:pt x="503" y="662"/>
                    <a:pt x="470" y="648"/>
                    <a:pt x="470" y="664"/>
                  </a:cubicBezTo>
                  <a:cubicBezTo>
                    <a:pt x="470" y="681"/>
                    <a:pt x="502" y="675"/>
                    <a:pt x="518" y="680"/>
                  </a:cubicBezTo>
                  <a:cubicBezTo>
                    <a:pt x="534" y="685"/>
                    <a:pt x="566" y="696"/>
                    <a:pt x="566" y="696"/>
                  </a:cubicBezTo>
                  <a:cubicBezTo>
                    <a:pt x="569" y="704"/>
                    <a:pt x="580" y="714"/>
                    <a:pt x="574" y="720"/>
                  </a:cubicBezTo>
                  <a:cubicBezTo>
                    <a:pt x="562" y="732"/>
                    <a:pt x="542" y="731"/>
                    <a:pt x="526" y="736"/>
                  </a:cubicBezTo>
                  <a:cubicBezTo>
                    <a:pt x="517" y="739"/>
                    <a:pt x="511" y="748"/>
                    <a:pt x="502" y="752"/>
                  </a:cubicBezTo>
                  <a:cubicBezTo>
                    <a:pt x="487" y="759"/>
                    <a:pt x="454" y="768"/>
                    <a:pt x="454" y="768"/>
                  </a:cubicBezTo>
                  <a:cubicBezTo>
                    <a:pt x="448" y="750"/>
                    <a:pt x="453" y="725"/>
                    <a:pt x="438" y="712"/>
                  </a:cubicBezTo>
                  <a:cubicBezTo>
                    <a:pt x="407" y="685"/>
                    <a:pt x="256" y="689"/>
                    <a:pt x="246" y="688"/>
                  </a:cubicBezTo>
                  <a:cubicBezTo>
                    <a:pt x="207" y="680"/>
                    <a:pt x="166" y="674"/>
                    <a:pt x="134" y="648"/>
                  </a:cubicBezTo>
                  <a:cubicBezTo>
                    <a:pt x="125" y="641"/>
                    <a:pt x="117" y="633"/>
                    <a:pt x="110" y="624"/>
                  </a:cubicBezTo>
                  <a:cubicBezTo>
                    <a:pt x="98" y="609"/>
                    <a:pt x="78" y="576"/>
                    <a:pt x="78" y="576"/>
                  </a:cubicBezTo>
                  <a:cubicBezTo>
                    <a:pt x="66" y="506"/>
                    <a:pt x="74" y="544"/>
                    <a:pt x="54" y="464"/>
                  </a:cubicBezTo>
                  <a:cubicBezTo>
                    <a:pt x="37" y="397"/>
                    <a:pt x="58" y="463"/>
                    <a:pt x="30" y="408"/>
                  </a:cubicBezTo>
                  <a:cubicBezTo>
                    <a:pt x="26" y="400"/>
                    <a:pt x="30" y="380"/>
                    <a:pt x="22" y="384"/>
                  </a:cubicBezTo>
                  <a:cubicBezTo>
                    <a:pt x="12" y="389"/>
                    <a:pt x="17" y="405"/>
                    <a:pt x="14" y="416"/>
                  </a:cubicBezTo>
                  <a:close/>
                </a:path>
              </a:pathLst>
            </a:custGeom>
            <a:solidFill>
              <a:schemeClr val="accent2">
                <a:alpha val="50195"/>
              </a:schemeClr>
            </a:solidFill>
            <a:ln w="9525">
              <a:noFill/>
              <a:miter lim="800000"/>
              <a:headEnd/>
              <a:tailEnd/>
            </a:ln>
          </p:spPr>
          <p:txBody>
            <a:bodyPr/>
            <a:lstStyle/>
            <a:p>
              <a:endParaRPr lang="zh-CN" altLang="en-US"/>
            </a:p>
          </p:txBody>
        </p:sp>
        <p:grpSp>
          <p:nvGrpSpPr>
            <p:cNvPr id="1035" name="Group 9"/>
            <p:cNvGrpSpPr>
              <a:grpSpLocks/>
            </p:cNvGrpSpPr>
            <p:nvPr/>
          </p:nvGrpSpPr>
          <p:grpSpPr bwMode="auto">
            <a:xfrm rot="416244">
              <a:off x="14" y="1746"/>
              <a:ext cx="1771" cy="1741"/>
              <a:chOff x="0" y="0"/>
              <a:chExt cx="902" cy="833"/>
            </a:xfrm>
          </p:grpSpPr>
          <p:sp>
            <p:nvSpPr>
              <p:cNvPr id="1062" name="Freeform 10"/>
              <p:cNvSpPr>
                <a:spLocks noChangeArrowheads="1"/>
              </p:cNvSpPr>
              <p:nvPr userDrawn="1"/>
            </p:nvSpPr>
            <p:spPr bwMode="auto">
              <a:xfrm rot="373330" flipH="1">
                <a:off x="84" y="0"/>
                <a:ext cx="313" cy="303"/>
              </a:xfrm>
              <a:custGeom>
                <a:avLst/>
                <a:gdLst>
                  <a:gd name="T0" fmla="*/ 3721 w 217"/>
                  <a:gd name="T1" fmla="*/ 17088 h 210"/>
                  <a:gd name="T2" fmla="*/ 2973 w 217"/>
                  <a:gd name="T3" fmla="*/ 16157 h 210"/>
                  <a:gd name="T4" fmla="*/ 2135 w 217"/>
                  <a:gd name="T5" fmla="*/ 14752 h 210"/>
                  <a:gd name="T6" fmla="*/ 1240 w 217"/>
                  <a:gd name="T7" fmla="*/ 12901 h 210"/>
                  <a:gd name="T8" fmla="*/ 381 w 217"/>
                  <a:gd name="T9" fmla="*/ 10973 h 210"/>
                  <a:gd name="T10" fmla="*/ 0 w 217"/>
                  <a:gd name="T11" fmla="*/ 8879 h 210"/>
                  <a:gd name="T12" fmla="*/ 1 w 217"/>
                  <a:gd name="T13" fmla="*/ 6647 h 210"/>
                  <a:gd name="T14" fmla="*/ 733 w 217"/>
                  <a:gd name="T15" fmla="*/ 4607 h 210"/>
                  <a:gd name="T16" fmla="*/ 2200 w 217"/>
                  <a:gd name="T17" fmla="*/ 2890 h 210"/>
                  <a:gd name="T18" fmla="*/ 3669 w 217"/>
                  <a:gd name="T19" fmla="*/ 1791 h 210"/>
                  <a:gd name="T20" fmla="*/ 4871 w 217"/>
                  <a:gd name="T21" fmla="*/ 977 h 210"/>
                  <a:gd name="T22" fmla="*/ 5842 w 217"/>
                  <a:gd name="T23" fmla="*/ 550 h 210"/>
                  <a:gd name="T24" fmla="*/ 6602 w 217"/>
                  <a:gd name="T25" fmla="*/ 381 h 210"/>
                  <a:gd name="T26" fmla="*/ 7143 w 217"/>
                  <a:gd name="T27" fmla="*/ 381 h 210"/>
                  <a:gd name="T28" fmla="*/ 8426 w 217"/>
                  <a:gd name="T29" fmla="*/ 0 h 210"/>
                  <a:gd name="T30" fmla="*/ 11978 w 217"/>
                  <a:gd name="T31" fmla="*/ 677 h 210"/>
                  <a:gd name="T32" fmla="*/ 12967 w 217"/>
                  <a:gd name="T33" fmla="*/ 977 h 210"/>
                  <a:gd name="T34" fmla="*/ 13941 w 217"/>
                  <a:gd name="T35" fmla="*/ 1241 h 210"/>
                  <a:gd name="T36" fmla="*/ 14776 w 217"/>
                  <a:gd name="T37" fmla="*/ 1527 h 210"/>
                  <a:gd name="T38" fmla="*/ 15411 w 217"/>
                  <a:gd name="T39" fmla="*/ 1877 h 210"/>
                  <a:gd name="T40" fmla="*/ 16106 w 217"/>
                  <a:gd name="T41" fmla="*/ 2203 h 210"/>
                  <a:gd name="T42" fmla="*/ 16652 w 217"/>
                  <a:gd name="T43" fmla="*/ 2584 h 210"/>
                  <a:gd name="T44" fmla="*/ 17081 w 217"/>
                  <a:gd name="T45" fmla="*/ 3081 h 210"/>
                  <a:gd name="T46" fmla="*/ 17584 w 217"/>
                  <a:gd name="T47" fmla="*/ 3682 h 210"/>
                  <a:gd name="T48" fmla="*/ 16652 w 217"/>
                  <a:gd name="T49" fmla="*/ 3295 h 210"/>
                  <a:gd name="T50" fmla="*/ 15760 w 217"/>
                  <a:gd name="T51" fmla="*/ 2935 h 210"/>
                  <a:gd name="T52" fmla="*/ 14861 w 217"/>
                  <a:gd name="T53" fmla="*/ 2708 h 210"/>
                  <a:gd name="T54" fmla="*/ 13941 w 217"/>
                  <a:gd name="T55" fmla="*/ 2408 h 210"/>
                  <a:gd name="T56" fmla="*/ 13209 w 217"/>
                  <a:gd name="T57" fmla="*/ 2203 h 210"/>
                  <a:gd name="T58" fmla="*/ 12445 w 217"/>
                  <a:gd name="T59" fmla="*/ 2135 h 210"/>
                  <a:gd name="T60" fmla="*/ 11564 w 217"/>
                  <a:gd name="T61" fmla="*/ 2003 h 210"/>
                  <a:gd name="T62" fmla="*/ 10834 w 217"/>
                  <a:gd name="T63" fmla="*/ 2003 h 210"/>
                  <a:gd name="T64" fmla="*/ 10134 w 217"/>
                  <a:gd name="T65" fmla="*/ 2003 h 210"/>
                  <a:gd name="T66" fmla="*/ 9402 w 217"/>
                  <a:gd name="T67" fmla="*/ 2034 h 210"/>
                  <a:gd name="T68" fmla="*/ 8650 w 217"/>
                  <a:gd name="T69" fmla="*/ 2203 h 210"/>
                  <a:gd name="T70" fmla="*/ 8017 w 217"/>
                  <a:gd name="T71" fmla="*/ 2386 h 210"/>
                  <a:gd name="T72" fmla="*/ 7371 w 217"/>
                  <a:gd name="T73" fmla="*/ 2708 h 210"/>
                  <a:gd name="T74" fmla="*/ 6612 w 217"/>
                  <a:gd name="T75" fmla="*/ 2935 h 210"/>
                  <a:gd name="T76" fmla="*/ 5997 w 217"/>
                  <a:gd name="T77" fmla="*/ 3319 h 210"/>
                  <a:gd name="T78" fmla="*/ 5367 w 217"/>
                  <a:gd name="T79" fmla="*/ 3728 h 210"/>
                  <a:gd name="T80" fmla="*/ 4219 w 217"/>
                  <a:gd name="T81" fmla="*/ 4968 h 210"/>
                  <a:gd name="T82" fmla="*/ 3433 w 217"/>
                  <a:gd name="T83" fmla="*/ 6497 h 210"/>
                  <a:gd name="T84" fmla="*/ 2973 w 217"/>
                  <a:gd name="T85" fmla="*/ 8397 h 210"/>
                  <a:gd name="T86" fmla="*/ 2808 w 217"/>
                  <a:gd name="T87" fmla="*/ 10267 h 210"/>
                  <a:gd name="T88" fmla="*/ 2808 w 217"/>
                  <a:gd name="T89" fmla="*/ 12344 h 210"/>
                  <a:gd name="T90" fmla="*/ 3080 w 217"/>
                  <a:gd name="T91" fmla="*/ 14140 h 210"/>
                  <a:gd name="T92" fmla="*/ 3316 w 217"/>
                  <a:gd name="T93" fmla="*/ 15789 h 210"/>
                  <a:gd name="T94" fmla="*/ 3721 w 217"/>
                  <a:gd name="T95" fmla="*/ 17088 h 21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17"/>
                  <a:gd name="T145" fmla="*/ 0 h 210"/>
                  <a:gd name="T146" fmla="*/ 217 w 217"/>
                  <a:gd name="T147" fmla="*/ 210 h 21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17" h="210">
                    <a:moveTo>
                      <a:pt x="46" y="210"/>
                    </a:moveTo>
                    <a:lnTo>
                      <a:pt x="37" y="198"/>
                    </a:lnTo>
                    <a:lnTo>
                      <a:pt x="26" y="181"/>
                    </a:lnTo>
                    <a:lnTo>
                      <a:pt x="15" y="159"/>
                    </a:lnTo>
                    <a:lnTo>
                      <a:pt x="5" y="135"/>
                    </a:lnTo>
                    <a:lnTo>
                      <a:pt x="0" y="109"/>
                    </a:lnTo>
                    <a:lnTo>
                      <a:pt x="1" y="82"/>
                    </a:lnTo>
                    <a:lnTo>
                      <a:pt x="9" y="57"/>
                    </a:lnTo>
                    <a:lnTo>
                      <a:pt x="27" y="35"/>
                    </a:lnTo>
                    <a:lnTo>
                      <a:pt x="45" y="22"/>
                    </a:lnTo>
                    <a:lnTo>
                      <a:pt x="60" y="12"/>
                    </a:lnTo>
                    <a:lnTo>
                      <a:pt x="72" y="7"/>
                    </a:lnTo>
                    <a:lnTo>
                      <a:pt x="81" y="5"/>
                    </a:lnTo>
                    <a:lnTo>
                      <a:pt x="88" y="5"/>
                    </a:lnTo>
                    <a:lnTo>
                      <a:pt x="104" y="0"/>
                    </a:lnTo>
                    <a:lnTo>
                      <a:pt x="148" y="8"/>
                    </a:lnTo>
                    <a:lnTo>
                      <a:pt x="160" y="12"/>
                    </a:lnTo>
                    <a:lnTo>
                      <a:pt x="172" y="15"/>
                    </a:lnTo>
                    <a:lnTo>
                      <a:pt x="182" y="19"/>
                    </a:lnTo>
                    <a:lnTo>
                      <a:pt x="190" y="23"/>
                    </a:lnTo>
                    <a:lnTo>
                      <a:pt x="198" y="27"/>
                    </a:lnTo>
                    <a:lnTo>
                      <a:pt x="205" y="32"/>
                    </a:lnTo>
                    <a:lnTo>
                      <a:pt x="211" y="38"/>
                    </a:lnTo>
                    <a:lnTo>
                      <a:pt x="217" y="45"/>
                    </a:lnTo>
                    <a:lnTo>
                      <a:pt x="205" y="40"/>
                    </a:lnTo>
                    <a:lnTo>
                      <a:pt x="194" y="36"/>
                    </a:lnTo>
                    <a:lnTo>
                      <a:pt x="183" y="33"/>
                    </a:lnTo>
                    <a:lnTo>
                      <a:pt x="172" y="30"/>
                    </a:lnTo>
                    <a:lnTo>
                      <a:pt x="163" y="27"/>
                    </a:lnTo>
                    <a:lnTo>
                      <a:pt x="153" y="26"/>
                    </a:lnTo>
                    <a:lnTo>
                      <a:pt x="143" y="24"/>
                    </a:lnTo>
                    <a:lnTo>
                      <a:pt x="134" y="24"/>
                    </a:lnTo>
                    <a:lnTo>
                      <a:pt x="125" y="24"/>
                    </a:lnTo>
                    <a:lnTo>
                      <a:pt x="116" y="25"/>
                    </a:lnTo>
                    <a:lnTo>
                      <a:pt x="107" y="27"/>
                    </a:lnTo>
                    <a:lnTo>
                      <a:pt x="99" y="29"/>
                    </a:lnTo>
                    <a:lnTo>
                      <a:pt x="91" y="33"/>
                    </a:lnTo>
                    <a:lnTo>
                      <a:pt x="82" y="36"/>
                    </a:lnTo>
                    <a:lnTo>
                      <a:pt x="74" y="41"/>
                    </a:lnTo>
                    <a:lnTo>
                      <a:pt x="66" y="46"/>
                    </a:lnTo>
                    <a:lnTo>
                      <a:pt x="52" y="61"/>
                    </a:lnTo>
                    <a:lnTo>
                      <a:pt x="42" y="80"/>
                    </a:lnTo>
                    <a:lnTo>
                      <a:pt x="37" y="103"/>
                    </a:lnTo>
                    <a:lnTo>
                      <a:pt x="35" y="126"/>
                    </a:lnTo>
                    <a:lnTo>
                      <a:pt x="35" y="151"/>
                    </a:lnTo>
                    <a:lnTo>
                      <a:pt x="38" y="174"/>
                    </a:lnTo>
                    <a:lnTo>
                      <a:pt x="41" y="194"/>
                    </a:lnTo>
                    <a:lnTo>
                      <a:pt x="46" y="210"/>
                    </a:lnTo>
                    <a:close/>
                  </a:path>
                </a:pathLst>
              </a:custGeom>
              <a:solidFill>
                <a:schemeClr val="accent2"/>
              </a:solidFill>
              <a:ln w="9525">
                <a:noFill/>
                <a:miter lim="800000"/>
                <a:headEnd/>
                <a:tailEnd/>
              </a:ln>
            </p:spPr>
            <p:txBody>
              <a:bodyPr/>
              <a:lstStyle/>
              <a:p>
                <a:endParaRPr lang="zh-CN" altLang="en-US"/>
              </a:p>
            </p:txBody>
          </p:sp>
          <p:sp>
            <p:nvSpPr>
              <p:cNvPr id="1063" name="Freeform 11"/>
              <p:cNvSpPr>
                <a:spLocks noChangeArrowheads="1"/>
              </p:cNvSpPr>
              <p:nvPr userDrawn="1"/>
            </p:nvSpPr>
            <p:spPr bwMode="auto">
              <a:xfrm rot="373330" flipH="1">
                <a:off x="0" y="56"/>
                <a:ext cx="262" cy="308"/>
              </a:xfrm>
              <a:custGeom>
                <a:avLst/>
                <a:gdLst>
                  <a:gd name="T0" fmla="*/ 8633 w 182"/>
                  <a:gd name="T1" fmla="*/ 0 h 213"/>
                  <a:gd name="T2" fmla="*/ 8863 w 182"/>
                  <a:gd name="T3" fmla="*/ 169 h 213"/>
                  <a:gd name="T4" fmla="*/ 9359 w 182"/>
                  <a:gd name="T5" fmla="*/ 684 h 213"/>
                  <a:gd name="T6" fmla="*/ 10065 w 182"/>
                  <a:gd name="T7" fmla="*/ 1537 h 213"/>
                  <a:gd name="T8" fmla="*/ 10872 w 182"/>
                  <a:gd name="T9" fmla="*/ 2781 h 213"/>
                  <a:gd name="T10" fmla="*/ 11489 w 182"/>
                  <a:gd name="T11" fmla="*/ 4324 h 213"/>
                  <a:gd name="T12" fmla="*/ 11899 w 182"/>
                  <a:gd name="T13" fmla="*/ 6373 h 213"/>
                  <a:gd name="T14" fmla="*/ 11899 w 182"/>
                  <a:gd name="T15" fmla="*/ 8792 h 213"/>
                  <a:gd name="T16" fmla="*/ 11401 w 182"/>
                  <a:gd name="T17" fmla="*/ 11646 h 213"/>
                  <a:gd name="T18" fmla="*/ 11122 w 182"/>
                  <a:gd name="T19" fmla="*/ 12441 h 213"/>
                  <a:gd name="T20" fmla="*/ 10777 w 182"/>
                  <a:gd name="T21" fmla="*/ 13098 h 213"/>
                  <a:gd name="T22" fmla="*/ 10405 w 182"/>
                  <a:gd name="T23" fmla="*/ 13815 h 213"/>
                  <a:gd name="T24" fmla="*/ 9904 w 182"/>
                  <a:gd name="T25" fmla="*/ 14446 h 213"/>
                  <a:gd name="T26" fmla="*/ 9236 w 182"/>
                  <a:gd name="T27" fmla="*/ 15049 h 213"/>
                  <a:gd name="T28" fmla="*/ 8688 w 182"/>
                  <a:gd name="T29" fmla="*/ 15504 h 213"/>
                  <a:gd name="T30" fmla="*/ 8099 w 182"/>
                  <a:gd name="T31" fmla="*/ 15945 h 213"/>
                  <a:gd name="T32" fmla="*/ 7261 w 182"/>
                  <a:gd name="T33" fmla="*/ 16299 h 213"/>
                  <a:gd name="T34" fmla="*/ 6501 w 182"/>
                  <a:gd name="T35" fmla="*/ 16474 h 213"/>
                  <a:gd name="T36" fmla="*/ 5742 w 182"/>
                  <a:gd name="T37" fmla="*/ 16684 h 213"/>
                  <a:gd name="T38" fmla="*/ 4857 w 182"/>
                  <a:gd name="T39" fmla="*/ 16840 h 213"/>
                  <a:gd name="T40" fmla="*/ 3908 w 182"/>
                  <a:gd name="T41" fmla="*/ 16840 h 213"/>
                  <a:gd name="T42" fmla="*/ 2894 w 182"/>
                  <a:gd name="T43" fmla="*/ 16684 h 213"/>
                  <a:gd name="T44" fmla="*/ 1984 w 182"/>
                  <a:gd name="T45" fmla="*/ 16474 h 213"/>
                  <a:gd name="T46" fmla="*/ 929 w 182"/>
                  <a:gd name="T47" fmla="*/ 16114 h 213"/>
                  <a:gd name="T48" fmla="*/ 0 w 182"/>
                  <a:gd name="T49" fmla="*/ 15686 h 213"/>
                  <a:gd name="T50" fmla="*/ 887 w 182"/>
                  <a:gd name="T51" fmla="*/ 16299 h 213"/>
                  <a:gd name="T52" fmla="*/ 1758 w 182"/>
                  <a:gd name="T53" fmla="*/ 16684 h 213"/>
                  <a:gd name="T54" fmla="*/ 2646 w 182"/>
                  <a:gd name="T55" fmla="*/ 17098 h 213"/>
                  <a:gd name="T56" fmla="*/ 3389 w 182"/>
                  <a:gd name="T57" fmla="*/ 17397 h 213"/>
                  <a:gd name="T58" fmla="*/ 4166 w 182"/>
                  <a:gd name="T59" fmla="*/ 17646 h 213"/>
                  <a:gd name="T60" fmla="*/ 5021 w 182"/>
                  <a:gd name="T61" fmla="*/ 17745 h 213"/>
                  <a:gd name="T62" fmla="*/ 5751 w 182"/>
                  <a:gd name="T63" fmla="*/ 17776 h 213"/>
                  <a:gd name="T64" fmla="*/ 6536 w 182"/>
                  <a:gd name="T65" fmla="*/ 17776 h 213"/>
                  <a:gd name="T66" fmla="*/ 7228 w 182"/>
                  <a:gd name="T67" fmla="*/ 17745 h 213"/>
                  <a:gd name="T68" fmla="*/ 7920 w 182"/>
                  <a:gd name="T69" fmla="*/ 17579 h 213"/>
                  <a:gd name="T70" fmla="*/ 8519 w 182"/>
                  <a:gd name="T71" fmla="*/ 17397 h 213"/>
                  <a:gd name="T72" fmla="*/ 9156 w 182"/>
                  <a:gd name="T73" fmla="*/ 17221 h 213"/>
                  <a:gd name="T74" fmla="*/ 9734 w 182"/>
                  <a:gd name="T75" fmla="*/ 17008 h 213"/>
                  <a:gd name="T76" fmla="*/ 10281 w 182"/>
                  <a:gd name="T77" fmla="*/ 16628 h 213"/>
                  <a:gd name="T78" fmla="*/ 10777 w 182"/>
                  <a:gd name="T79" fmla="*/ 16299 h 213"/>
                  <a:gd name="T80" fmla="*/ 11234 w 182"/>
                  <a:gd name="T81" fmla="*/ 15945 h 213"/>
                  <a:gd name="T82" fmla="*/ 12507 w 182"/>
                  <a:gd name="T83" fmla="*/ 14696 h 213"/>
                  <a:gd name="T84" fmla="*/ 13385 w 182"/>
                  <a:gd name="T85" fmla="*/ 13461 h 213"/>
                  <a:gd name="T86" fmla="*/ 13905 w 182"/>
                  <a:gd name="T87" fmla="*/ 12031 h 213"/>
                  <a:gd name="T88" fmla="*/ 14190 w 182"/>
                  <a:gd name="T89" fmla="*/ 10722 h 213"/>
                  <a:gd name="T90" fmla="*/ 14361 w 182"/>
                  <a:gd name="T91" fmla="*/ 9309 h 213"/>
                  <a:gd name="T92" fmla="*/ 14361 w 182"/>
                  <a:gd name="T93" fmla="*/ 7913 h 213"/>
                  <a:gd name="T94" fmla="*/ 14430 w 182"/>
                  <a:gd name="T95" fmla="*/ 6607 h 213"/>
                  <a:gd name="T96" fmla="*/ 13669 w 182"/>
                  <a:gd name="T97" fmla="*/ 3855 h 213"/>
                  <a:gd name="T98" fmla="*/ 12377 w 182"/>
                  <a:gd name="T99" fmla="*/ 1716 h 213"/>
                  <a:gd name="T100" fmla="*/ 11918 w 182"/>
                  <a:gd name="T101" fmla="*/ 1537 h 213"/>
                  <a:gd name="T102" fmla="*/ 11659 w 182"/>
                  <a:gd name="T103" fmla="*/ 1275 h 213"/>
                  <a:gd name="T104" fmla="*/ 11234 w 182"/>
                  <a:gd name="T105" fmla="*/ 1066 h 213"/>
                  <a:gd name="T106" fmla="*/ 10939 w 182"/>
                  <a:gd name="T107" fmla="*/ 920 h 213"/>
                  <a:gd name="T108" fmla="*/ 10453 w 182"/>
                  <a:gd name="T109" fmla="*/ 737 h 213"/>
                  <a:gd name="T110" fmla="*/ 9976 w 182"/>
                  <a:gd name="T111" fmla="*/ 510 h 213"/>
                  <a:gd name="T112" fmla="*/ 9409 w 182"/>
                  <a:gd name="T113" fmla="*/ 244 h 213"/>
                  <a:gd name="T114" fmla="*/ 8633 w 182"/>
                  <a:gd name="T115" fmla="*/ 0 h 21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82"/>
                  <a:gd name="T175" fmla="*/ 0 h 213"/>
                  <a:gd name="T176" fmla="*/ 182 w 182"/>
                  <a:gd name="T177" fmla="*/ 213 h 213"/>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82" h="213">
                    <a:moveTo>
                      <a:pt x="109" y="0"/>
                    </a:moveTo>
                    <a:lnTo>
                      <a:pt x="112" y="2"/>
                    </a:lnTo>
                    <a:lnTo>
                      <a:pt x="118" y="8"/>
                    </a:lnTo>
                    <a:lnTo>
                      <a:pt x="127" y="18"/>
                    </a:lnTo>
                    <a:lnTo>
                      <a:pt x="137" y="33"/>
                    </a:lnTo>
                    <a:lnTo>
                      <a:pt x="145" y="52"/>
                    </a:lnTo>
                    <a:lnTo>
                      <a:pt x="150" y="76"/>
                    </a:lnTo>
                    <a:lnTo>
                      <a:pt x="150" y="105"/>
                    </a:lnTo>
                    <a:lnTo>
                      <a:pt x="144" y="139"/>
                    </a:lnTo>
                    <a:lnTo>
                      <a:pt x="140" y="149"/>
                    </a:lnTo>
                    <a:lnTo>
                      <a:pt x="136" y="157"/>
                    </a:lnTo>
                    <a:lnTo>
                      <a:pt x="131" y="165"/>
                    </a:lnTo>
                    <a:lnTo>
                      <a:pt x="125" y="173"/>
                    </a:lnTo>
                    <a:lnTo>
                      <a:pt x="117" y="180"/>
                    </a:lnTo>
                    <a:lnTo>
                      <a:pt x="110" y="185"/>
                    </a:lnTo>
                    <a:lnTo>
                      <a:pt x="102" y="191"/>
                    </a:lnTo>
                    <a:lnTo>
                      <a:pt x="92" y="195"/>
                    </a:lnTo>
                    <a:lnTo>
                      <a:pt x="82" y="197"/>
                    </a:lnTo>
                    <a:lnTo>
                      <a:pt x="72" y="200"/>
                    </a:lnTo>
                    <a:lnTo>
                      <a:pt x="61" y="201"/>
                    </a:lnTo>
                    <a:lnTo>
                      <a:pt x="49" y="201"/>
                    </a:lnTo>
                    <a:lnTo>
                      <a:pt x="37" y="200"/>
                    </a:lnTo>
                    <a:lnTo>
                      <a:pt x="25" y="197"/>
                    </a:lnTo>
                    <a:lnTo>
                      <a:pt x="12" y="193"/>
                    </a:lnTo>
                    <a:lnTo>
                      <a:pt x="0" y="188"/>
                    </a:lnTo>
                    <a:lnTo>
                      <a:pt x="11" y="195"/>
                    </a:lnTo>
                    <a:lnTo>
                      <a:pt x="22" y="200"/>
                    </a:lnTo>
                    <a:lnTo>
                      <a:pt x="33" y="205"/>
                    </a:lnTo>
                    <a:lnTo>
                      <a:pt x="43" y="208"/>
                    </a:lnTo>
                    <a:lnTo>
                      <a:pt x="53" y="211"/>
                    </a:lnTo>
                    <a:lnTo>
                      <a:pt x="63" y="212"/>
                    </a:lnTo>
                    <a:lnTo>
                      <a:pt x="73" y="213"/>
                    </a:lnTo>
                    <a:lnTo>
                      <a:pt x="83" y="213"/>
                    </a:lnTo>
                    <a:lnTo>
                      <a:pt x="91" y="212"/>
                    </a:lnTo>
                    <a:lnTo>
                      <a:pt x="100" y="210"/>
                    </a:lnTo>
                    <a:lnTo>
                      <a:pt x="108" y="208"/>
                    </a:lnTo>
                    <a:lnTo>
                      <a:pt x="116" y="206"/>
                    </a:lnTo>
                    <a:lnTo>
                      <a:pt x="123" y="203"/>
                    </a:lnTo>
                    <a:lnTo>
                      <a:pt x="130" y="199"/>
                    </a:lnTo>
                    <a:lnTo>
                      <a:pt x="136" y="195"/>
                    </a:lnTo>
                    <a:lnTo>
                      <a:pt x="142" y="191"/>
                    </a:lnTo>
                    <a:lnTo>
                      <a:pt x="158" y="176"/>
                    </a:lnTo>
                    <a:lnTo>
                      <a:pt x="169" y="161"/>
                    </a:lnTo>
                    <a:lnTo>
                      <a:pt x="176" y="144"/>
                    </a:lnTo>
                    <a:lnTo>
                      <a:pt x="179" y="128"/>
                    </a:lnTo>
                    <a:lnTo>
                      <a:pt x="181" y="111"/>
                    </a:lnTo>
                    <a:lnTo>
                      <a:pt x="181" y="95"/>
                    </a:lnTo>
                    <a:lnTo>
                      <a:pt x="182" y="79"/>
                    </a:lnTo>
                    <a:lnTo>
                      <a:pt x="173" y="46"/>
                    </a:lnTo>
                    <a:lnTo>
                      <a:pt x="156" y="21"/>
                    </a:lnTo>
                    <a:lnTo>
                      <a:pt x="151" y="18"/>
                    </a:lnTo>
                    <a:lnTo>
                      <a:pt x="147" y="15"/>
                    </a:lnTo>
                    <a:lnTo>
                      <a:pt x="142" y="13"/>
                    </a:lnTo>
                    <a:lnTo>
                      <a:pt x="138" y="11"/>
                    </a:lnTo>
                    <a:lnTo>
                      <a:pt x="132" y="9"/>
                    </a:lnTo>
                    <a:lnTo>
                      <a:pt x="126" y="6"/>
                    </a:lnTo>
                    <a:lnTo>
                      <a:pt x="119" y="3"/>
                    </a:lnTo>
                    <a:lnTo>
                      <a:pt x="109" y="0"/>
                    </a:lnTo>
                    <a:close/>
                  </a:path>
                </a:pathLst>
              </a:custGeom>
              <a:solidFill>
                <a:schemeClr val="accent2"/>
              </a:solidFill>
              <a:ln w="9525">
                <a:noFill/>
                <a:miter lim="800000"/>
                <a:headEnd/>
                <a:tailEnd/>
              </a:ln>
            </p:spPr>
            <p:txBody>
              <a:bodyPr/>
              <a:lstStyle/>
              <a:p>
                <a:endParaRPr lang="zh-CN" altLang="en-US"/>
              </a:p>
            </p:txBody>
          </p:sp>
          <p:sp>
            <p:nvSpPr>
              <p:cNvPr id="1064" name="Freeform 12"/>
              <p:cNvSpPr>
                <a:spLocks noChangeArrowheads="1"/>
              </p:cNvSpPr>
              <p:nvPr userDrawn="1"/>
            </p:nvSpPr>
            <p:spPr bwMode="auto">
              <a:xfrm rot="373330" flipH="1">
                <a:off x="80" y="120"/>
                <a:ext cx="93" cy="156"/>
              </a:xfrm>
              <a:custGeom>
                <a:avLst/>
                <a:gdLst>
                  <a:gd name="T0" fmla="*/ 2 w 128"/>
                  <a:gd name="T1" fmla="*/ 0 h 217"/>
                  <a:gd name="T2" fmla="*/ 2 w 128"/>
                  <a:gd name="T3" fmla="*/ 1 h 217"/>
                  <a:gd name="T4" fmla="*/ 3 w 128"/>
                  <a:gd name="T5" fmla="*/ 1 h 217"/>
                  <a:gd name="T6" fmla="*/ 3 w 128"/>
                  <a:gd name="T7" fmla="*/ 1 h 217"/>
                  <a:gd name="T8" fmla="*/ 3 w 128"/>
                  <a:gd name="T9" fmla="*/ 1 h 217"/>
                  <a:gd name="T10" fmla="*/ 3 w 128"/>
                  <a:gd name="T11" fmla="*/ 2 h 217"/>
                  <a:gd name="T12" fmla="*/ 3 w 128"/>
                  <a:gd name="T13" fmla="*/ 3 h 217"/>
                  <a:gd name="T14" fmla="*/ 2 w 128"/>
                  <a:gd name="T15" fmla="*/ 3 h 217"/>
                  <a:gd name="T16" fmla="*/ 1 w 128"/>
                  <a:gd name="T17" fmla="*/ 4 h 217"/>
                  <a:gd name="T18" fmla="*/ 1 w 128"/>
                  <a:gd name="T19" fmla="*/ 4 h 217"/>
                  <a:gd name="T20" fmla="*/ 1 w 128"/>
                  <a:gd name="T21" fmla="*/ 4 h 217"/>
                  <a:gd name="T22" fmla="*/ 1 w 128"/>
                  <a:gd name="T23" fmla="*/ 4 h 217"/>
                  <a:gd name="T24" fmla="*/ 1 w 128"/>
                  <a:gd name="T25" fmla="*/ 4 h 217"/>
                  <a:gd name="T26" fmla="*/ 1 w 128"/>
                  <a:gd name="T27" fmla="*/ 4 h 217"/>
                  <a:gd name="T28" fmla="*/ 1 w 128"/>
                  <a:gd name="T29" fmla="*/ 4 h 217"/>
                  <a:gd name="T30" fmla="*/ 0 w 128"/>
                  <a:gd name="T31" fmla="*/ 3 h 217"/>
                  <a:gd name="T32" fmla="*/ 1 w 128"/>
                  <a:gd name="T33" fmla="*/ 3 h 217"/>
                  <a:gd name="T34" fmla="*/ 1 w 128"/>
                  <a:gd name="T35" fmla="*/ 3 h 217"/>
                  <a:gd name="T36" fmla="*/ 1 w 128"/>
                  <a:gd name="T37" fmla="*/ 3 h 217"/>
                  <a:gd name="T38" fmla="*/ 1 w 128"/>
                  <a:gd name="T39" fmla="*/ 3 h 217"/>
                  <a:gd name="T40" fmla="*/ 1 w 128"/>
                  <a:gd name="T41" fmla="*/ 3 h 217"/>
                  <a:gd name="T42" fmla="*/ 2 w 128"/>
                  <a:gd name="T43" fmla="*/ 2 h 217"/>
                  <a:gd name="T44" fmla="*/ 2 w 128"/>
                  <a:gd name="T45" fmla="*/ 1 h 217"/>
                  <a:gd name="T46" fmla="*/ 2 w 128"/>
                  <a:gd name="T47" fmla="*/ 1 h 217"/>
                  <a:gd name="T48" fmla="*/ 2 w 128"/>
                  <a:gd name="T49" fmla="*/ 0 h 21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8"/>
                  <a:gd name="T76" fmla="*/ 0 h 217"/>
                  <a:gd name="T77" fmla="*/ 128 w 128"/>
                  <a:gd name="T78" fmla="*/ 217 h 21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8" h="217">
                    <a:moveTo>
                      <a:pt x="94" y="0"/>
                    </a:moveTo>
                    <a:lnTo>
                      <a:pt x="105" y="9"/>
                    </a:lnTo>
                    <a:lnTo>
                      <a:pt x="115" y="27"/>
                    </a:lnTo>
                    <a:lnTo>
                      <a:pt x="123" y="50"/>
                    </a:lnTo>
                    <a:lnTo>
                      <a:pt x="128" y="78"/>
                    </a:lnTo>
                    <a:lnTo>
                      <a:pt x="127" y="111"/>
                    </a:lnTo>
                    <a:lnTo>
                      <a:pt x="116" y="145"/>
                    </a:lnTo>
                    <a:lnTo>
                      <a:pt x="94" y="181"/>
                    </a:lnTo>
                    <a:lnTo>
                      <a:pt x="60" y="217"/>
                    </a:lnTo>
                    <a:lnTo>
                      <a:pt x="49" y="213"/>
                    </a:lnTo>
                    <a:lnTo>
                      <a:pt x="38" y="210"/>
                    </a:lnTo>
                    <a:lnTo>
                      <a:pt x="26" y="205"/>
                    </a:lnTo>
                    <a:lnTo>
                      <a:pt x="16" y="201"/>
                    </a:lnTo>
                    <a:lnTo>
                      <a:pt x="8" y="196"/>
                    </a:lnTo>
                    <a:lnTo>
                      <a:pt x="2" y="190"/>
                    </a:lnTo>
                    <a:lnTo>
                      <a:pt x="0" y="183"/>
                    </a:lnTo>
                    <a:lnTo>
                      <a:pt x="1" y="178"/>
                    </a:lnTo>
                    <a:lnTo>
                      <a:pt x="13" y="171"/>
                    </a:lnTo>
                    <a:lnTo>
                      <a:pt x="29" y="161"/>
                    </a:lnTo>
                    <a:lnTo>
                      <a:pt x="46" y="150"/>
                    </a:lnTo>
                    <a:lnTo>
                      <a:pt x="63" y="134"/>
                    </a:lnTo>
                    <a:lnTo>
                      <a:pt x="79" y="112"/>
                    </a:lnTo>
                    <a:lnTo>
                      <a:pt x="91" y="83"/>
                    </a:lnTo>
                    <a:lnTo>
                      <a:pt x="97" y="46"/>
                    </a:lnTo>
                    <a:lnTo>
                      <a:pt x="94" y="0"/>
                    </a:lnTo>
                    <a:close/>
                  </a:path>
                </a:pathLst>
              </a:custGeom>
              <a:solidFill>
                <a:schemeClr val="accent2"/>
              </a:solidFill>
              <a:ln w="9525">
                <a:noFill/>
                <a:miter lim="800000"/>
                <a:headEnd/>
                <a:tailEnd/>
              </a:ln>
            </p:spPr>
            <p:txBody>
              <a:bodyPr/>
              <a:lstStyle/>
              <a:p>
                <a:endParaRPr lang="zh-CN" altLang="en-US"/>
              </a:p>
            </p:txBody>
          </p:sp>
          <p:sp>
            <p:nvSpPr>
              <p:cNvPr id="1065" name="Freeform 13"/>
              <p:cNvSpPr>
                <a:spLocks noChangeArrowheads="1"/>
              </p:cNvSpPr>
              <p:nvPr userDrawn="1"/>
            </p:nvSpPr>
            <p:spPr bwMode="auto">
              <a:xfrm rot="373330" flipH="1">
                <a:off x="272" y="323"/>
                <a:ext cx="85" cy="93"/>
              </a:xfrm>
              <a:custGeom>
                <a:avLst/>
                <a:gdLst>
                  <a:gd name="T0" fmla="*/ 1 w 117"/>
                  <a:gd name="T1" fmla="*/ 0 h 132"/>
                  <a:gd name="T2" fmla="*/ 0 w 117"/>
                  <a:gd name="T3" fmla="*/ 1 h 132"/>
                  <a:gd name="T4" fmla="*/ 1 w 117"/>
                  <a:gd name="T5" fmla="*/ 1 h 132"/>
                  <a:gd name="T6" fmla="*/ 1 w 117"/>
                  <a:gd name="T7" fmla="*/ 1 h 132"/>
                  <a:gd name="T8" fmla="*/ 1 w 117"/>
                  <a:gd name="T9" fmla="*/ 1 h 132"/>
                  <a:gd name="T10" fmla="*/ 1 w 117"/>
                  <a:gd name="T11" fmla="*/ 1 h 132"/>
                  <a:gd name="T12" fmla="*/ 1 w 117"/>
                  <a:gd name="T13" fmla="*/ 1 h 132"/>
                  <a:gd name="T14" fmla="*/ 2 w 117"/>
                  <a:gd name="T15" fmla="*/ 1 h 132"/>
                  <a:gd name="T16" fmla="*/ 2 w 117"/>
                  <a:gd name="T17" fmla="*/ 1 h 132"/>
                  <a:gd name="T18" fmla="*/ 3 w 117"/>
                  <a:gd name="T19" fmla="*/ 2 h 132"/>
                  <a:gd name="T20" fmla="*/ 3 w 117"/>
                  <a:gd name="T21" fmla="*/ 2 h 132"/>
                  <a:gd name="T22" fmla="*/ 3 w 117"/>
                  <a:gd name="T23" fmla="*/ 1 h 132"/>
                  <a:gd name="T24" fmla="*/ 3 w 117"/>
                  <a:gd name="T25" fmla="*/ 1 h 132"/>
                  <a:gd name="T26" fmla="*/ 2 w 117"/>
                  <a:gd name="T27" fmla="*/ 1 h 132"/>
                  <a:gd name="T28" fmla="*/ 2 w 117"/>
                  <a:gd name="T29" fmla="*/ 1 h 132"/>
                  <a:gd name="T30" fmla="*/ 2 w 117"/>
                  <a:gd name="T31" fmla="*/ 1 h 132"/>
                  <a:gd name="T32" fmla="*/ 1 w 117"/>
                  <a:gd name="T33" fmla="*/ 1 h 132"/>
                  <a:gd name="T34" fmla="*/ 1 w 117"/>
                  <a:gd name="T35" fmla="*/ 1 h 132"/>
                  <a:gd name="T36" fmla="*/ 1 w 117"/>
                  <a:gd name="T37" fmla="*/ 1 h 132"/>
                  <a:gd name="T38" fmla="*/ 2 w 117"/>
                  <a:gd name="T39" fmla="*/ 1 h 132"/>
                  <a:gd name="T40" fmla="*/ 2 w 117"/>
                  <a:gd name="T41" fmla="*/ 1 h 132"/>
                  <a:gd name="T42" fmla="*/ 2 w 117"/>
                  <a:gd name="T43" fmla="*/ 1 h 132"/>
                  <a:gd name="T44" fmla="*/ 2 w 117"/>
                  <a:gd name="T45" fmla="*/ 1 h 132"/>
                  <a:gd name="T46" fmla="*/ 3 w 117"/>
                  <a:gd name="T47" fmla="*/ 1 h 132"/>
                  <a:gd name="T48" fmla="*/ 3 w 117"/>
                  <a:gd name="T49" fmla="*/ 1 h 132"/>
                  <a:gd name="T50" fmla="*/ 3 w 117"/>
                  <a:gd name="T51" fmla="*/ 1 h 132"/>
                  <a:gd name="T52" fmla="*/ 1 w 117"/>
                  <a:gd name="T53" fmla="*/ 0 h 13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17"/>
                  <a:gd name="T82" fmla="*/ 0 h 132"/>
                  <a:gd name="T83" fmla="*/ 117 w 117"/>
                  <a:gd name="T84" fmla="*/ 132 h 132"/>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17" h="132">
                    <a:moveTo>
                      <a:pt x="75" y="0"/>
                    </a:moveTo>
                    <a:lnTo>
                      <a:pt x="0" y="25"/>
                    </a:lnTo>
                    <a:lnTo>
                      <a:pt x="3" y="26"/>
                    </a:lnTo>
                    <a:lnTo>
                      <a:pt x="14" y="29"/>
                    </a:lnTo>
                    <a:lnTo>
                      <a:pt x="29" y="36"/>
                    </a:lnTo>
                    <a:lnTo>
                      <a:pt x="46" y="47"/>
                    </a:lnTo>
                    <a:lnTo>
                      <a:pt x="66" y="62"/>
                    </a:lnTo>
                    <a:lnTo>
                      <a:pt x="84" y="80"/>
                    </a:lnTo>
                    <a:lnTo>
                      <a:pt x="102" y="103"/>
                    </a:lnTo>
                    <a:lnTo>
                      <a:pt x="116" y="132"/>
                    </a:lnTo>
                    <a:lnTo>
                      <a:pt x="117" y="120"/>
                    </a:lnTo>
                    <a:lnTo>
                      <a:pt x="115" y="107"/>
                    </a:lnTo>
                    <a:lnTo>
                      <a:pt x="108" y="90"/>
                    </a:lnTo>
                    <a:lnTo>
                      <a:pt x="99" y="74"/>
                    </a:lnTo>
                    <a:lnTo>
                      <a:pt x="89" y="58"/>
                    </a:lnTo>
                    <a:lnTo>
                      <a:pt x="78" y="45"/>
                    </a:lnTo>
                    <a:lnTo>
                      <a:pt x="67" y="36"/>
                    </a:lnTo>
                    <a:lnTo>
                      <a:pt x="58" y="32"/>
                    </a:lnTo>
                    <a:lnTo>
                      <a:pt x="69" y="29"/>
                    </a:lnTo>
                    <a:lnTo>
                      <a:pt x="79" y="28"/>
                    </a:lnTo>
                    <a:lnTo>
                      <a:pt x="89" y="26"/>
                    </a:lnTo>
                    <a:lnTo>
                      <a:pt x="98" y="25"/>
                    </a:lnTo>
                    <a:lnTo>
                      <a:pt x="105" y="24"/>
                    </a:lnTo>
                    <a:lnTo>
                      <a:pt x="109" y="22"/>
                    </a:lnTo>
                    <a:lnTo>
                      <a:pt x="113" y="21"/>
                    </a:lnTo>
                    <a:lnTo>
                      <a:pt x="114" y="21"/>
                    </a:lnTo>
                    <a:lnTo>
                      <a:pt x="75" y="0"/>
                    </a:lnTo>
                    <a:close/>
                  </a:path>
                </a:pathLst>
              </a:custGeom>
              <a:solidFill>
                <a:schemeClr val="accent2"/>
              </a:solidFill>
              <a:ln w="9525">
                <a:noFill/>
                <a:miter lim="800000"/>
                <a:headEnd/>
                <a:tailEnd/>
              </a:ln>
            </p:spPr>
            <p:txBody>
              <a:bodyPr/>
              <a:lstStyle/>
              <a:p>
                <a:endParaRPr lang="zh-CN" altLang="en-US"/>
              </a:p>
            </p:txBody>
          </p:sp>
          <p:sp>
            <p:nvSpPr>
              <p:cNvPr id="1066" name="Freeform 14"/>
              <p:cNvSpPr>
                <a:spLocks noChangeArrowheads="1"/>
              </p:cNvSpPr>
              <p:nvPr userDrawn="1"/>
            </p:nvSpPr>
            <p:spPr bwMode="auto">
              <a:xfrm rot="373330" flipH="1">
                <a:off x="248" y="348"/>
                <a:ext cx="21" cy="55"/>
              </a:xfrm>
              <a:custGeom>
                <a:avLst/>
                <a:gdLst>
                  <a:gd name="T0" fmla="*/ 1 w 29"/>
                  <a:gd name="T1" fmla="*/ 0 h 77"/>
                  <a:gd name="T2" fmla="*/ 1 w 29"/>
                  <a:gd name="T3" fmla="*/ 0 h 77"/>
                  <a:gd name="T4" fmla="*/ 1 w 29"/>
                  <a:gd name="T5" fmla="*/ 1 h 77"/>
                  <a:gd name="T6" fmla="*/ 1 w 29"/>
                  <a:gd name="T7" fmla="*/ 1 h 77"/>
                  <a:gd name="T8" fmla="*/ 1 w 29"/>
                  <a:gd name="T9" fmla="*/ 1 h 77"/>
                  <a:gd name="T10" fmla="*/ 1 w 29"/>
                  <a:gd name="T11" fmla="*/ 1 h 77"/>
                  <a:gd name="T12" fmla="*/ 0 w 29"/>
                  <a:gd name="T13" fmla="*/ 1 h 77"/>
                  <a:gd name="T14" fmla="*/ 1 w 29"/>
                  <a:gd name="T15" fmla="*/ 1 h 77"/>
                  <a:gd name="T16" fmla="*/ 1 w 29"/>
                  <a:gd name="T17" fmla="*/ 1 h 77"/>
                  <a:gd name="T18" fmla="*/ 1 w 29"/>
                  <a:gd name="T19" fmla="*/ 1 h 77"/>
                  <a:gd name="T20" fmla="*/ 1 w 29"/>
                  <a:gd name="T21" fmla="*/ 1 h 77"/>
                  <a:gd name="T22" fmla="*/ 1 w 29"/>
                  <a:gd name="T23" fmla="*/ 1 h 77"/>
                  <a:gd name="T24" fmla="*/ 1 w 29"/>
                  <a:gd name="T25" fmla="*/ 0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9"/>
                  <a:gd name="T40" fmla="*/ 0 h 77"/>
                  <a:gd name="T41" fmla="*/ 29 w 29"/>
                  <a:gd name="T42" fmla="*/ 77 h 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9" h="77">
                    <a:moveTo>
                      <a:pt x="29" y="0"/>
                    </a:moveTo>
                    <a:lnTo>
                      <a:pt x="23" y="0"/>
                    </a:lnTo>
                    <a:lnTo>
                      <a:pt x="16" y="4"/>
                    </a:lnTo>
                    <a:lnTo>
                      <a:pt x="9" y="9"/>
                    </a:lnTo>
                    <a:lnTo>
                      <a:pt x="4" y="19"/>
                    </a:lnTo>
                    <a:lnTo>
                      <a:pt x="1" y="30"/>
                    </a:lnTo>
                    <a:lnTo>
                      <a:pt x="0" y="44"/>
                    </a:lnTo>
                    <a:lnTo>
                      <a:pt x="3" y="60"/>
                    </a:lnTo>
                    <a:lnTo>
                      <a:pt x="11" y="77"/>
                    </a:lnTo>
                    <a:lnTo>
                      <a:pt x="15" y="53"/>
                    </a:lnTo>
                    <a:lnTo>
                      <a:pt x="19" y="37"/>
                    </a:lnTo>
                    <a:lnTo>
                      <a:pt x="23" y="22"/>
                    </a:lnTo>
                    <a:lnTo>
                      <a:pt x="29" y="0"/>
                    </a:lnTo>
                    <a:close/>
                  </a:path>
                </a:pathLst>
              </a:custGeom>
              <a:solidFill>
                <a:schemeClr val="accent2"/>
              </a:solidFill>
              <a:ln w="9525">
                <a:noFill/>
                <a:miter lim="800000"/>
                <a:headEnd/>
                <a:tailEnd/>
              </a:ln>
            </p:spPr>
            <p:txBody>
              <a:bodyPr/>
              <a:lstStyle/>
              <a:p>
                <a:endParaRPr lang="zh-CN" altLang="en-US"/>
              </a:p>
            </p:txBody>
          </p:sp>
          <p:grpSp>
            <p:nvGrpSpPr>
              <p:cNvPr id="1067" name="Group 15"/>
              <p:cNvGrpSpPr>
                <a:grpSpLocks/>
              </p:cNvGrpSpPr>
              <p:nvPr userDrawn="1"/>
            </p:nvGrpSpPr>
            <p:grpSpPr bwMode="auto">
              <a:xfrm rot="10886446" flipH="1">
                <a:off x="294" y="464"/>
                <a:ext cx="608" cy="369"/>
                <a:chOff x="0" y="0"/>
                <a:chExt cx="608" cy="369"/>
              </a:xfrm>
            </p:grpSpPr>
            <p:sp>
              <p:nvSpPr>
                <p:cNvPr id="1068" name="Freeform 16"/>
                <p:cNvSpPr>
                  <a:spLocks noChangeArrowheads="1"/>
                </p:cNvSpPr>
                <p:nvPr userDrawn="1"/>
              </p:nvSpPr>
              <p:spPr bwMode="auto">
                <a:xfrm rot="4200091">
                  <a:off x="122" y="102"/>
                  <a:ext cx="143" cy="390"/>
                </a:xfrm>
                <a:custGeom>
                  <a:avLst/>
                  <a:gdLst>
                    <a:gd name="T0" fmla="*/ 1 w 207"/>
                    <a:gd name="T1" fmla="*/ 1 h 564"/>
                    <a:gd name="T2" fmla="*/ 1 w 207"/>
                    <a:gd name="T3" fmla="*/ 1 h 564"/>
                    <a:gd name="T4" fmla="*/ 1 w 207"/>
                    <a:gd name="T5" fmla="*/ 1 h 564"/>
                    <a:gd name="T6" fmla="*/ 0 w 207"/>
                    <a:gd name="T7" fmla="*/ 1 h 564"/>
                    <a:gd name="T8" fmla="*/ 0 w 207"/>
                    <a:gd name="T9" fmla="*/ 2 h 564"/>
                    <a:gd name="T10" fmla="*/ 1 w 207"/>
                    <a:gd name="T11" fmla="*/ 2 h 564"/>
                    <a:gd name="T12" fmla="*/ 1 w 207"/>
                    <a:gd name="T13" fmla="*/ 3 h 564"/>
                    <a:gd name="T14" fmla="*/ 1 w 207"/>
                    <a:gd name="T15" fmla="*/ 3 h 564"/>
                    <a:gd name="T16" fmla="*/ 1 w 207"/>
                    <a:gd name="T17" fmla="*/ 3 h 564"/>
                    <a:gd name="T18" fmla="*/ 1 w 207"/>
                    <a:gd name="T19" fmla="*/ 4 h 564"/>
                    <a:gd name="T20" fmla="*/ 1 w 207"/>
                    <a:gd name="T21" fmla="*/ 4 h 564"/>
                    <a:gd name="T22" fmla="*/ 1 w 207"/>
                    <a:gd name="T23" fmla="*/ 5 h 564"/>
                    <a:gd name="T24" fmla="*/ 1 w 207"/>
                    <a:gd name="T25" fmla="*/ 6 h 564"/>
                    <a:gd name="T26" fmla="*/ 1 w 207"/>
                    <a:gd name="T27" fmla="*/ 6 h 564"/>
                    <a:gd name="T28" fmla="*/ 2 w 207"/>
                    <a:gd name="T29" fmla="*/ 6 h 564"/>
                    <a:gd name="T30" fmla="*/ 2 w 207"/>
                    <a:gd name="T31" fmla="*/ 6 h 564"/>
                    <a:gd name="T32" fmla="*/ 2 w 207"/>
                    <a:gd name="T33" fmla="*/ 7 h 564"/>
                    <a:gd name="T34" fmla="*/ 2 w 207"/>
                    <a:gd name="T35" fmla="*/ 6 h 564"/>
                    <a:gd name="T36" fmla="*/ 1 w 207"/>
                    <a:gd name="T37" fmla="*/ 6 h 564"/>
                    <a:gd name="T38" fmla="*/ 1 w 207"/>
                    <a:gd name="T39" fmla="*/ 5 h 564"/>
                    <a:gd name="T40" fmla="*/ 1 w 207"/>
                    <a:gd name="T41" fmla="*/ 4 h 564"/>
                    <a:gd name="T42" fmla="*/ 1 w 207"/>
                    <a:gd name="T43" fmla="*/ 4 h 564"/>
                    <a:gd name="T44" fmla="*/ 1 w 207"/>
                    <a:gd name="T45" fmla="*/ 4 h 564"/>
                    <a:gd name="T46" fmla="*/ 1 w 207"/>
                    <a:gd name="T47" fmla="*/ 3 h 564"/>
                    <a:gd name="T48" fmla="*/ 1 w 207"/>
                    <a:gd name="T49" fmla="*/ 3 h 564"/>
                    <a:gd name="T50" fmla="*/ 1 w 207"/>
                    <a:gd name="T51" fmla="*/ 3 h 564"/>
                    <a:gd name="T52" fmla="*/ 1 w 207"/>
                    <a:gd name="T53" fmla="*/ 1 h 564"/>
                    <a:gd name="T54" fmla="*/ 1 w 207"/>
                    <a:gd name="T55" fmla="*/ 1 h 564"/>
                    <a:gd name="T56" fmla="*/ 1 w 207"/>
                    <a:gd name="T57" fmla="*/ 0 h 564"/>
                    <a:gd name="T58" fmla="*/ 1 w 207"/>
                    <a:gd name="T59" fmla="*/ 1 h 56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207"/>
                    <a:gd name="T91" fmla="*/ 0 h 564"/>
                    <a:gd name="T92" fmla="*/ 207 w 207"/>
                    <a:gd name="T93" fmla="*/ 564 h 564"/>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207" h="564">
                      <a:moveTo>
                        <a:pt x="12" y="44"/>
                      </a:moveTo>
                      <a:lnTo>
                        <a:pt x="6" y="72"/>
                      </a:lnTo>
                      <a:lnTo>
                        <a:pt x="3" y="99"/>
                      </a:lnTo>
                      <a:lnTo>
                        <a:pt x="0" y="125"/>
                      </a:lnTo>
                      <a:lnTo>
                        <a:pt x="0" y="151"/>
                      </a:lnTo>
                      <a:lnTo>
                        <a:pt x="3" y="180"/>
                      </a:lnTo>
                      <a:lnTo>
                        <a:pt x="7" y="211"/>
                      </a:lnTo>
                      <a:lnTo>
                        <a:pt x="16" y="247"/>
                      </a:lnTo>
                      <a:lnTo>
                        <a:pt x="29" y="287"/>
                      </a:lnTo>
                      <a:lnTo>
                        <a:pt x="43" y="325"/>
                      </a:lnTo>
                      <a:lnTo>
                        <a:pt x="61" y="364"/>
                      </a:lnTo>
                      <a:lnTo>
                        <a:pt x="83" y="406"/>
                      </a:lnTo>
                      <a:lnTo>
                        <a:pt x="106" y="446"/>
                      </a:lnTo>
                      <a:lnTo>
                        <a:pt x="132" y="483"/>
                      </a:lnTo>
                      <a:lnTo>
                        <a:pt x="157" y="516"/>
                      </a:lnTo>
                      <a:lnTo>
                        <a:pt x="182" y="544"/>
                      </a:lnTo>
                      <a:lnTo>
                        <a:pt x="207" y="564"/>
                      </a:lnTo>
                      <a:lnTo>
                        <a:pt x="160" y="501"/>
                      </a:lnTo>
                      <a:lnTo>
                        <a:pt x="127" y="448"/>
                      </a:lnTo>
                      <a:lnTo>
                        <a:pt x="103" y="405"/>
                      </a:lnTo>
                      <a:lnTo>
                        <a:pt x="87" y="368"/>
                      </a:lnTo>
                      <a:lnTo>
                        <a:pt x="75" y="337"/>
                      </a:lnTo>
                      <a:lnTo>
                        <a:pt x="68" y="309"/>
                      </a:lnTo>
                      <a:lnTo>
                        <a:pt x="63" y="285"/>
                      </a:lnTo>
                      <a:lnTo>
                        <a:pt x="56" y="261"/>
                      </a:lnTo>
                      <a:lnTo>
                        <a:pt x="44" y="205"/>
                      </a:lnTo>
                      <a:lnTo>
                        <a:pt x="41" y="140"/>
                      </a:lnTo>
                      <a:lnTo>
                        <a:pt x="43" y="68"/>
                      </a:lnTo>
                      <a:lnTo>
                        <a:pt x="50" y="0"/>
                      </a:lnTo>
                      <a:lnTo>
                        <a:pt x="12" y="44"/>
                      </a:lnTo>
                      <a:close/>
                    </a:path>
                  </a:pathLst>
                </a:custGeom>
                <a:solidFill>
                  <a:schemeClr val="accent2"/>
                </a:solidFill>
                <a:ln w="9525">
                  <a:noFill/>
                  <a:miter lim="800000"/>
                  <a:headEnd/>
                  <a:tailEnd/>
                </a:ln>
              </p:spPr>
              <p:txBody>
                <a:bodyPr/>
                <a:lstStyle/>
                <a:p>
                  <a:endParaRPr lang="zh-CN" altLang="en-US"/>
                </a:p>
              </p:txBody>
            </p:sp>
            <p:sp>
              <p:nvSpPr>
                <p:cNvPr id="1069" name="Freeform 17"/>
                <p:cNvSpPr>
                  <a:spLocks noChangeArrowheads="1"/>
                </p:cNvSpPr>
                <p:nvPr userDrawn="1"/>
              </p:nvSpPr>
              <p:spPr bwMode="auto">
                <a:xfrm rot="4200091">
                  <a:off x="489" y="56"/>
                  <a:ext cx="33" cy="160"/>
                </a:xfrm>
                <a:custGeom>
                  <a:avLst/>
                  <a:gdLst>
                    <a:gd name="T0" fmla="*/ 0 w 47"/>
                    <a:gd name="T1" fmla="*/ 1 h 232"/>
                    <a:gd name="T2" fmla="*/ 1 w 47"/>
                    <a:gd name="T3" fmla="*/ 1 h 232"/>
                    <a:gd name="T4" fmla="*/ 1 w 47"/>
                    <a:gd name="T5" fmla="*/ 1 h 232"/>
                    <a:gd name="T6" fmla="*/ 1 w 47"/>
                    <a:gd name="T7" fmla="*/ 2 h 232"/>
                    <a:gd name="T8" fmla="*/ 1 w 47"/>
                    <a:gd name="T9" fmla="*/ 3 h 232"/>
                    <a:gd name="T10" fmla="*/ 1 w 47"/>
                    <a:gd name="T11" fmla="*/ 3 h 232"/>
                    <a:gd name="T12" fmla="*/ 1 w 47"/>
                    <a:gd name="T13" fmla="*/ 2 h 232"/>
                    <a:gd name="T14" fmla="*/ 1 w 47"/>
                    <a:gd name="T15" fmla="*/ 1 h 232"/>
                    <a:gd name="T16" fmla="*/ 1 w 47"/>
                    <a:gd name="T17" fmla="*/ 1 h 232"/>
                    <a:gd name="T18" fmla="*/ 1 w 47"/>
                    <a:gd name="T19" fmla="*/ 1 h 232"/>
                    <a:gd name="T20" fmla="*/ 1 w 47"/>
                    <a:gd name="T21" fmla="*/ 1 h 232"/>
                    <a:gd name="T22" fmla="*/ 1 w 47"/>
                    <a:gd name="T23" fmla="*/ 1 h 232"/>
                    <a:gd name="T24" fmla="*/ 1 w 47"/>
                    <a:gd name="T25" fmla="*/ 1 h 232"/>
                    <a:gd name="T26" fmla="*/ 1 w 47"/>
                    <a:gd name="T27" fmla="*/ 0 h 232"/>
                    <a:gd name="T28" fmla="*/ 0 w 47"/>
                    <a:gd name="T29" fmla="*/ 1 h 23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7"/>
                    <a:gd name="T46" fmla="*/ 0 h 232"/>
                    <a:gd name="T47" fmla="*/ 47 w 47"/>
                    <a:gd name="T48" fmla="*/ 232 h 23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7" h="232">
                      <a:moveTo>
                        <a:pt x="0" y="19"/>
                      </a:moveTo>
                      <a:lnTo>
                        <a:pt x="14" y="55"/>
                      </a:lnTo>
                      <a:lnTo>
                        <a:pt x="22" y="101"/>
                      </a:lnTo>
                      <a:lnTo>
                        <a:pt x="24" y="159"/>
                      </a:lnTo>
                      <a:lnTo>
                        <a:pt x="19" y="232"/>
                      </a:lnTo>
                      <a:lnTo>
                        <a:pt x="45" y="217"/>
                      </a:lnTo>
                      <a:lnTo>
                        <a:pt x="47" y="178"/>
                      </a:lnTo>
                      <a:lnTo>
                        <a:pt x="47" y="140"/>
                      </a:lnTo>
                      <a:lnTo>
                        <a:pt x="45" y="103"/>
                      </a:lnTo>
                      <a:lnTo>
                        <a:pt x="41" y="71"/>
                      </a:lnTo>
                      <a:lnTo>
                        <a:pt x="36" y="52"/>
                      </a:lnTo>
                      <a:lnTo>
                        <a:pt x="29" y="34"/>
                      </a:lnTo>
                      <a:lnTo>
                        <a:pt x="22" y="17"/>
                      </a:lnTo>
                      <a:lnTo>
                        <a:pt x="13" y="0"/>
                      </a:lnTo>
                      <a:lnTo>
                        <a:pt x="0" y="19"/>
                      </a:lnTo>
                      <a:close/>
                    </a:path>
                  </a:pathLst>
                </a:custGeom>
                <a:solidFill>
                  <a:schemeClr val="accent2"/>
                </a:solidFill>
                <a:ln w="9525">
                  <a:noFill/>
                  <a:miter lim="800000"/>
                  <a:headEnd/>
                  <a:tailEnd/>
                </a:ln>
              </p:spPr>
              <p:txBody>
                <a:bodyPr/>
                <a:lstStyle/>
                <a:p>
                  <a:endParaRPr lang="zh-CN" altLang="en-US"/>
                </a:p>
              </p:txBody>
            </p:sp>
            <p:sp>
              <p:nvSpPr>
                <p:cNvPr id="1070" name="Freeform 18"/>
                <p:cNvSpPr>
                  <a:spLocks noChangeArrowheads="1"/>
                </p:cNvSpPr>
                <p:nvPr userDrawn="1"/>
              </p:nvSpPr>
              <p:spPr bwMode="auto">
                <a:xfrm rot="4200091">
                  <a:off x="564" y="15"/>
                  <a:ext cx="60" cy="27"/>
                </a:xfrm>
                <a:custGeom>
                  <a:avLst/>
                  <a:gdLst>
                    <a:gd name="T0" fmla="*/ 1 w 87"/>
                    <a:gd name="T1" fmla="*/ 1 h 40"/>
                    <a:gd name="T2" fmla="*/ 1 w 87"/>
                    <a:gd name="T3" fmla="*/ 1 h 40"/>
                    <a:gd name="T4" fmla="*/ 1 w 87"/>
                    <a:gd name="T5" fmla="*/ 1 h 40"/>
                    <a:gd name="T6" fmla="*/ 1 w 87"/>
                    <a:gd name="T7" fmla="*/ 1 h 40"/>
                    <a:gd name="T8" fmla="*/ 1 w 87"/>
                    <a:gd name="T9" fmla="*/ 1 h 40"/>
                    <a:gd name="T10" fmla="*/ 1 w 87"/>
                    <a:gd name="T11" fmla="*/ 1 h 40"/>
                    <a:gd name="T12" fmla="*/ 1 w 87"/>
                    <a:gd name="T13" fmla="*/ 1 h 40"/>
                    <a:gd name="T14" fmla="*/ 1 w 87"/>
                    <a:gd name="T15" fmla="*/ 0 h 40"/>
                    <a:gd name="T16" fmla="*/ 0 w 87"/>
                    <a:gd name="T17" fmla="*/ 1 h 40"/>
                    <a:gd name="T18" fmla="*/ 1 w 87"/>
                    <a:gd name="T19" fmla="*/ 1 h 40"/>
                    <a:gd name="T20" fmla="*/ 1 w 87"/>
                    <a:gd name="T21" fmla="*/ 1 h 40"/>
                    <a:gd name="T22" fmla="*/ 1 w 87"/>
                    <a:gd name="T23" fmla="*/ 1 h 40"/>
                    <a:gd name="T24" fmla="*/ 1 w 87"/>
                    <a:gd name="T25" fmla="*/ 1 h 40"/>
                    <a:gd name="T26" fmla="*/ 1 w 87"/>
                    <a:gd name="T27" fmla="*/ 1 h 40"/>
                    <a:gd name="T28" fmla="*/ 1 w 87"/>
                    <a:gd name="T29" fmla="*/ 1 h 40"/>
                    <a:gd name="T30" fmla="*/ 1 w 87"/>
                    <a:gd name="T31" fmla="*/ 1 h 40"/>
                    <a:gd name="T32" fmla="*/ 1 w 87"/>
                    <a:gd name="T33" fmla="*/ 1 h 40"/>
                    <a:gd name="T34" fmla="*/ 1 w 87"/>
                    <a:gd name="T35" fmla="*/ 1 h 4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7"/>
                    <a:gd name="T55" fmla="*/ 0 h 40"/>
                    <a:gd name="T56" fmla="*/ 87 w 87"/>
                    <a:gd name="T57" fmla="*/ 40 h 4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7" h="40">
                      <a:moveTo>
                        <a:pt x="87" y="22"/>
                      </a:moveTo>
                      <a:lnTo>
                        <a:pt x="77" y="17"/>
                      </a:lnTo>
                      <a:lnTo>
                        <a:pt x="68" y="12"/>
                      </a:lnTo>
                      <a:lnTo>
                        <a:pt x="58" y="7"/>
                      </a:lnTo>
                      <a:lnTo>
                        <a:pt x="47" y="5"/>
                      </a:lnTo>
                      <a:lnTo>
                        <a:pt x="37" y="3"/>
                      </a:lnTo>
                      <a:lnTo>
                        <a:pt x="26" y="2"/>
                      </a:lnTo>
                      <a:lnTo>
                        <a:pt x="13" y="0"/>
                      </a:lnTo>
                      <a:lnTo>
                        <a:pt x="0" y="2"/>
                      </a:lnTo>
                      <a:lnTo>
                        <a:pt x="6" y="6"/>
                      </a:lnTo>
                      <a:lnTo>
                        <a:pt x="14" y="10"/>
                      </a:lnTo>
                      <a:lnTo>
                        <a:pt x="22" y="14"/>
                      </a:lnTo>
                      <a:lnTo>
                        <a:pt x="33" y="18"/>
                      </a:lnTo>
                      <a:lnTo>
                        <a:pt x="42" y="22"/>
                      </a:lnTo>
                      <a:lnTo>
                        <a:pt x="52" y="27"/>
                      </a:lnTo>
                      <a:lnTo>
                        <a:pt x="64" y="33"/>
                      </a:lnTo>
                      <a:lnTo>
                        <a:pt x="74" y="40"/>
                      </a:lnTo>
                      <a:lnTo>
                        <a:pt x="87" y="22"/>
                      </a:lnTo>
                      <a:close/>
                    </a:path>
                  </a:pathLst>
                </a:custGeom>
                <a:solidFill>
                  <a:schemeClr val="accent2"/>
                </a:solidFill>
                <a:ln w="9525">
                  <a:noFill/>
                  <a:miter lim="800000"/>
                  <a:headEnd/>
                  <a:tailEnd/>
                </a:ln>
              </p:spPr>
              <p:txBody>
                <a:bodyPr/>
                <a:lstStyle/>
                <a:p>
                  <a:endParaRPr lang="zh-CN" altLang="en-US"/>
                </a:p>
              </p:txBody>
            </p:sp>
          </p:grpSp>
        </p:grpSp>
        <p:grpSp>
          <p:nvGrpSpPr>
            <p:cNvPr id="1036" name="Group 19"/>
            <p:cNvGrpSpPr>
              <a:grpSpLocks/>
            </p:cNvGrpSpPr>
            <p:nvPr/>
          </p:nvGrpSpPr>
          <p:grpSpPr bwMode="auto">
            <a:xfrm rot="6248562">
              <a:off x="348" y="3854"/>
              <a:ext cx="392" cy="424"/>
              <a:chOff x="0" y="0"/>
              <a:chExt cx="129" cy="157"/>
            </a:xfrm>
          </p:grpSpPr>
          <p:sp>
            <p:nvSpPr>
              <p:cNvPr id="1059" name="Freeform 20"/>
              <p:cNvSpPr>
                <a:spLocks noChangeArrowheads="1"/>
              </p:cNvSpPr>
              <p:nvPr userDrawn="1"/>
            </p:nvSpPr>
            <p:spPr bwMode="auto">
              <a:xfrm>
                <a:off x="0" y="0"/>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 name="T12" fmla="*/ 0 w 83"/>
                  <a:gd name="T13" fmla="*/ 0 h 117"/>
                  <a:gd name="T14" fmla="*/ 83 w 83"/>
                  <a:gd name="T15" fmla="*/ 117 h 117"/>
                </a:gdLst>
                <a:ahLst/>
                <a:cxnLst>
                  <a:cxn ang="T8">
                    <a:pos x="T0" y="T1"/>
                  </a:cxn>
                  <a:cxn ang="T9">
                    <a:pos x="T2" y="T3"/>
                  </a:cxn>
                  <a:cxn ang="T10">
                    <a:pos x="T4" y="T5"/>
                  </a:cxn>
                  <a:cxn ang="T11">
                    <a:pos x="T6" y="T7"/>
                  </a:cxn>
                </a:cxnLst>
                <a:rect l="T12" t="T13" r="T14" b="T15"/>
                <a:pathLst>
                  <a:path w="83" h="117">
                    <a:moveTo>
                      <a:pt x="83" y="28"/>
                    </a:moveTo>
                    <a:lnTo>
                      <a:pt x="27" y="0"/>
                    </a:lnTo>
                    <a:lnTo>
                      <a:pt x="0" y="117"/>
                    </a:lnTo>
                    <a:lnTo>
                      <a:pt x="83" y="28"/>
                    </a:lnTo>
                    <a:close/>
                  </a:path>
                </a:pathLst>
              </a:custGeom>
              <a:solidFill>
                <a:schemeClr val="bg2"/>
              </a:solidFill>
              <a:ln w="9525">
                <a:noFill/>
                <a:miter lim="800000"/>
                <a:headEnd/>
                <a:tailEnd/>
              </a:ln>
            </p:spPr>
            <p:txBody>
              <a:bodyPr/>
              <a:lstStyle/>
              <a:p>
                <a:endParaRPr lang="zh-CN" altLang="en-US"/>
              </a:p>
            </p:txBody>
          </p:sp>
          <p:sp>
            <p:nvSpPr>
              <p:cNvPr id="1060" name="Freeform 21"/>
              <p:cNvSpPr>
                <a:spLocks noChangeArrowheads="1"/>
              </p:cNvSpPr>
              <p:nvPr userDrawn="1"/>
            </p:nvSpPr>
            <p:spPr bwMode="auto">
              <a:xfrm>
                <a:off x="59" y="28"/>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 name="T12" fmla="*/ 0 w 140"/>
                  <a:gd name="T13" fmla="*/ 0 h 98"/>
                  <a:gd name="T14" fmla="*/ 140 w 140"/>
                  <a:gd name="T15" fmla="*/ 98 h 98"/>
                </a:gdLst>
                <a:ahLst/>
                <a:cxnLst>
                  <a:cxn ang="T8">
                    <a:pos x="T0" y="T1"/>
                  </a:cxn>
                  <a:cxn ang="T9">
                    <a:pos x="T2" y="T3"/>
                  </a:cxn>
                  <a:cxn ang="T10">
                    <a:pos x="T4" y="T5"/>
                  </a:cxn>
                  <a:cxn ang="T11">
                    <a:pos x="T6" y="T7"/>
                  </a:cxn>
                </a:cxnLst>
                <a:rect l="T12" t="T13" r="T14" b="T15"/>
                <a:pathLst>
                  <a:path w="140" h="98">
                    <a:moveTo>
                      <a:pt x="0" y="98"/>
                    </a:moveTo>
                    <a:lnTo>
                      <a:pt x="118" y="0"/>
                    </a:lnTo>
                    <a:lnTo>
                      <a:pt x="140" y="49"/>
                    </a:lnTo>
                    <a:lnTo>
                      <a:pt x="0" y="98"/>
                    </a:lnTo>
                    <a:close/>
                  </a:path>
                </a:pathLst>
              </a:custGeom>
              <a:solidFill>
                <a:schemeClr val="bg2"/>
              </a:solidFill>
              <a:ln w="9525">
                <a:noFill/>
                <a:miter lim="800000"/>
                <a:headEnd/>
                <a:tailEnd/>
              </a:ln>
            </p:spPr>
            <p:txBody>
              <a:bodyPr/>
              <a:lstStyle/>
              <a:p>
                <a:endParaRPr lang="zh-CN" altLang="en-US"/>
              </a:p>
            </p:txBody>
          </p:sp>
          <p:sp>
            <p:nvSpPr>
              <p:cNvPr id="1061" name="Freeform 22"/>
              <p:cNvSpPr>
                <a:spLocks noChangeArrowheads="1"/>
              </p:cNvSpPr>
              <p:nvPr userDrawn="1"/>
            </p:nvSpPr>
            <p:spPr bwMode="auto">
              <a:xfrm>
                <a:off x="45" y="132"/>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 name="T12" fmla="*/ 0 w 145"/>
                  <a:gd name="T13" fmla="*/ 0 h 49"/>
                  <a:gd name="T14" fmla="*/ 145 w 145"/>
                  <a:gd name="T15" fmla="*/ 49 h 49"/>
                </a:gdLst>
                <a:ahLst/>
                <a:cxnLst>
                  <a:cxn ang="T8">
                    <a:pos x="T0" y="T1"/>
                  </a:cxn>
                  <a:cxn ang="T9">
                    <a:pos x="T2" y="T3"/>
                  </a:cxn>
                  <a:cxn ang="T10">
                    <a:pos x="T4" y="T5"/>
                  </a:cxn>
                  <a:cxn ang="T11">
                    <a:pos x="T6" y="T7"/>
                  </a:cxn>
                </a:cxnLst>
                <a:rect l="T12" t="T13" r="T14" b="T15"/>
                <a:pathLst>
                  <a:path w="145" h="49">
                    <a:moveTo>
                      <a:pt x="0" y="7"/>
                    </a:moveTo>
                    <a:lnTo>
                      <a:pt x="145" y="0"/>
                    </a:lnTo>
                    <a:lnTo>
                      <a:pt x="131" y="49"/>
                    </a:lnTo>
                    <a:lnTo>
                      <a:pt x="0" y="7"/>
                    </a:lnTo>
                    <a:close/>
                  </a:path>
                </a:pathLst>
              </a:custGeom>
              <a:solidFill>
                <a:schemeClr val="bg2"/>
              </a:solidFill>
              <a:ln w="9525">
                <a:noFill/>
                <a:miter lim="800000"/>
                <a:headEnd/>
                <a:tailEnd/>
              </a:ln>
            </p:spPr>
            <p:txBody>
              <a:bodyPr/>
              <a:lstStyle/>
              <a:p>
                <a:endParaRPr lang="zh-CN" altLang="en-US"/>
              </a:p>
            </p:txBody>
          </p:sp>
        </p:grpSp>
        <p:grpSp>
          <p:nvGrpSpPr>
            <p:cNvPr id="1037" name="Group 23"/>
            <p:cNvGrpSpPr>
              <a:grpSpLocks/>
            </p:cNvGrpSpPr>
            <p:nvPr/>
          </p:nvGrpSpPr>
          <p:grpSpPr bwMode="auto">
            <a:xfrm rot="5003157">
              <a:off x="254" y="1102"/>
              <a:ext cx="412" cy="500"/>
              <a:chOff x="0" y="0"/>
              <a:chExt cx="129" cy="157"/>
            </a:xfrm>
          </p:grpSpPr>
          <p:sp>
            <p:nvSpPr>
              <p:cNvPr id="1056" name="Freeform 24"/>
              <p:cNvSpPr>
                <a:spLocks noChangeArrowheads="1"/>
              </p:cNvSpPr>
              <p:nvPr userDrawn="1"/>
            </p:nvSpPr>
            <p:spPr bwMode="auto">
              <a:xfrm>
                <a:off x="0" y="0"/>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 name="T12" fmla="*/ 0 w 83"/>
                  <a:gd name="T13" fmla="*/ 0 h 117"/>
                  <a:gd name="T14" fmla="*/ 83 w 83"/>
                  <a:gd name="T15" fmla="*/ 117 h 117"/>
                </a:gdLst>
                <a:ahLst/>
                <a:cxnLst>
                  <a:cxn ang="T8">
                    <a:pos x="T0" y="T1"/>
                  </a:cxn>
                  <a:cxn ang="T9">
                    <a:pos x="T2" y="T3"/>
                  </a:cxn>
                  <a:cxn ang="T10">
                    <a:pos x="T4" y="T5"/>
                  </a:cxn>
                  <a:cxn ang="T11">
                    <a:pos x="T6" y="T7"/>
                  </a:cxn>
                </a:cxnLst>
                <a:rect l="T12" t="T13" r="T14" b="T15"/>
                <a:pathLst>
                  <a:path w="83" h="117">
                    <a:moveTo>
                      <a:pt x="83" y="28"/>
                    </a:moveTo>
                    <a:lnTo>
                      <a:pt x="27" y="0"/>
                    </a:lnTo>
                    <a:lnTo>
                      <a:pt x="0" y="117"/>
                    </a:lnTo>
                    <a:lnTo>
                      <a:pt x="83" y="28"/>
                    </a:lnTo>
                    <a:close/>
                  </a:path>
                </a:pathLst>
              </a:custGeom>
              <a:solidFill>
                <a:schemeClr val="bg2"/>
              </a:solidFill>
              <a:ln w="9525">
                <a:noFill/>
                <a:miter lim="800000"/>
                <a:headEnd/>
                <a:tailEnd/>
              </a:ln>
            </p:spPr>
            <p:txBody>
              <a:bodyPr/>
              <a:lstStyle/>
              <a:p>
                <a:endParaRPr lang="zh-CN" altLang="en-US"/>
              </a:p>
            </p:txBody>
          </p:sp>
          <p:sp>
            <p:nvSpPr>
              <p:cNvPr id="1057" name="Freeform 25"/>
              <p:cNvSpPr>
                <a:spLocks noChangeArrowheads="1"/>
              </p:cNvSpPr>
              <p:nvPr userDrawn="1"/>
            </p:nvSpPr>
            <p:spPr bwMode="auto">
              <a:xfrm>
                <a:off x="59" y="28"/>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 name="T12" fmla="*/ 0 w 140"/>
                  <a:gd name="T13" fmla="*/ 0 h 98"/>
                  <a:gd name="T14" fmla="*/ 140 w 140"/>
                  <a:gd name="T15" fmla="*/ 98 h 98"/>
                </a:gdLst>
                <a:ahLst/>
                <a:cxnLst>
                  <a:cxn ang="T8">
                    <a:pos x="T0" y="T1"/>
                  </a:cxn>
                  <a:cxn ang="T9">
                    <a:pos x="T2" y="T3"/>
                  </a:cxn>
                  <a:cxn ang="T10">
                    <a:pos x="T4" y="T5"/>
                  </a:cxn>
                  <a:cxn ang="T11">
                    <a:pos x="T6" y="T7"/>
                  </a:cxn>
                </a:cxnLst>
                <a:rect l="T12" t="T13" r="T14" b="T15"/>
                <a:pathLst>
                  <a:path w="140" h="98">
                    <a:moveTo>
                      <a:pt x="0" y="98"/>
                    </a:moveTo>
                    <a:lnTo>
                      <a:pt x="118" y="0"/>
                    </a:lnTo>
                    <a:lnTo>
                      <a:pt x="140" y="49"/>
                    </a:lnTo>
                    <a:lnTo>
                      <a:pt x="0" y="98"/>
                    </a:lnTo>
                    <a:close/>
                  </a:path>
                </a:pathLst>
              </a:custGeom>
              <a:solidFill>
                <a:schemeClr val="bg2"/>
              </a:solidFill>
              <a:ln w="9525">
                <a:noFill/>
                <a:miter lim="800000"/>
                <a:headEnd/>
                <a:tailEnd/>
              </a:ln>
            </p:spPr>
            <p:txBody>
              <a:bodyPr/>
              <a:lstStyle/>
              <a:p>
                <a:endParaRPr lang="zh-CN" altLang="en-US"/>
              </a:p>
            </p:txBody>
          </p:sp>
          <p:sp>
            <p:nvSpPr>
              <p:cNvPr id="1058" name="Freeform 26"/>
              <p:cNvSpPr>
                <a:spLocks noChangeArrowheads="1"/>
              </p:cNvSpPr>
              <p:nvPr userDrawn="1"/>
            </p:nvSpPr>
            <p:spPr bwMode="auto">
              <a:xfrm>
                <a:off x="45" y="132"/>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 name="T12" fmla="*/ 0 w 145"/>
                  <a:gd name="T13" fmla="*/ 0 h 49"/>
                  <a:gd name="T14" fmla="*/ 145 w 145"/>
                  <a:gd name="T15" fmla="*/ 49 h 49"/>
                </a:gdLst>
                <a:ahLst/>
                <a:cxnLst>
                  <a:cxn ang="T8">
                    <a:pos x="T0" y="T1"/>
                  </a:cxn>
                  <a:cxn ang="T9">
                    <a:pos x="T2" y="T3"/>
                  </a:cxn>
                  <a:cxn ang="T10">
                    <a:pos x="T4" y="T5"/>
                  </a:cxn>
                  <a:cxn ang="T11">
                    <a:pos x="T6" y="T7"/>
                  </a:cxn>
                </a:cxnLst>
                <a:rect l="T12" t="T13" r="T14" b="T15"/>
                <a:pathLst>
                  <a:path w="145" h="49">
                    <a:moveTo>
                      <a:pt x="0" y="7"/>
                    </a:moveTo>
                    <a:lnTo>
                      <a:pt x="145" y="0"/>
                    </a:lnTo>
                    <a:lnTo>
                      <a:pt x="131" y="49"/>
                    </a:lnTo>
                    <a:lnTo>
                      <a:pt x="0" y="7"/>
                    </a:lnTo>
                    <a:close/>
                  </a:path>
                </a:pathLst>
              </a:custGeom>
              <a:solidFill>
                <a:schemeClr val="bg2"/>
              </a:solidFill>
              <a:ln w="9525">
                <a:noFill/>
                <a:miter lim="800000"/>
                <a:headEnd/>
                <a:tailEnd/>
              </a:ln>
            </p:spPr>
            <p:txBody>
              <a:bodyPr/>
              <a:lstStyle/>
              <a:p>
                <a:endParaRPr lang="zh-CN" altLang="en-US"/>
              </a:p>
            </p:txBody>
          </p:sp>
        </p:grpSp>
        <p:grpSp>
          <p:nvGrpSpPr>
            <p:cNvPr id="1038" name="Group 27"/>
            <p:cNvGrpSpPr>
              <a:grpSpLocks/>
            </p:cNvGrpSpPr>
            <p:nvPr/>
          </p:nvGrpSpPr>
          <p:grpSpPr bwMode="auto">
            <a:xfrm>
              <a:off x="820" y="0"/>
              <a:ext cx="345" cy="367"/>
              <a:chOff x="0" y="0"/>
              <a:chExt cx="129" cy="157"/>
            </a:xfrm>
          </p:grpSpPr>
          <p:sp>
            <p:nvSpPr>
              <p:cNvPr id="1053" name="Freeform 28"/>
              <p:cNvSpPr>
                <a:spLocks noChangeArrowheads="1"/>
              </p:cNvSpPr>
              <p:nvPr userDrawn="1"/>
            </p:nvSpPr>
            <p:spPr bwMode="auto">
              <a:xfrm>
                <a:off x="0" y="0"/>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 name="T12" fmla="*/ 0 w 83"/>
                  <a:gd name="T13" fmla="*/ 0 h 117"/>
                  <a:gd name="T14" fmla="*/ 83 w 83"/>
                  <a:gd name="T15" fmla="*/ 117 h 117"/>
                </a:gdLst>
                <a:ahLst/>
                <a:cxnLst>
                  <a:cxn ang="T8">
                    <a:pos x="T0" y="T1"/>
                  </a:cxn>
                  <a:cxn ang="T9">
                    <a:pos x="T2" y="T3"/>
                  </a:cxn>
                  <a:cxn ang="T10">
                    <a:pos x="T4" y="T5"/>
                  </a:cxn>
                  <a:cxn ang="T11">
                    <a:pos x="T6" y="T7"/>
                  </a:cxn>
                </a:cxnLst>
                <a:rect l="T12" t="T13" r="T14" b="T15"/>
                <a:pathLst>
                  <a:path w="83" h="117">
                    <a:moveTo>
                      <a:pt x="83" y="28"/>
                    </a:moveTo>
                    <a:lnTo>
                      <a:pt x="27" y="0"/>
                    </a:lnTo>
                    <a:lnTo>
                      <a:pt x="0" y="117"/>
                    </a:lnTo>
                    <a:lnTo>
                      <a:pt x="83" y="28"/>
                    </a:lnTo>
                    <a:close/>
                  </a:path>
                </a:pathLst>
              </a:custGeom>
              <a:solidFill>
                <a:schemeClr val="bg2"/>
              </a:solidFill>
              <a:ln w="9525">
                <a:noFill/>
                <a:miter lim="800000"/>
                <a:headEnd/>
                <a:tailEnd/>
              </a:ln>
            </p:spPr>
            <p:txBody>
              <a:bodyPr/>
              <a:lstStyle/>
              <a:p>
                <a:endParaRPr lang="zh-CN" altLang="en-US"/>
              </a:p>
            </p:txBody>
          </p:sp>
          <p:sp>
            <p:nvSpPr>
              <p:cNvPr id="1054" name="Freeform 29"/>
              <p:cNvSpPr>
                <a:spLocks noChangeArrowheads="1"/>
              </p:cNvSpPr>
              <p:nvPr userDrawn="1"/>
            </p:nvSpPr>
            <p:spPr bwMode="auto">
              <a:xfrm>
                <a:off x="59" y="28"/>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 name="T12" fmla="*/ 0 w 140"/>
                  <a:gd name="T13" fmla="*/ 0 h 98"/>
                  <a:gd name="T14" fmla="*/ 140 w 140"/>
                  <a:gd name="T15" fmla="*/ 98 h 98"/>
                </a:gdLst>
                <a:ahLst/>
                <a:cxnLst>
                  <a:cxn ang="T8">
                    <a:pos x="T0" y="T1"/>
                  </a:cxn>
                  <a:cxn ang="T9">
                    <a:pos x="T2" y="T3"/>
                  </a:cxn>
                  <a:cxn ang="T10">
                    <a:pos x="T4" y="T5"/>
                  </a:cxn>
                  <a:cxn ang="T11">
                    <a:pos x="T6" y="T7"/>
                  </a:cxn>
                </a:cxnLst>
                <a:rect l="T12" t="T13" r="T14" b="T15"/>
                <a:pathLst>
                  <a:path w="140" h="98">
                    <a:moveTo>
                      <a:pt x="0" y="98"/>
                    </a:moveTo>
                    <a:lnTo>
                      <a:pt x="118" y="0"/>
                    </a:lnTo>
                    <a:lnTo>
                      <a:pt x="140" y="49"/>
                    </a:lnTo>
                    <a:lnTo>
                      <a:pt x="0" y="98"/>
                    </a:lnTo>
                    <a:close/>
                  </a:path>
                </a:pathLst>
              </a:custGeom>
              <a:solidFill>
                <a:schemeClr val="bg2"/>
              </a:solidFill>
              <a:ln w="9525">
                <a:noFill/>
                <a:miter lim="800000"/>
                <a:headEnd/>
                <a:tailEnd/>
              </a:ln>
            </p:spPr>
            <p:txBody>
              <a:bodyPr/>
              <a:lstStyle/>
              <a:p>
                <a:endParaRPr lang="zh-CN" altLang="en-US"/>
              </a:p>
            </p:txBody>
          </p:sp>
          <p:sp>
            <p:nvSpPr>
              <p:cNvPr id="1055" name="Freeform 30"/>
              <p:cNvSpPr>
                <a:spLocks noChangeArrowheads="1"/>
              </p:cNvSpPr>
              <p:nvPr userDrawn="1"/>
            </p:nvSpPr>
            <p:spPr bwMode="auto">
              <a:xfrm>
                <a:off x="45" y="132"/>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 name="T12" fmla="*/ 0 w 145"/>
                  <a:gd name="T13" fmla="*/ 0 h 49"/>
                  <a:gd name="T14" fmla="*/ 145 w 145"/>
                  <a:gd name="T15" fmla="*/ 49 h 49"/>
                </a:gdLst>
                <a:ahLst/>
                <a:cxnLst>
                  <a:cxn ang="T8">
                    <a:pos x="T0" y="T1"/>
                  </a:cxn>
                  <a:cxn ang="T9">
                    <a:pos x="T2" y="T3"/>
                  </a:cxn>
                  <a:cxn ang="T10">
                    <a:pos x="T4" y="T5"/>
                  </a:cxn>
                  <a:cxn ang="T11">
                    <a:pos x="T6" y="T7"/>
                  </a:cxn>
                </a:cxnLst>
                <a:rect l="T12" t="T13" r="T14" b="T15"/>
                <a:pathLst>
                  <a:path w="145" h="49">
                    <a:moveTo>
                      <a:pt x="0" y="7"/>
                    </a:moveTo>
                    <a:lnTo>
                      <a:pt x="145" y="0"/>
                    </a:lnTo>
                    <a:lnTo>
                      <a:pt x="131" y="49"/>
                    </a:lnTo>
                    <a:lnTo>
                      <a:pt x="0" y="7"/>
                    </a:lnTo>
                    <a:close/>
                  </a:path>
                </a:pathLst>
              </a:custGeom>
              <a:solidFill>
                <a:schemeClr val="bg2"/>
              </a:solidFill>
              <a:ln w="9525">
                <a:noFill/>
                <a:miter lim="800000"/>
                <a:headEnd/>
                <a:tailEnd/>
              </a:ln>
            </p:spPr>
            <p:txBody>
              <a:bodyPr/>
              <a:lstStyle/>
              <a:p>
                <a:endParaRPr lang="zh-CN" altLang="en-US"/>
              </a:p>
            </p:txBody>
          </p:sp>
        </p:grpSp>
        <p:sp>
          <p:nvSpPr>
            <p:cNvPr id="1039" name="Freeform 31"/>
            <p:cNvSpPr>
              <a:spLocks noChangeArrowheads="1"/>
            </p:cNvSpPr>
            <p:nvPr/>
          </p:nvSpPr>
          <p:spPr bwMode="auto">
            <a:xfrm>
              <a:off x="92" y="94"/>
              <a:ext cx="699" cy="756"/>
            </a:xfrm>
            <a:custGeom>
              <a:avLst/>
              <a:gdLst>
                <a:gd name="T0" fmla="*/ 1 w 699"/>
                <a:gd name="T1" fmla="*/ 392 h 756"/>
                <a:gd name="T2" fmla="*/ 3 w 699"/>
                <a:gd name="T3" fmla="*/ 252 h 756"/>
                <a:gd name="T4" fmla="*/ 21 w 699"/>
                <a:gd name="T5" fmla="*/ 210 h 756"/>
                <a:gd name="T6" fmla="*/ 29 w 699"/>
                <a:gd name="T7" fmla="*/ 182 h 756"/>
                <a:gd name="T8" fmla="*/ 39 w 699"/>
                <a:gd name="T9" fmla="*/ 154 h 756"/>
                <a:gd name="T10" fmla="*/ 51 w 699"/>
                <a:gd name="T11" fmla="*/ 138 h 756"/>
                <a:gd name="T12" fmla="*/ 111 w 699"/>
                <a:gd name="T13" fmla="*/ 74 h 756"/>
                <a:gd name="T14" fmla="*/ 169 w 699"/>
                <a:gd name="T15" fmla="*/ 30 h 756"/>
                <a:gd name="T16" fmla="*/ 225 w 699"/>
                <a:gd name="T17" fmla="*/ 10 h 756"/>
                <a:gd name="T18" fmla="*/ 249 w 699"/>
                <a:gd name="T19" fmla="*/ 4 h 756"/>
                <a:gd name="T20" fmla="*/ 265 w 699"/>
                <a:gd name="T21" fmla="*/ 0 h 756"/>
                <a:gd name="T22" fmla="*/ 357 w 699"/>
                <a:gd name="T23" fmla="*/ 2 h 756"/>
                <a:gd name="T24" fmla="*/ 385 w 699"/>
                <a:gd name="T25" fmla="*/ 6 h 756"/>
                <a:gd name="T26" fmla="*/ 489 w 699"/>
                <a:gd name="T27" fmla="*/ 40 h 756"/>
                <a:gd name="T28" fmla="*/ 619 w 699"/>
                <a:gd name="T29" fmla="*/ 128 h 756"/>
                <a:gd name="T30" fmla="*/ 653 w 699"/>
                <a:gd name="T31" fmla="*/ 178 h 756"/>
                <a:gd name="T32" fmla="*/ 693 w 699"/>
                <a:gd name="T33" fmla="*/ 322 h 756"/>
                <a:gd name="T34" fmla="*/ 687 w 699"/>
                <a:gd name="T35" fmla="*/ 434 h 756"/>
                <a:gd name="T36" fmla="*/ 665 w 699"/>
                <a:gd name="T37" fmla="*/ 538 h 756"/>
                <a:gd name="T38" fmla="*/ 639 w 699"/>
                <a:gd name="T39" fmla="*/ 564 h 756"/>
                <a:gd name="T40" fmla="*/ 631 w 699"/>
                <a:gd name="T41" fmla="*/ 580 h 756"/>
                <a:gd name="T42" fmla="*/ 607 w 699"/>
                <a:gd name="T43" fmla="*/ 588 h 756"/>
                <a:gd name="T44" fmla="*/ 473 w 699"/>
                <a:gd name="T45" fmla="*/ 664 h 756"/>
                <a:gd name="T46" fmla="*/ 449 w 699"/>
                <a:gd name="T47" fmla="*/ 678 h 756"/>
                <a:gd name="T48" fmla="*/ 405 w 699"/>
                <a:gd name="T49" fmla="*/ 684 h 756"/>
                <a:gd name="T50" fmla="*/ 375 w 699"/>
                <a:gd name="T51" fmla="*/ 690 h 756"/>
                <a:gd name="T52" fmla="*/ 267 w 699"/>
                <a:gd name="T53" fmla="*/ 684 h 756"/>
                <a:gd name="T54" fmla="*/ 259 w 699"/>
                <a:gd name="T55" fmla="*/ 722 h 756"/>
                <a:gd name="T56" fmla="*/ 241 w 699"/>
                <a:gd name="T57" fmla="*/ 756 h 756"/>
                <a:gd name="T58" fmla="*/ 185 w 699"/>
                <a:gd name="T59" fmla="*/ 728 h 756"/>
                <a:gd name="T60" fmla="*/ 163 w 699"/>
                <a:gd name="T61" fmla="*/ 720 h 756"/>
                <a:gd name="T62" fmla="*/ 151 w 699"/>
                <a:gd name="T63" fmla="*/ 716 h 756"/>
                <a:gd name="T64" fmla="*/ 195 w 699"/>
                <a:gd name="T65" fmla="*/ 674 h 756"/>
                <a:gd name="T66" fmla="*/ 211 w 699"/>
                <a:gd name="T67" fmla="*/ 644 h 756"/>
                <a:gd name="T68" fmla="*/ 209 w 699"/>
                <a:gd name="T69" fmla="*/ 626 h 756"/>
                <a:gd name="T70" fmla="*/ 195 w 699"/>
                <a:gd name="T71" fmla="*/ 620 h 756"/>
                <a:gd name="T72" fmla="*/ 165 w 699"/>
                <a:gd name="T73" fmla="*/ 596 h 756"/>
                <a:gd name="T74" fmla="*/ 99 w 699"/>
                <a:gd name="T75" fmla="*/ 534 h 756"/>
                <a:gd name="T76" fmla="*/ 61 w 699"/>
                <a:gd name="T77" fmla="*/ 506 h 756"/>
                <a:gd name="T78" fmla="*/ 23 w 699"/>
                <a:gd name="T79" fmla="*/ 470 h 756"/>
                <a:gd name="T80" fmla="*/ 7 w 699"/>
                <a:gd name="T81" fmla="*/ 434 h 756"/>
                <a:gd name="T82" fmla="*/ 5 w 699"/>
                <a:gd name="T83" fmla="*/ 396 h 756"/>
                <a:gd name="T84" fmla="*/ 1 w 699"/>
                <a:gd name="T85" fmla="*/ 392 h 75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99"/>
                <a:gd name="T130" fmla="*/ 0 h 756"/>
                <a:gd name="T131" fmla="*/ 699 w 699"/>
                <a:gd name="T132" fmla="*/ 756 h 75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99" h="756">
                  <a:moveTo>
                    <a:pt x="1" y="392"/>
                  </a:moveTo>
                  <a:cubicBezTo>
                    <a:pt x="2" y="345"/>
                    <a:pt x="2" y="299"/>
                    <a:pt x="3" y="252"/>
                  </a:cubicBezTo>
                  <a:cubicBezTo>
                    <a:pt x="3" y="238"/>
                    <a:pt x="16" y="224"/>
                    <a:pt x="21" y="210"/>
                  </a:cubicBezTo>
                  <a:cubicBezTo>
                    <a:pt x="24" y="202"/>
                    <a:pt x="29" y="182"/>
                    <a:pt x="29" y="182"/>
                  </a:cubicBezTo>
                  <a:cubicBezTo>
                    <a:pt x="32" y="173"/>
                    <a:pt x="34" y="163"/>
                    <a:pt x="39" y="154"/>
                  </a:cubicBezTo>
                  <a:cubicBezTo>
                    <a:pt x="42" y="148"/>
                    <a:pt x="51" y="138"/>
                    <a:pt x="51" y="138"/>
                  </a:cubicBezTo>
                  <a:cubicBezTo>
                    <a:pt x="58" y="116"/>
                    <a:pt x="88" y="82"/>
                    <a:pt x="111" y="74"/>
                  </a:cubicBezTo>
                  <a:cubicBezTo>
                    <a:pt x="128" y="61"/>
                    <a:pt x="149" y="37"/>
                    <a:pt x="169" y="30"/>
                  </a:cubicBezTo>
                  <a:cubicBezTo>
                    <a:pt x="182" y="17"/>
                    <a:pt x="207" y="15"/>
                    <a:pt x="225" y="10"/>
                  </a:cubicBezTo>
                  <a:cubicBezTo>
                    <a:pt x="233" y="8"/>
                    <a:pt x="241" y="6"/>
                    <a:pt x="249" y="4"/>
                  </a:cubicBezTo>
                  <a:cubicBezTo>
                    <a:pt x="254" y="3"/>
                    <a:pt x="265" y="0"/>
                    <a:pt x="265" y="0"/>
                  </a:cubicBezTo>
                  <a:cubicBezTo>
                    <a:pt x="296" y="1"/>
                    <a:pt x="326" y="0"/>
                    <a:pt x="357" y="2"/>
                  </a:cubicBezTo>
                  <a:cubicBezTo>
                    <a:pt x="366" y="2"/>
                    <a:pt x="385" y="6"/>
                    <a:pt x="385" y="6"/>
                  </a:cubicBezTo>
                  <a:cubicBezTo>
                    <a:pt x="417" y="17"/>
                    <a:pt x="463" y="14"/>
                    <a:pt x="489" y="40"/>
                  </a:cubicBezTo>
                  <a:cubicBezTo>
                    <a:pt x="528" y="60"/>
                    <a:pt x="592" y="105"/>
                    <a:pt x="619" y="128"/>
                  </a:cubicBezTo>
                  <a:cubicBezTo>
                    <a:pt x="635" y="134"/>
                    <a:pt x="643" y="164"/>
                    <a:pt x="653" y="178"/>
                  </a:cubicBezTo>
                  <a:cubicBezTo>
                    <a:pt x="667" y="234"/>
                    <a:pt x="687" y="265"/>
                    <a:pt x="693" y="322"/>
                  </a:cubicBezTo>
                  <a:cubicBezTo>
                    <a:pt x="699" y="365"/>
                    <a:pt x="692" y="398"/>
                    <a:pt x="687" y="434"/>
                  </a:cubicBezTo>
                  <a:cubicBezTo>
                    <a:pt x="686" y="469"/>
                    <a:pt x="691" y="510"/>
                    <a:pt x="665" y="538"/>
                  </a:cubicBezTo>
                  <a:cubicBezTo>
                    <a:pt x="657" y="547"/>
                    <a:pt x="644" y="553"/>
                    <a:pt x="639" y="564"/>
                  </a:cubicBezTo>
                  <a:cubicBezTo>
                    <a:pt x="636" y="569"/>
                    <a:pt x="636" y="576"/>
                    <a:pt x="631" y="580"/>
                  </a:cubicBezTo>
                  <a:cubicBezTo>
                    <a:pt x="624" y="585"/>
                    <a:pt x="607" y="588"/>
                    <a:pt x="607" y="588"/>
                  </a:cubicBezTo>
                  <a:cubicBezTo>
                    <a:pt x="581" y="602"/>
                    <a:pt x="499" y="649"/>
                    <a:pt x="473" y="664"/>
                  </a:cubicBezTo>
                  <a:cubicBezTo>
                    <a:pt x="465" y="666"/>
                    <a:pt x="449" y="678"/>
                    <a:pt x="449" y="678"/>
                  </a:cubicBezTo>
                  <a:cubicBezTo>
                    <a:pt x="438" y="685"/>
                    <a:pt x="417" y="679"/>
                    <a:pt x="405" y="684"/>
                  </a:cubicBezTo>
                  <a:cubicBezTo>
                    <a:pt x="396" y="687"/>
                    <a:pt x="385" y="688"/>
                    <a:pt x="375" y="690"/>
                  </a:cubicBezTo>
                  <a:cubicBezTo>
                    <a:pt x="328" y="689"/>
                    <a:pt x="307" y="687"/>
                    <a:pt x="267" y="684"/>
                  </a:cubicBezTo>
                  <a:cubicBezTo>
                    <a:pt x="249" y="690"/>
                    <a:pt x="264" y="683"/>
                    <a:pt x="259" y="722"/>
                  </a:cubicBezTo>
                  <a:cubicBezTo>
                    <a:pt x="258" y="733"/>
                    <a:pt x="250" y="750"/>
                    <a:pt x="241" y="756"/>
                  </a:cubicBezTo>
                  <a:cubicBezTo>
                    <a:pt x="218" y="752"/>
                    <a:pt x="207" y="735"/>
                    <a:pt x="185" y="728"/>
                  </a:cubicBezTo>
                  <a:cubicBezTo>
                    <a:pt x="176" y="725"/>
                    <a:pt x="171" y="724"/>
                    <a:pt x="163" y="720"/>
                  </a:cubicBezTo>
                  <a:cubicBezTo>
                    <a:pt x="159" y="718"/>
                    <a:pt x="151" y="716"/>
                    <a:pt x="151" y="716"/>
                  </a:cubicBezTo>
                  <a:cubicBezTo>
                    <a:pt x="157" y="695"/>
                    <a:pt x="180" y="689"/>
                    <a:pt x="195" y="674"/>
                  </a:cubicBezTo>
                  <a:cubicBezTo>
                    <a:pt x="198" y="665"/>
                    <a:pt x="205" y="652"/>
                    <a:pt x="211" y="644"/>
                  </a:cubicBezTo>
                  <a:cubicBezTo>
                    <a:pt x="210" y="638"/>
                    <a:pt x="212" y="631"/>
                    <a:pt x="209" y="626"/>
                  </a:cubicBezTo>
                  <a:cubicBezTo>
                    <a:pt x="207" y="621"/>
                    <a:pt x="199" y="623"/>
                    <a:pt x="195" y="620"/>
                  </a:cubicBezTo>
                  <a:cubicBezTo>
                    <a:pt x="185" y="612"/>
                    <a:pt x="173" y="606"/>
                    <a:pt x="165" y="596"/>
                  </a:cubicBezTo>
                  <a:cubicBezTo>
                    <a:pt x="146" y="573"/>
                    <a:pt x="123" y="552"/>
                    <a:pt x="99" y="534"/>
                  </a:cubicBezTo>
                  <a:cubicBezTo>
                    <a:pt x="87" y="525"/>
                    <a:pt x="72" y="517"/>
                    <a:pt x="61" y="506"/>
                  </a:cubicBezTo>
                  <a:cubicBezTo>
                    <a:pt x="49" y="494"/>
                    <a:pt x="37" y="480"/>
                    <a:pt x="23" y="470"/>
                  </a:cubicBezTo>
                  <a:cubicBezTo>
                    <a:pt x="13" y="456"/>
                    <a:pt x="10" y="451"/>
                    <a:pt x="7" y="434"/>
                  </a:cubicBezTo>
                  <a:cubicBezTo>
                    <a:pt x="6" y="421"/>
                    <a:pt x="7" y="408"/>
                    <a:pt x="5" y="396"/>
                  </a:cubicBezTo>
                  <a:cubicBezTo>
                    <a:pt x="5" y="394"/>
                    <a:pt x="0" y="391"/>
                    <a:pt x="1" y="392"/>
                  </a:cubicBezTo>
                  <a:close/>
                </a:path>
              </a:pathLst>
            </a:custGeom>
            <a:solidFill>
              <a:schemeClr val="accent1">
                <a:alpha val="50195"/>
              </a:schemeClr>
            </a:solidFill>
            <a:ln w="9525">
              <a:noFill/>
              <a:miter lim="800000"/>
              <a:headEnd/>
              <a:tailEnd/>
            </a:ln>
          </p:spPr>
          <p:txBody>
            <a:bodyPr/>
            <a:lstStyle/>
            <a:p>
              <a:endParaRPr lang="zh-CN" altLang="en-US"/>
            </a:p>
          </p:txBody>
        </p:sp>
        <p:sp>
          <p:nvSpPr>
            <p:cNvPr id="1040" name="Freeform 32"/>
            <p:cNvSpPr>
              <a:spLocks noChangeArrowheads="1"/>
            </p:cNvSpPr>
            <p:nvPr/>
          </p:nvSpPr>
          <p:spPr bwMode="auto">
            <a:xfrm rot="828663">
              <a:off x="247" y="3404"/>
              <a:ext cx="132" cy="167"/>
            </a:xfrm>
            <a:custGeom>
              <a:avLst/>
              <a:gdLst>
                <a:gd name="T0" fmla="*/ 0 w 109"/>
                <a:gd name="T1" fmla="*/ 0 h 156"/>
                <a:gd name="T2" fmla="*/ 48 w 109"/>
                <a:gd name="T3" fmla="*/ 1 h 156"/>
                <a:gd name="T4" fmla="*/ 183 w 109"/>
                <a:gd name="T5" fmla="*/ 5 h 156"/>
                <a:gd name="T6" fmla="*/ 366 w 109"/>
                <a:gd name="T7" fmla="*/ 26 h 156"/>
                <a:gd name="T8" fmla="*/ 579 w 109"/>
                <a:gd name="T9" fmla="*/ 55 h 156"/>
                <a:gd name="T10" fmla="*/ 774 w 109"/>
                <a:gd name="T11" fmla="*/ 100 h 156"/>
                <a:gd name="T12" fmla="*/ 952 w 109"/>
                <a:gd name="T13" fmla="*/ 162 h 156"/>
                <a:gd name="T14" fmla="*/ 1063 w 109"/>
                <a:gd name="T15" fmla="*/ 244 h 156"/>
                <a:gd name="T16" fmla="*/ 1089 w 109"/>
                <a:gd name="T17" fmla="*/ 358 h 156"/>
                <a:gd name="T18" fmla="*/ 1037 w 109"/>
                <a:gd name="T19" fmla="*/ 358 h 156"/>
                <a:gd name="T20" fmla="*/ 986 w 109"/>
                <a:gd name="T21" fmla="*/ 358 h 156"/>
                <a:gd name="T22" fmla="*/ 926 w 109"/>
                <a:gd name="T23" fmla="*/ 358 h 156"/>
                <a:gd name="T24" fmla="*/ 856 w 109"/>
                <a:gd name="T25" fmla="*/ 347 h 156"/>
                <a:gd name="T26" fmla="*/ 807 w 109"/>
                <a:gd name="T27" fmla="*/ 346 h 156"/>
                <a:gd name="T28" fmla="*/ 742 w 109"/>
                <a:gd name="T29" fmla="*/ 340 h 156"/>
                <a:gd name="T30" fmla="*/ 655 w 109"/>
                <a:gd name="T31" fmla="*/ 328 h 156"/>
                <a:gd name="T32" fmla="*/ 579 w 109"/>
                <a:gd name="T33" fmla="*/ 316 h 156"/>
                <a:gd name="T34" fmla="*/ 528 w 109"/>
                <a:gd name="T35" fmla="*/ 286 h 156"/>
                <a:gd name="T36" fmla="*/ 528 w 109"/>
                <a:gd name="T37" fmla="*/ 254 h 156"/>
                <a:gd name="T38" fmla="*/ 555 w 109"/>
                <a:gd name="T39" fmla="*/ 218 h 156"/>
                <a:gd name="T40" fmla="*/ 582 w 109"/>
                <a:gd name="T41" fmla="*/ 180 h 156"/>
                <a:gd name="T42" fmla="*/ 555 w 109"/>
                <a:gd name="T43" fmla="*/ 141 h 156"/>
                <a:gd name="T44" fmla="*/ 478 w 109"/>
                <a:gd name="T45" fmla="*/ 97 h 156"/>
                <a:gd name="T46" fmla="*/ 312 w 109"/>
                <a:gd name="T47" fmla="*/ 52 h 156"/>
                <a:gd name="T48" fmla="*/ 0 w 109"/>
                <a:gd name="T49" fmla="*/ 0 h 1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9"/>
                <a:gd name="T76" fmla="*/ 0 h 156"/>
                <a:gd name="T77" fmla="*/ 109 w 109"/>
                <a:gd name="T78" fmla="*/ 156 h 15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9" h="156">
                  <a:moveTo>
                    <a:pt x="0" y="0"/>
                  </a:moveTo>
                  <a:lnTo>
                    <a:pt x="5" y="1"/>
                  </a:lnTo>
                  <a:lnTo>
                    <a:pt x="18" y="5"/>
                  </a:lnTo>
                  <a:lnTo>
                    <a:pt x="37" y="12"/>
                  </a:lnTo>
                  <a:lnTo>
                    <a:pt x="58" y="24"/>
                  </a:lnTo>
                  <a:lnTo>
                    <a:pt x="78" y="44"/>
                  </a:lnTo>
                  <a:lnTo>
                    <a:pt x="96" y="71"/>
                  </a:lnTo>
                  <a:lnTo>
                    <a:pt x="107" y="108"/>
                  </a:lnTo>
                  <a:lnTo>
                    <a:pt x="109" y="156"/>
                  </a:lnTo>
                  <a:lnTo>
                    <a:pt x="105" y="156"/>
                  </a:lnTo>
                  <a:lnTo>
                    <a:pt x="99" y="156"/>
                  </a:lnTo>
                  <a:lnTo>
                    <a:pt x="93" y="156"/>
                  </a:lnTo>
                  <a:lnTo>
                    <a:pt x="87" y="154"/>
                  </a:lnTo>
                  <a:lnTo>
                    <a:pt x="81" y="153"/>
                  </a:lnTo>
                  <a:lnTo>
                    <a:pt x="74" y="150"/>
                  </a:lnTo>
                  <a:lnTo>
                    <a:pt x="66" y="145"/>
                  </a:lnTo>
                  <a:lnTo>
                    <a:pt x="58" y="139"/>
                  </a:lnTo>
                  <a:lnTo>
                    <a:pt x="53" y="126"/>
                  </a:lnTo>
                  <a:lnTo>
                    <a:pt x="53" y="111"/>
                  </a:lnTo>
                  <a:lnTo>
                    <a:pt x="56" y="96"/>
                  </a:lnTo>
                  <a:lnTo>
                    <a:pt x="59" y="80"/>
                  </a:lnTo>
                  <a:lnTo>
                    <a:pt x="56" y="62"/>
                  </a:lnTo>
                  <a:lnTo>
                    <a:pt x="48" y="43"/>
                  </a:lnTo>
                  <a:lnTo>
                    <a:pt x="31" y="23"/>
                  </a:lnTo>
                  <a:lnTo>
                    <a:pt x="0" y="0"/>
                  </a:lnTo>
                  <a:close/>
                </a:path>
              </a:pathLst>
            </a:custGeom>
            <a:solidFill>
              <a:schemeClr val="folHlink"/>
            </a:solidFill>
            <a:ln w="9525">
              <a:noFill/>
              <a:miter lim="800000"/>
              <a:headEnd/>
              <a:tailEnd/>
            </a:ln>
          </p:spPr>
          <p:txBody>
            <a:bodyPr/>
            <a:lstStyle/>
            <a:p>
              <a:endParaRPr lang="zh-CN" altLang="en-US"/>
            </a:p>
          </p:txBody>
        </p:sp>
        <p:sp>
          <p:nvSpPr>
            <p:cNvPr id="1041" name="Freeform 33"/>
            <p:cNvSpPr>
              <a:spLocks noChangeArrowheads="1"/>
            </p:cNvSpPr>
            <p:nvPr/>
          </p:nvSpPr>
          <p:spPr bwMode="auto">
            <a:xfrm rot="828663">
              <a:off x="271" y="3592"/>
              <a:ext cx="66" cy="43"/>
            </a:xfrm>
            <a:custGeom>
              <a:avLst/>
              <a:gdLst>
                <a:gd name="T0" fmla="*/ 0 w 54"/>
                <a:gd name="T1" fmla="*/ 0 h 40"/>
                <a:gd name="T2" fmla="*/ 1 w 54"/>
                <a:gd name="T3" fmla="*/ 1 h 40"/>
                <a:gd name="T4" fmla="*/ 65 w 54"/>
                <a:gd name="T5" fmla="*/ 3 h 40"/>
                <a:gd name="T6" fmla="*/ 145 w 54"/>
                <a:gd name="T7" fmla="*/ 20 h 40"/>
                <a:gd name="T8" fmla="*/ 241 w 54"/>
                <a:gd name="T9" fmla="*/ 28 h 40"/>
                <a:gd name="T10" fmla="*/ 323 w 54"/>
                <a:gd name="T11" fmla="*/ 34 h 40"/>
                <a:gd name="T12" fmla="*/ 409 w 54"/>
                <a:gd name="T13" fmla="*/ 40 h 40"/>
                <a:gd name="T14" fmla="*/ 500 w 54"/>
                <a:gd name="T15" fmla="*/ 43 h 40"/>
                <a:gd name="T16" fmla="*/ 603 w 54"/>
                <a:gd name="T17" fmla="*/ 37 h 40"/>
                <a:gd name="T18" fmla="*/ 590 w 54"/>
                <a:gd name="T19" fmla="*/ 59 h 40"/>
                <a:gd name="T20" fmla="*/ 556 w 54"/>
                <a:gd name="T21" fmla="*/ 78 h 40"/>
                <a:gd name="T22" fmla="*/ 493 w 54"/>
                <a:gd name="T23" fmla="*/ 90 h 40"/>
                <a:gd name="T24" fmla="*/ 405 w 54"/>
                <a:gd name="T25" fmla="*/ 95 h 40"/>
                <a:gd name="T26" fmla="*/ 310 w 54"/>
                <a:gd name="T27" fmla="*/ 94 h 40"/>
                <a:gd name="T28" fmla="*/ 208 w 54"/>
                <a:gd name="T29" fmla="*/ 76 h 40"/>
                <a:gd name="T30" fmla="*/ 109 w 54"/>
                <a:gd name="T31" fmla="*/ 49 h 40"/>
                <a:gd name="T32" fmla="*/ 0 w 54"/>
                <a:gd name="T33" fmla="*/ 0 h 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4"/>
                <a:gd name="T52" fmla="*/ 0 h 40"/>
                <a:gd name="T53" fmla="*/ 54 w 54"/>
                <a:gd name="T54" fmla="*/ 40 h 4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4" h="40">
                  <a:moveTo>
                    <a:pt x="0" y="0"/>
                  </a:moveTo>
                  <a:lnTo>
                    <a:pt x="1" y="1"/>
                  </a:lnTo>
                  <a:lnTo>
                    <a:pt x="6" y="3"/>
                  </a:lnTo>
                  <a:lnTo>
                    <a:pt x="13" y="8"/>
                  </a:lnTo>
                  <a:lnTo>
                    <a:pt x="21" y="12"/>
                  </a:lnTo>
                  <a:lnTo>
                    <a:pt x="29" y="15"/>
                  </a:lnTo>
                  <a:lnTo>
                    <a:pt x="38" y="17"/>
                  </a:lnTo>
                  <a:lnTo>
                    <a:pt x="46" y="18"/>
                  </a:lnTo>
                  <a:lnTo>
                    <a:pt x="54" y="16"/>
                  </a:lnTo>
                  <a:lnTo>
                    <a:pt x="53" y="25"/>
                  </a:lnTo>
                  <a:lnTo>
                    <a:pt x="50" y="33"/>
                  </a:lnTo>
                  <a:lnTo>
                    <a:pt x="44" y="38"/>
                  </a:lnTo>
                  <a:lnTo>
                    <a:pt x="37" y="40"/>
                  </a:lnTo>
                  <a:lnTo>
                    <a:pt x="28" y="39"/>
                  </a:lnTo>
                  <a:lnTo>
                    <a:pt x="19" y="32"/>
                  </a:lnTo>
                  <a:lnTo>
                    <a:pt x="10" y="20"/>
                  </a:lnTo>
                  <a:lnTo>
                    <a:pt x="0" y="0"/>
                  </a:lnTo>
                  <a:close/>
                </a:path>
              </a:pathLst>
            </a:custGeom>
            <a:solidFill>
              <a:schemeClr val="folHlink"/>
            </a:solidFill>
            <a:ln w="9525">
              <a:noFill/>
              <a:miter lim="800000"/>
              <a:headEnd/>
              <a:tailEnd/>
            </a:ln>
          </p:spPr>
          <p:txBody>
            <a:bodyPr/>
            <a:lstStyle/>
            <a:p>
              <a:endParaRPr lang="zh-CN" altLang="en-US"/>
            </a:p>
          </p:txBody>
        </p:sp>
        <p:sp>
          <p:nvSpPr>
            <p:cNvPr id="1042" name="Freeform 34"/>
            <p:cNvSpPr>
              <a:spLocks noChangeArrowheads="1"/>
            </p:cNvSpPr>
            <p:nvPr/>
          </p:nvSpPr>
          <p:spPr bwMode="auto">
            <a:xfrm>
              <a:off x="16" y="4110"/>
              <a:ext cx="118" cy="209"/>
            </a:xfrm>
            <a:custGeom>
              <a:avLst/>
              <a:gdLst>
                <a:gd name="T0" fmla="*/ 0 w 118"/>
                <a:gd name="T1" fmla="*/ 0 h 209"/>
                <a:gd name="T2" fmla="*/ 6 w 118"/>
                <a:gd name="T3" fmla="*/ 8 h 209"/>
                <a:gd name="T4" fmla="*/ 15 w 118"/>
                <a:gd name="T5" fmla="*/ 19 h 209"/>
                <a:gd name="T6" fmla="*/ 26 w 118"/>
                <a:gd name="T7" fmla="*/ 33 h 209"/>
                <a:gd name="T8" fmla="*/ 38 w 118"/>
                <a:gd name="T9" fmla="*/ 51 h 209"/>
                <a:gd name="T10" fmla="*/ 54 w 118"/>
                <a:gd name="T11" fmla="*/ 72 h 209"/>
                <a:gd name="T12" fmla="*/ 67 w 118"/>
                <a:gd name="T13" fmla="*/ 94 h 209"/>
                <a:gd name="T14" fmla="*/ 79 w 118"/>
                <a:gd name="T15" fmla="*/ 119 h 209"/>
                <a:gd name="T16" fmla="*/ 87 w 118"/>
                <a:gd name="T17" fmla="*/ 146 h 209"/>
                <a:gd name="T18" fmla="*/ 94 w 118"/>
                <a:gd name="T19" fmla="*/ 175 h 209"/>
                <a:gd name="T20" fmla="*/ 91 w 118"/>
                <a:gd name="T21" fmla="*/ 209 h 209"/>
                <a:gd name="T22" fmla="*/ 118 w 118"/>
                <a:gd name="T23" fmla="*/ 209 h 209"/>
                <a:gd name="T24" fmla="*/ 117 w 118"/>
                <a:gd name="T25" fmla="*/ 177 h 209"/>
                <a:gd name="T26" fmla="*/ 104 w 118"/>
                <a:gd name="T27" fmla="*/ 119 h 209"/>
                <a:gd name="T28" fmla="*/ 82 w 118"/>
                <a:gd name="T29" fmla="*/ 69 h 209"/>
                <a:gd name="T30" fmla="*/ 47 w 118"/>
                <a:gd name="T31" fmla="*/ 27 h 209"/>
                <a:gd name="T32" fmla="*/ 0 w 118"/>
                <a:gd name="T33" fmla="*/ 0 h 20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18"/>
                <a:gd name="T52" fmla="*/ 0 h 209"/>
                <a:gd name="T53" fmla="*/ 118 w 118"/>
                <a:gd name="T54" fmla="*/ 209 h 20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18" h="209">
                  <a:moveTo>
                    <a:pt x="0" y="0"/>
                  </a:moveTo>
                  <a:lnTo>
                    <a:pt x="6" y="8"/>
                  </a:lnTo>
                  <a:lnTo>
                    <a:pt x="15" y="19"/>
                  </a:lnTo>
                  <a:lnTo>
                    <a:pt x="26" y="33"/>
                  </a:lnTo>
                  <a:lnTo>
                    <a:pt x="38" y="51"/>
                  </a:lnTo>
                  <a:lnTo>
                    <a:pt x="54" y="72"/>
                  </a:lnTo>
                  <a:lnTo>
                    <a:pt x="67" y="94"/>
                  </a:lnTo>
                  <a:lnTo>
                    <a:pt x="79" y="119"/>
                  </a:lnTo>
                  <a:lnTo>
                    <a:pt x="87" y="146"/>
                  </a:lnTo>
                  <a:lnTo>
                    <a:pt x="94" y="175"/>
                  </a:lnTo>
                  <a:lnTo>
                    <a:pt x="91" y="209"/>
                  </a:lnTo>
                  <a:lnTo>
                    <a:pt x="118" y="209"/>
                  </a:lnTo>
                  <a:lnTo>
                    <a:pt x="117" y="177"/>
                  </a:lnTo>
                  <a:lnTo>
                    <a:pt x="104" y="119"/>
                  </a:lnTo>
                  <a:lnTo>
                    <a:pt x="82" y="69"/>
                  </a:lnTo>
                  <a:lnTo>
                    <a:pt x="47" y="27"/>
                  </a:lnTo>
                  <a:lnTo>
                    <a:pt x="0" y="0"/>
                  </a:lnTo>
                  <a:close/>
                </a:path>
              </a:pathLst>
            </a:custGeom>
            <a:solidFill>
              <a:schemeClr val="folHlink"/>
            </a:solidFill>
            <a:ln w="9525">
              <a:noFill/>
              <a:miter lim="800000"/>
              <a:headEnd/>
              <a:tailEnd/>
            </a:ln>
          </p:spPr>
          <p:txBody>
            <a:bodyPr/>
            <a:lstStyle/>
            <a:p>
              <a:endParaRPr lang="zh-CN" altLang="en-US"/>
            </a:p>
          </p:txBody>
        </p:sp>
        <p:sp>
          <p:nvSpPr>
            <p:cNvPr id="1043" name="Freeform 35"/>
            <p:cNvSpPr>
              <a:spLocks noChangeArrowheads="1"/>
            </p:cNvSpPr>
            <p:nvPr/>
          </p:nvSpPr>
          <p:spPr bwMode="auto">
            <a:xfrm>
              <a:off x="5" y="3968"/>
              <a:ext cx="130" cy="128"/>
            </a:xfrm>
            <a:custGeom>
              <a:avLst/>
              <a:gdLst>
                <a:gd name="T0" fmla="*/ 103 w 130"/>
                <a:gd name="T1" fmla="*/ 0 h 128"/>
                <a:gd name="T2" fmla="*/ 130 w 130"/>
                <a:gd name="T3" fmla="*/ 128 h 128"/>
                <a:gd name="T4" fmla="*/ 125 w 130"/>
                <a:gd name="T5" fmla="*/ 126 h 128"/>
                <a:gd name="T6" fmla="*/ 111 w 130"/>
                <a:gd name="T7" fmla="*/ 121 h 128"/>
                <a:gd name="T8" fmla="*/ 92 w 130"/>
                <a:gd name="T9" fmla="*/ 111 h 128"/>
                <a:gd name="T10" fmla="*/ 68 w 130"/>
                <a:gd name="T11" fmla="*/ 103 h 128"/>
                <a:gd name="T12" fmla="*/ 41 w 130"/>
                <a:gd name="T13" fmla="*/ 94 h 128"/>
                <a:gd name="T14" fmla="*/ 19 w 130"/>
                <a:gd name="T15" fmla="*/ 90 h 128"/>
                <a:gd name="T16" fmla="*/ 0 w 130"/>
                <a:gd name="T17" fmla="*/ 93 h 128"/>
                <a:gd name="T18" fmla="*/ 0 w 130"/>
                <a:gd name="T19" fmla="*/ 72 h 128"/>
                <a:gd name="T20" fmla="*/ 12 w 130"/>
                <a:gd name="T21" fmla="*/ 70 h 128"/>
                <a:gd name="T22" fmla="*/ 24 w 130"/>
                <a:gd name="T23" fmla="*/ 66 h 128"/>
                <a:gd name="T24" fmla="*/ 38 w 130"/>
                <a:gd name="T25" fmla="*/ 66 h 128"/>
                <a:gd name="T26" fmla="*/ 51 w 130"/>
                <a:gd name="T27" fmla="*/ 67 h 128"/>
                <a:gd name="T28" fmla="*/ 65 w 130"/>
                <a:gd name="T29" fmla="*/ 70 h 128"/>
                <a:gd name="T30" fmla="*/ 78 w 130"/>
                <a:gd name="T31" fmla="*/ 78 h 128"/>
                <a:gd name="T32" fmla="*/ 81 w 130"/>
                <a:gd name="T33" fmla="*/ 74 h 128"/>
                <a:gd name="T34" fmla="*/ 81 w 130"/>
                <a:gd name="T35" fmla="*/ 58 h 128"/>
                <a:gd name="T36" fmla="*/ 82 w 130"/>
                <a:gd name="T37" fmla="*/ 37 h 128"/>
                <a:gd name="T38" fmla="*/ 82 w 130"/>
                <a:gd name="T39" fmla="*/ 29 h 128"/>
                <a:gd name="T40" fmla="*/ 80 w 130"/>
                <a:gd name="T41" fmla="*/ 29 h 128"/>
                <a:gd name="T42" fmla="*/ 77 w 130"/>
                <a:gd name="T43" fmla="*/ 27 h 128"/>
                <a:gd name="T44" fmla="*/ 76 w 130"/>
                <a:gd name="T45" fmla="*/ 22 h 128"/>
                <a:gd name="T46" fmla="*/ 75 w 130"/>
                <a:gd name="T47" fmla="*/ 19 h 128"/>
                <a:gd name="T48" fmla="*/ 76 w 130"/>
                <a:gd name="T49" fmla="*/ 15 h 128"/>
                <a:gd name="T50" fmla="*/ 79 w 130"/>
                <a:gd name="T51" fmla="*/ 10 h 128"/>
                <a:gd name="T52" fmla="*/ 89 w 130"/>
                <a:gd name="T53" fmla="*/ 6 h 128"/>
                <a:gd name="T54" fmla="*/ 103 w 130"/>
                <a:gd name="T55" fmla="*/ 0 h 12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30"/>
                <a:gd name="T85" fmla="*/ 0 h 128"/>
                <a:gd name="T86" fmla="*/ 130 w 130"/>
                <a:gd name="T87" fmla="*/ 128 h 12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30" h="128">
                  <a:moveTo>
                    <a:pt x="103" y="0"/>
                  </a:moveTo>
                  <a:lnTo>
                    <a:pt x="130" y="128"/>
                  </a:lnTo>
                  <a:lnTo>
                    <a:pt x="125" y="126"/>
                  </a:lnTo>
                  <a:lnTo>
                    <a:pt x="111" y="121"/>
                  </a:lnTo>
                  <a:lnTo>
                    <a:pt x="92" y="111"/>
                  </a:lnTo>
                  <a:lnTo>
                    <a:pt x="68" y="103"/>
                  </a:lnTo>
                  <a:lnTo>
                    <a:pt x="41" y="94"/>
                  </a:lnTo>
                  <a:lnTo>
                    <a:pt x="19" y="90"/>
                  </a:lnTo>
                  <a:lnTo>
                    <a:pt x="0" y="93"/>
                  </a:lnTo>
                  <a:lnTo>
                    <a:pt x="0" y="72"/>
                  </a:lnTo>
                  <a:lnTo>
                    <a:pt x="12" y="70"/>
                  </a:lnTo>
                  <a:lnTo>
                    <a:pt x="24" y="66"/>
                  </a:lnTo>
                  <a:lnTo>
                    <a:pt x="38" y="66"/>
                  </a:lnTo>
                  <a:lnTo>
                    <a:pt x="51" y="67"/>
                  </a:lnTo>
                  <a:lnTo>
                    <a:pt x="65" y="70"/>
                  </a:lnTo>
                  <a:lnTo>
                    <a:pt x="78" y="78"/>
                  </a:lnTo>
                  <a:lnTo>
                    <a:pt x="81" y="74"/>
                  </a:lnTo>
                  <a:lnTo>
                    <a:pt x="81" y="58"/>
                  </a:lnTo>
                  <a:lnTo>
                    <a:pt x="82" y="37"/>
                  </a:lnTo>
                  <a:lnTo>
                    <a:pt x="82" y="29"/>
                  </a:lnTo>
                  <a:lnTo>
                    <a:pt x="80" y="29"/>
                  </a:lnTo>
                  <a:lnTo>
                    <a:pt x="77" y="27"/>
                  </a:lnTo>
                  <a:lnTo>
                    <a:pt x="76" y="22"/>
                  </a:lnTo>
                  <a:lnTo>
                    <a:pt x="75" y="19"/>
                  </a:lnTo>
                  <a:lnTo>
                    <a:pt x="76" y="15"/>
                  </a:lnTo>
                  <a:lnTo>
                    <a:pt x="79" y="10"/>
                  </a:lnTo>
                  <a:lnTo>
                    <a:pt x="89" y="6"/>
                  </a:lnTo>
                  <a:lnTo>
                    <a:pt x="103" y="0"/>
                  </a:lnTo>
                  <a:close/>
                </a:path>
              </a:pathLst>
            </a:custGeom>
            <a:solidFill>
              <a:schemeClr val="folHlink"/>
            </a:solidFill>
            <a:ln w="9525">
              <a:noFill/>
              <a:miter lim="800000"/>
              <a:headEnd/>
              <a:tailEnd/>
            </a:ln>
          </p:spPr>
          <p:txBody>
            <a:bodyPr/>
            <a:lstStyle/>
            <a:p>
              <a:endParaRPr lang="zh-CN" altLang="en-US"/>
            </a:p>
          </p:txBody>
        </p:sp>
        <p:sp>
          <p:nvSpPr>
            <p:cNvPr id="1044" name="Freeform 36"/>
            <p:cNvSpPr>
              <a:spLocks noChangeArrowheads="1"/>
            </p:cNvSpPr>
            <p:nvPr/>
          </p:nvSpPr>
          <p:spPr bwMode="auto">
            <a:xfrm>
              <a:off x="5" y="3949"/>
              <a:ext cx="47" cy="86"/>
            </a:xfrm>
            <a:custGeom>
              <a:avLst/>
              <a:gdLst>
                <a:gd name="T0" fmla="*/ 37 w 47"/>
                <a:gd name="T1" fmla="*/ 0 h 86"/>
                <a:gd name="T2" fmla="*/ 15 w 47"/>
                <a:gd name="T3" fmla="*/ 37 h 86"/>
                <a:gd name="T4" fmla="*/ 0 w 47"/>
                <a:gd name="T5" fmla="*/ 59 h 86"/>
                <a:gd name="T6" fmla="*/ 0 w 47"/>
                <a:gd name="T7" fmla="*/ 86 h 86"/>
                <a:gd name="T8" fmla="*/ 8 w 47"/>
                <a:gd name="T9" fmla="*/ 82 h 86"/>
                <a:gd name="T10" fmla="*/ 20 w 47"/>
                <a:gd name="T11" fmla="*/ 73 h 86"/>
                <a:gd name="T12" fmla="*/ 33 w 47"/>
                <a:gd name="T13" fmla="*/ 63 h 86"/>
                <a:gd name="T14" fmla="*/ 42 w 47"/>
                <a:gd name="T15" fmla="*/ 51 h 86"/>
                <a:gd name="T16" fmla="*/ 47 w 47"/>
                <a:gd name="T17" fmla="*/ 36 h 86"/>
                <a:gd name="T18" fmla="*/ 46 w 47"/>
                <a:gd name="T19" fmla="*/ 19 h 86"/>
                <a:gd name="T20" fmla="*/ 37 w 47"/>
                <a:gd name="T21" fmla="*/ 0 h 8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7"/>
                <a:gd name="T34" fmla="*/ 0 h 86"/>
                <a:gd name="T35" fmla="*/ 47 w 47"/>
                <a:gd name="T36" fmla="*/ 86 h 8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7" h="86">
                  <a:moveTo>
                    <a:pt x="37" y="0"/>
                  </a:moveTo>
                  <a:lnTo>
                    <a:pt x="15" y="37"/>
                  </a:lnTo>
                  <a:lnTo>
                    <a:pt x="0" y="59"/>
                  </a:lnTo>
                  <a:lnTo>
                    <a:pt x="0" y="86"/>
                  </a:lnTo>
                  <a:lnTo>
                    <a:pt x="8" y="82"/>
                  </a:lnTo>
                  <a:lnTo>
                    <a:pt x="20" y="73"/>
                  </a:lnTo>
                  <a:lnTo>
                    <a:pt x="33" y="63"/>
                  </a:lnTo>
                  <a:lnTo>
                    <a:pt x="42" y="51"/>
                  </a:lnTo>
                  <a:lnTo>
                    <a:pt x="47" y="36"/>
                  </a:lnTo>
                  <a:lnTo>
                    <a:pt x="46" y="19"/>
                  </a:lnTo>
                  <a:lnTo>
                    <a:pt x="37" y="0"/>
                  </a:lnTo>
                  <a:close/>
                </a:path>
              </a:pathLst>
            </a:custGeom>
            <a:solidFill>
              <a:schemeClr val="folHlink"/>
            </a:solidFill>
            <a:ln w="9525">
              <a:noFill/>
              <a:miter lim="800000"/>
              <a:headEnd/>
              <a:tailEnd/>
            </a:ln>
          </p:spPr>
          <p:txBody>
            <a:bodyPr/>
            <a:lstStyle/>
            <a:p>
              <a:endParaRPr lang="zh-CN" altLang="en-US"/>
            </a:p>
          </p:txBody>
        </p:sp>
        <p:sp>
          <p:nvSpPr>
            <p:cNvPr id="1045" name="Freeform 37"/>
            <p:cNvSpPr>
              <a:spLocks noChangeArrowheads="1"/>
            </p:cNvSpPr>
            <p:nvPr/>
          </p:nvSpPr>
          <p:spPr bwMode="auto">
            <a:xfrm>
              <a:off x="5" y="3239"/>
              <a:ext cx="497" cy="740"/>
            </a:xfrm>
            <a:custGeom>
              <a:avLst/>
              <a:gdLst>
                <a:gd name="T0" fmla="*/ 0 w 497"/>
                <a:gd name="T1" fmla="*/ 13 h 740"/>
                <a:gd name="T2" fmla="*/ 41 w 497"/>
                <a:gd name="T3" fmla="*/ 4 h 740"/>
                <a:gd name="T4" fmla="*/ 101 w 497"/>
                <a:gd name="T5" fmla="*/ 0 h 740"/>
                <a:gd name="T6" fmla="*/ 170 w 497"/>
                <a:gd name="T7" fmla="*/ 4 h 740"/>
                <a:gd name="T8" fmla="*/ 248 w 497"/>
                <a:gd name="T9" fmla="*/ 21 h 740"/>
                <a:gd name="T10" fmla="*/ 323 w 497"/>
                <a:gd name="T11" fmla="*/ 50 h 740"/>
                <a:gd name="T12" fmla="*/ 382 w 497"/>
                <a:gd name="T13" fmla="*/ 90 h 740"/>
                <a:gd name="T14" fmla="*/ 428 w 497"/>
                <a:gd name="T15" fmla="*/ 141 h 740"/>
                <a:gd name="T16" fmla="*/ 463 w 497"/>
                <a:gd name="T17" fmla="*/ 199 h 740"/>
                <a:gd name="T18" fmla="*/ 485 w 497"/>
                <a:gd name="T19" fmla="*/ 262 h 740"/>
                <a:gd name="T20" fmla="*/ 496 w 497"/>
                <a:gd name="T21" fmla="*/ 327 h 740"/>
                <a:gd name="T22" fmla="*/ 497 w 497"/>
                <a:gd name="T23" fmla="*/ 396 h 740"/>
                <a:gd name="T24" fmla="*/ 487 w 497"/>
                <a:gd name="T25" fmla="*/ 462 h 740"/>
                <a:gd name="T26" fmla="*/ 470 w 497"/>
                <a:gd name="T27" fmla="*/ 527 h 740"/>
                <a:gd name="T28" fmla="*/ 443 w 497"/>
                <a:gd name="T29" fmla="*/ 586 h 740"/>
                <a:gd name="T30" fmla="*/ 406 w 497"/>
                <a:gd name="T31" fmla="*/ 639 h 740"/>
                <a:gd name="T32" fmla="*/ 364 w 497"/>
                <a:gd name="T33" fmla="*/ 683 h 740"/>
                <a:gd name="T34" fmla="*/ 315 w 497"/>
                <a:gd name="T35" fmla="*/ 715 h 740"/>
                <a:gd name="T36" fmla="*/ 259 w 497"/>
                <a:gd name="T37" fmla="*/ 736 h 740"/>
                <a:gd name="T38" fmla="*/ 198 w 497"/>
                <a:gd name="T39" fmla="*/ 740 h 740"/>
                <a:gd name="T40" fmla="*/ 131 w 497"/>
                <a:gd name="T41" fmla="*/ 727 h 740"/>
                <a:gd name="T42" fmla="*/ 167 w 497"/>
                <a:gd name="T43" fmla="*/ 728 h 740"/>
                <a:gd name="T44" fmla="*/ 204 w 497"/>
                <a:gd name="T45" fmla="*/ 718 h 740"/>
                <a:gd name="T46" fmla="*/ 238 w 497"/>
                <a:gd name="T47" fmla="*/ 700 h 740"/>
                <a:gd name="T48" fmla="*/ 272 w 497"/>
                <a:gd name="T49" fmla="*/ 670 h 740"/>
                <a:gd name="T50" fmla="*/ 304 w 497"/>
                <a:gd name="T51" fmla="*/ 635 h 740"/>
                <a:gd name="T52" fmla="*/ 333 w 497"/>
                <a:gd name="T53" fmla="*/ 594 h 740"/>
                <a:gd name="T54" fmla="*/ 358 w 497"/>
                <a:gd name="T55" fmla="*/ 549 h 740"/>
                <a:gd name="T56" fmla="*/ 381 w 497"/>
                <a:gd name="T57" fmla="*/ 500 h 740"/>
                <a:gd name="T58" fmla="*/ 396 w 497"/>
                <a:gd name="T59" fmla="*/ 449 h 740"/>
                <a:gd name="T60" fmla="*/ 408 w 497"/>
                <a:gd name="T61" fmla="*/ 397 h 740"/>
                <a:gd name="T62" fmla="*/ 414 w 497"/>
                <a:gd name="T63" fmla="*/ 346 h 740"/>
                <a:gd name="T64" fmla="*/ 412 w 497"/>
                <a:gd name="T65" fmla="*/ 296 h 740"/>
                <a:gd name="T66" fmla="*/ 402 w 497"/>
                <a:gd name="T67" fmla="*/ 251 h 740"/>
                <a:gd name="T68" fmla="*/ 384 w 497"/>
                <a:gd name="T69" fmla="*/ 208 h 740"/>
                <a:gd name="T70" fmla="*/ 357 w 497"/>
                <a:gd name="T71" fmla="*/ 172 h 740"/>
                <a:gd name="T72" fmla="*/ 320 w 497"/>
                <a:gd name="T73" fmla="*/ 142 h 740"/>
                <a:gd name="T74" fmla="*/ 260 w 497"/>
                <a:gd name="T75" fmla="*/ 107 h 740"/>
                <a:gd name="T76" fmla="*/ 203 w 497"/>
                <a:gd name="T77" fmla="*/ 82 h 740"/>
                <a:gd name="T78" fmla="*/ 154 w 497"/>
                <a:gd name="T79" fmla="*/ 65 h 740"/>
                <a:gd name="T80" fmla="*/ 108 w 497"/>
                <a:gd name="T81" fmla="*/ 56 h 740"/>
                <a:gd name="T82" fmla="*/ 68 w 497"/>
                <a:gd name="T83" fmla="*/ 55 h 740"/>
                <a:gd name="T84" fmla="*/ 32 w 497"/>
                <a:gd name="T85" fmla="*/ 61 h 740"/>
                <a:gd name="T86" fmla="*/ 0 w 497"/>
                <a:gd name="T87" fmla="*/ 70 h 740"/>
                <a:gd name="T88" fmla="*/ 0 w 497"/>
                <a:gd name="T89" fmla="*/ 13 h 74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97"/>
                <a:gd name="T136" fmla="*/ 0 h 740"/>
                <a:gd name="T137" fmla="*/ 497 w 497"/>
                <a:gd name="T138" fmla="*/ 740 h 74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97" h="740">
                  <a:moveTo>
                    <a:pt x="0" y="13"/>
                  </a:moveTo>
                  <a:lnTo>
                    <a:pt x="41" y="4"/>
                  </a:lnTo>
                  <a:lnTo>
                    <a:pt x="101" y="0"/>
                  </a:lnTo>
                  <a:lnTo>
                    <a:pt x="170" y="4"/>
                  </a:lnTo>
                  <a:lnTo>
                    <a:pt x="248" y="21"/>
                  </a:lnTo>
                  <a:lnTo>
                    <a:pt x="323" y="50"/>
                  </a:lnTo>
                  <a:lnTo>
                    <a:pt x="382" y="90"/>
                  </a:lnTo>
                  <a:lnTo>
                    <a:pt x="428" y="141"/>
                  </a:lnTo>
                  <a:lnTo>
                    <a:pt x="463" y="199"/>
                  </a:lnTo>
                  <a:lnTo>
                    <a:pt x="485" y="262"/>
                  </a:lnTo>
                  <a:lnTo>
                    <a:pt x="496" y="327"/>
                  </a:lnTo>
                  <a:lnTo>
                    <a:pt x="497" y="396"/>
                  </a:lnTo>
                  <a:lnTo>
                    <a:pt x="487" y="462"/>
                  </a:lnTo>
                  <a:lnTo>
                    <a:pt x="470" y="527"/>
                  </a:lnTo>
                  <a:lnTo>
                    <a:pt x="443" y="586"/>
                  </a:lnTo>
                  <a:lnTo>
                    <a:pt x="406" y="639"/>
                  </a:lnTo>
                  <a:lnTo>
                    <a:pt x="364" y="683"/>
                  </a:lnTo>
                  <a:lnTo>
                    <a:pt x="315" y="715"/>
                  </a:lnTo>
                  <a:lnTo>
                    <a:pt x="259" y="736"/>
                  </a:lnTo>
                  <a:lnTo>
                    <a:pt x="198" y="740"/>
                  </a:lnTo>
                  <a:lnTo>
                    <a:pt x="131" y="727"/>
                  </a:lnTo>
                  <a:lnTo>
                    <a:pt x="167" y="728"/>
                  </a:lnTo>
                  <a:lnTo>
                    <a:pt x="204" y="718"/>
                  </a:lnTo>
                  <a:lnTo>
                    <a:pt x="238" y="700"/>
                  </a:lnTo>
                  <a:lnTo>
                    <a:pt x="272" y="670"/>
                  </a:lnTo>
                  <a:lnTo>
                    <a:pt x="304" y="635"/>
                  </a:lnTo>
                  <a:lnTo>
                    <a:pt x="333" y="594"/>
                  </a:lnTo>
                  <a:lnTo>
                    <a:pt x="358" y="549"/>
                  </a:lnTo>
                  <a:lnTo>
                    <a:pt x="381" y="500"/>
                  </a:lnTo>
                  <a:lnTo>
                    <a:pt x="396" y="449"/>
                  </a:lnTo>
                  <a:lnTo>
                    <a:pt x="408" y="397"/>
                  </a:lnTo>
                  <a:lnTo>
                    <a:pt x="414" y="346"/>
                  </a:lnTo>
                  <a:lnTo>
                    <a:pt x="412" y="296"/>
                  </a:lnTo>
                  <a:lnTo>
                    <a:pt x="402" y="251"/>
                  </a:lnTo>
                  <a:lnTo>
                    <a:pt x="384" y="208"/>
                  </a:lnTo>
                  <a:lnTo>
                    <a:pt x="357" y="172"/>
                  </a:lnTo>
                  <a:lnTo>
                    <a:pt x="320" y="142"/>
                  </a:lnTo>
                  <a:lnTo>
                    <a:pt x="260" y="107"/>
                  </a:lnTo>
                  <a:lnTo>
                    <a:pt x="203" y="82"/>
                  </a:lnTo>
                  <a:lnTo>
                    <a:pt x="154" y="65"/>
                  </a:lnTo>
                  <a:lnTo>
                    <a:pt x="108" y="56"/>
                  </a:lnTo>
                  <a:lnTo>
                    <a:pt x="68" y="55"/>
                  </a:lnTo>
                  <a:lnTo>
                    <a:pt x="32" y="61"/>
                  </a:lnTo>
                  <a:lnTo>
                    <a:pt x="0" y="70"/>
                  </a:lnTo>
                  <a:lnTo>
                    <a:pt x="0" y="13"/>
                  </a:lnTo>
                  <a:close/>
                </a:path>
              </a:pathLst>
            </a:custGeom>
            <a:solidFill>
              <a:schemeClr val="folHlink"/>
            </a:solidFill>
            <a:ln w="9525">
              <a:noFill/>
              <a:miter lim="800000"/>
              <a:headEnd/>
              <a:tailEnd/>
            </a:ln>
          </p:spPr>
          <p:txBody>
            <a:bodyPr/>
            <a:lstStyle/>
            <a:p>
              <a:endParaRPr lang="zh-CN" altLang="en-US"/>
            </a:p>
          </p:txBody>
        </p:sp>
        <p:sp>
          <p:nvSpPr>
            <p:cNvPr id="1046" name="Freeform 38"/>
            <p:cNvSpPr>
              <a:spLocks noChangeArrowheads="1"/>
            </p:cNvSpPr>
            <p:nvPr/>
          </p:nvSpPr>
          <p:spPr bwMode="auto">
            <a:xfrm rot="1584153">
              <a:off x="25" y="410"/>
              <a:ext cx="344" cy="245"/>
            </a:xfrm>
            <a:custGeom>
              <a:avLst/>
              <a:gdLst>
                <a:gd name="T0" fmla="*/ 0 w 257"/>
                <a:gd name="T1" fmla="*/ 0 h 237"/>
                <a:gd name="T2" fmla="*/ 0 w 257"/>
                <a:gd name="T3" fmla="*/ 37 h 237"/>
                <a:gd name="T4" fmla="*/ 90 w 257"/>
                <a:gd name="T5" fmla="*/ 74 h 237"/>
                <a:gd name="T6" fmla="*/ 206 w 257"/>
                <a:gd name="T7" fmla="*/ 113 h 237"/>
                <a:gd name="T8" fmla="*/ 369 w 257"/>
                <a:gd name="T9" fmla="*/ 146 h 237"/>
                <a:gd name="T10" fmla="*/ 597 w 257"/>
                <a:gd name="T11" fmla="*/ 177 h 237"/>
                <a:gd name="T12" fmla="*/ 885 w 257"/>
                <a:gd name="T13" fmla="*/ 210 h 237"/>
                <a:gd name="T14" fmla="*/ 1254 w 257"/>
                <a:gd name="T15" fmla="*/ 240 h 237"/>
                <a:gd name="T16" fmla="*/ 1679 w 257"/>
                <a:gd name="T17" fmla="*/ 265 h 237"/>
                <a:gd name="T18" fmla="*/ 2225 w 257"/>
                <a:gd name="T19" fmla="*/ 289 h 237"/>
                <a:gd name="T20" fmla="*/ 2842 w 257"/>
                <a:gd name="T21" fmla="*/ 309 h 237"/>
                <a:gd name="T22" fmla="*/ 3500 w 257"/>
                <a:gd name="T23" fmla="*/ 326 h 237"/>
                <a:gd name="T24" fmla="*/ 4315 w 257"/>
                <a:gd name="T25" fmla="*/ 340 h 237"/>
                <a:gd name="T26" fmla="*/ 5204 w 257"/>
                <a:gd name="T27" fmla="*/ 348 h 237"/>
                <a:gd name="T28" fmla="*/ 6220 w 257"/>
                <a:gd name="T29" fmla="*/ 353 h 237"/>
                <a:gd name="T30" fmla="*/ 7271 w 257"/>
                <a:gd name="T31" fmla="*/ 351 h 237"/>
                <a:gd name="T32" fmla="*/ 8500 w 257"/>
                <a:gd name="T33" fmla="*/ 346 h 237"/>
                <a:gd name="T34" fmla="*/ 7422 w 257"/>
                <a:gd name="T35" fmla="*/ 338 h 237"/>
                <a:gd name="T36" fmla="*/ 6440 w 257"/>
                <a:gd name="T37" fmla="*/ 327 h 237"/>
                <a:gd name="T38" fmla="*/ 5624 w 257"/>
                <a:gd name="T39" fmla="*/ 315 h 237"/>
                <a:gd name="T40" fmla="*/ 4895 w 257"/>
                <a:gd name="T41" fmla="*/ 304 h 237"/>
                <a:gd name="T42" fmla="*/ 4230 w 257"/>
                <a:gd name="T43" fmla="*/ 288 h 237"/>
                <a:gd name="T44" fmla="*/ 3706 w 257"/>
                <a:gd name="T45" fmla="*/ 271 h 237"/>
                <a:gd name="T46" fmla="*/ 3223 w 257"/>
                <a:gd name="T47" fmla="*/ 252 h 237"/>
                <a:gd name="T48" fmla="*/ 2769 w 257"/>
                <a:gd name="T49" fmla="*/ 231 h 237"/>
                <a:gd name="T50" fmla="*/ 2361 w 257"/>
                <a:gd name="T51" fmla="*/ 210 h 237"/>
                <a:gd name="T52" fmla="*/ 2028 w 257"/>
                <a:gd name="T53" fmla="*/ 185 h 237"/>
                <a:gd name="T54" fmla="*/ 1743 w 257"/>
                <a:gd name="T55" fmla="*/ 160 h 237"/>
                <a:gd name="T56" fmla="*/ 1431 w 257"/>
                <a:gd name="T57" fmla="*/ 130 h 237"/>
                <a:gd name="T58" fmla="*/ 1091 w 257"/>
                <a:gd name="T59" fmla="*/ 102 h 237"/>
                <a:gd name="T60" fmla="*/ 766 w 257"/>
                <a:gd name="T61" fmla="*/ 71 h 237"/>
                <a:gd name="T62" fmla="*/ 387 w 257"/>
                <a:gd name="T63" fmla="*/ 36 h 237"/>
                <a:gd name="T64" fmla="*/ 0 w 257"/>
                <a:gd name="T65" fmla="*/ 0 h 23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57"/>
                <a:gd name="T100" fmla="*/ 0 h 237"/>
                <a:gd name="T101" fmla="*/ 257 w 257"/>
                <a:gd name="T102" fmla="*/ 237 h 23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57" h="237">
                  <a:moveTo>
                    <a:pt x="0" y="0"/>
                  </a:moveTo>
                  <a:lnTo>
                    <a:pt x="0" y="25"/>
                  </a:lnTo>
                  <a:lnTo>
                    <a:pt x="3" y="50"/>
                  </a:lnTo>
                  <a:lnTo>
                    <a:pt x="6" y="75"/>
                  </a:lnTo>
                  <a:lnTo>
                    <a:pt x="11" y="98"/>
                  </a:lnTo>
                  <a:lnTo>
                    <a:pt x="18" y="119"/>
                  </a:lnTo>
                  <a:lnTo>
                    <a:pt x="27" y="141"/>
                  </a:lnTo>
                  <a:lnTo>
                    <a:pt x="38" y="161"/>
                  </a:lnTo>
                  <a:lnTo>
                    <a:pt x="51" y="178"/>
                  </a:lnTo>
                  <a:lnTo>
                    <a:pt x="67" y="194"/>
                  </a:lnTo>
                  <a:lnTo>
                    <a:pt x="86" y="208"/>
                  </a:lnTo>
                  <a:lnTo>
                    <a:pt x="106" y="219"/>
                  </a:lnTo>
                  <a:lnTo>
                    <a:pt x="131" y="228"/>
                  </a:lnTo>
                  <a:lnTo>
                    <a:pt x="158" y="234"/>
                  </a:lnTo>
                  <a:lnTo>
                    <a:pt x="188" y="237"/>
                  </a:lnTo>
                  <a:lnTo>
                    <a:pt x="220" y="236"/>
                  </a:lnTo>
                  <a:lnTo>
                    <a:pt x="257" y="232"/>
                  </a:lnTo>
                  <a:lnTo>
                    <a:pt x="224" y="227"/>
                  </a:lnTo>
                  <a:lnTo>
                    <a:pt x="195" y="220"/>
                  </a:lnTo>
                  <a:lnTo>
                    <a:pt x="170" y="212"/>
                  </a:lnTo>
                  <a:lnTo>
                    <a:pt x="148" y="204"/>
                  </a:lnTo>
                  <a:lnTo>
                    <a:pt x="128" y="193"/>
                  </a:lnTo>
                  <a:lnTo>
                    <a:pt x="112" y="182"/>
                  </a:lnTo>
                  <a:lnTo>
                    <a:pt x="97" y="169"/>
                  </a:lnTo>
                  <a:lnTo>
                    <a:pt x="84" y="155"/>
                  </a:lnTo>
                  <a:lnTo>
                    <a:pt x="72" y="141"/>
                  </a:lnTo>
                  <a:lnTo>
                    <a:pt x="61" y="125"/>
                  </a:lnTo>
                  <a:lnTo>
                    <a:pt x="52" y="107"/>
                  </a:lnTo>
                  <a:lnTo>
                    <a:pt x="43" y="88"/>
                  </a:lnTo>
                  <a:lnTo>
                    <a:pt x="33" y="69"/>
                  </a:lnTo>
                  <a:lnTo>
                    <a:pt x="23" y="47"/>
                  </a:lnTo>
                  <a:lnTo>
                    <a:pt x="12" y="24"/>
                  </a:lnTo>
                  <a:lnTo>
                    <a:pt x="0" y="0"/>
                  </a:lnTo>
                  <a:close/>
                </a:path>
              </a:pathLst>
            </a:custGeom>
            <a:solidFill>
              <a:schemeClr val="accent1"/>
            </a:solidFill>
            <a:ln w="9525">
              <a:noFill/>
              <a:miter lim="800000"/>
              <a:headEnd/>
              <a:tailEnd/>
            </a:ln>
          </p:spPr>
          <p:txBody>
            <a:bodyPr/>
            <a:lstStyle/>
            <a:p>
              <a:endParaRPr lang="zh-CN" altLang="en-US"/>
            </a:p>
          </p:txBody>
        </p:sp>
        <p:sp>
          <p:nvSpPr>
            <p:cNvPr id="1047" name="Freeform 39"/>
            <p:cNvSpPr>
              <a:spLocks noChangeArrowheads="1"/>
            </p:cNvSpPr>
            <p:nvPr/>
          </p:nvSpPr>
          <p:spPr bwMode="auto">
            <a:xfrm rot="1584153">
              <a:off x="247" y="756"/>
              <a:ext cx="167" cy="115"/>
            </a:xfrm>
            <a:custGeom>
              <a:avLst/>
              <a:gdLst>
                <a:gd name="T0" fmla="*/ 2758 w 124"/>
                <a:gd name="T1" fmla="*/ 0 h 110"/>
                <a:gd name="T2" fmla="*/ 4409 w 124"/>
                <a:gd name="T3" fmla="*/ 184 h 110"/>
                <a:gd name="T4" fmla="*/ 4284 w 124"/>
                <a:gd name="T5" fmla="*/ 183 h 110"/>
                <a:gd name="T6" fmla="*/ 3806 w 124"/>
                <a:gd name="T7" fmla="*/ 179 h 110"/>
                <a:gd name="T8" fmla="*/ 3181 w 124"/>
                <a:gd name="T9" fmla="*/ 174 h 110"/>
                <a:gd name="T10" fmla="*/ 2431 w 124"/>
                <a:gd name="T11" fmla="*/ 169 h 110"/>
                <a:gd name="T12" fmla="*/ 1600 w 124"/>
                <a:gd name="T13" fmla="*/ 166 h 110"/>
                <a:gd name="T14" fmla="*/ 909 w 124"/>
                <a:gd name="T15" fmla="*/ 167 h 110"/>
                <a:gd name="T16" fmla="*/ 323 w 124"/>
                <a:gd name="T17" fmla="*/ 175 h 110"/>
                <a:gd name="T18" fmla="*/ 0 w 124"/>
                <a:gd name="T19" fmla="*/ 187 h 110"/>
                <a:gd name="T20" fmla="*/ 132 w 124"/>
                <a:gd name="T21" fmla="*/ 167 h 110"/>
                <a:gd name="T22" fmla="*/ 290 w 124"/>
                <a:gd name="T23" fmla="*/ 152 h 110"/>
                <a:gd name="T24" fmla="*/ 586 w 124"/>
                <a:gd name="T25" fmla="*/ 140 h 110"/>
                <a:gd name="T26" fmla="*/ 909 w 124"/>
                <a:gd name="T27" fmla="*/ 130 h 110"/>
                <a:gd name="T28" fmla="*/ 1288 w 124"/>
                <a:gd name="T29" fmla="*/ 122 h 110"/>
                <a:gd name="T30" fmla="*/ 1663 w 124"/>
                <a:gd name="T31" fmla="*/ 121 h 110"/>
                <a:gd name="T32" fmla="*/ 2086 w 124"/>
                <a:gd name="T33" fmla="*/ 121 h 110"/>
                <a:gd name="T34" fmla="*/ 2564 w 124"/>
                <a:gd name="T35" fmla="*/ 127 h 110"/>
                <a:gd name="T36" fmla="*/ 2598 w 124"/>
                <a:gd name="T37" fmla="*/ 121 h 110"/>
                <a:gd name="T38" fmla="*/ 2494 w 124"/>
                <a:gd name="T39" fmla="*/ 97 h 110"/>
                <a:gd name="T40" fmla="*/ 2380 w 124"/>
                <a:gd name="T41" fmla="*/ 65 h 110"/>
                <a:gd name="T42" fmla="*/ 2337 w 124"/>
                <a:gd name="T43" fmla="*/ 51 h 110"/>
                <a:gd name="T44" fmla="*/ 2240 w 124"/>
                <a:gd name="T45" fmla="*/ 51 h 110"/>
                <a:gd name="T46" fmla="*/ 2155 w 124"/>
                <a:gd name="T47" fmla="*/ 49 h 110"/>
                <a:gd name="T48" fmla="*/ 2086 w 124"/>
                <a:gd name="T49" fmla="*/ 43 h 110"/>
                <a:gd name="T50" fmla="*/ 2048 w 124"/>
                <a:gd name="T51" fmla="*/ 37 h 110"/>
                <a:gd name="T52" fmla="*/ 2048 w 124"/>
                <a:gd name="T53" fmla="*/ 31 h 110"/>
                <a:gd name="T54" fmla="*/ 2086 w 124"/>
                <a:gd name="T55" fmla="*/ 26 h 110"/>
                <a:gd name="T56" fmla="*/ 2362 w 124"/>
                <a:gd name="T57" fmla="*/ 8 h 110"/>
                <a:gd name="T58" fmla="*/ 2758 w 124"/>
                <a:gd name="T59" fmla="*/ 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24"/>
                <a:gd name="T91" fmla="*/ 0 h 110"/>
                <a:gd name="T92" fmla="*/ 124 w 124"/>
                <a:gd name="T93" fmla="*/ 110 h 11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24" h="110">
                  <a:moveTo>
                    <a:pt x="77" y="0"/>
                  </a:moveTo>
                  <a:lnTo>
                    <a:pt x="124" y="108"/>
                  </a:lnTo>
                  <a:lnTo>
                    <a:pt x="120" y="107"/>
                  </a:lnTo>
                  <a:lnTo>
                    <a:pt x="107" y="105"/>
                  </a:lnTo>
                  <a:lnTo>
                    <a:pt x="89" y="101"/>
                  </a:lnTo>
                  <a:lnTo>
                    <a:pt x="68" y="99"/>
                  </a:lnTo>
                  <a:lnTo>
                    <a:pt x="45" y="97"/>
                  </a:lnTo>
                  <a:lnTo>
                    <a:pt x="25" y="98"/>
                  </a:lnTo>
                  <a:lnTo>
                    <a:pt x="9" y="102"/>
                  </a:lnTo>
                  <a:lnTo>
                    <a:pt x="0" y="110"/>
                  </a:lnTo>
                  <a:lnTo>
                    <a:pt x="4" y="98"/>
                  </a:lnTo>
                  <a:lnTo>
                    <a:pt x="8" y="89"/>
                  </a:lnTo>
                  <a:lnTo>
                    <a:pt x="16" y="82"/>
                  </a:lnTo>
                  <a:lnTo>
                    <a:pt x="25" y="76"/>
                  </a:lnTo>
                  <a:lnTo>
                    <a:pt x="36" y="72"/>
                  </a:lnTo>
                  <a:lnTo>
                    <a:pt x="47" y="71"/>
                  </a:lnTo>
                  <a:lnTo>
                    <a:pt x="59" y="71"/>
                  </a:lnTo>
                  <a:lnTo>
                    <a:pt x="72" y="74"/>
                  </a:lnTo>
                  <a:lnTo>
                    <a:pt x="73" y="71"/>
                  </a:lnTo>
                  <a:lnTo>
                    <a:pt x="70" y="56"/>
                  </a:lnTo>
                  <a:lnTo>
                    <a:pt x="67" y="38"/>
                  </a:lnTo>
                  <a:lnTo>
                    <a:pt x="65" y="30"/>
                  </a:lnTo>
                  <a:lnTo>
                    <a:pt x="63" y="30"/>
                  </a:lnTo>
                  <a:lnTo>
                    <a:pt x="61" y="29"/>
                  </a:lnTo>
                  <a:lnTo>
                    <a:pt x="59" y="26"/>
                  </a:lnTo>
                  <a:lnTo>
                    <a:pt x="57" y="23"/>
                  </a:lnTo>
                  <a:lnTo>
                    <a:pt x="57" y="19"/>
                  </a:lnTo>
                  <a:lnTo>
                    <a:pt x="59" y="14"/>
                  </a:lnTo>
                  <a:lnTo>
                    <a:pt x="66" y="8"/>
                  </a:lnTo>
                  <a:lnTo>
                    <a:pt x="77" y="0"/>
                  </a:lnTo>
                  <a:close/>
                </a:path>
              </a:pathLst>
            </a:custGeom>
            <a:solidFill>
              <a:schemeClr val="accent1"/>
            </a:solidFill>
            <a:ln w="9525">
              <a:noFill/>
              <a:miter lim="800000"/>
              <a:headEnd/>
              <a:tailEnd/>
            </a:ln>
          </p:spPr>
          <p:txBody>
            <a:bodyPr/>
            <a:lstStyle/>
            <a:p>
              <a:endParaRPr lang="zh-CN" altLang="en-US"/>
            </a:p>
          </p:txBody>
        </p:sp>
        <p:sp>
          <p:nvSpPr>
            <p:cNvPr id="1048" name="Freeform 40"/>
            <p:cNvSpPr>
              <a:spLocks noChangeArrowheads="1"/>
            </p:cNvSpPr>
            <p:nvPr/>
          </p:nvSpPr>
          <p:spPr bwMode="auto">
            <a:xfrm rot="1584153">
              <a:off x="579" y="286"/>
              <a:ext cx="147" cy="160"/>
            </a:xfrm>
            <a:custGeom>
              <a:avLst/>
              <a:gdLst>
                <a:gd name="T0" fmla="*/ 0 w 109"/>
                <a:gd name="T1" fmla="*/ 0 h 156"/>
                <a:gd name="T2" fmla="*/ 178 w 109"/>
                <a:gd name="T3" fmla="*/ 1 h 156"/>
                <a:gd name="T4" fmla="*/ 635 w 109"/>
                <a:gd name="T5" fmla="*/ 5 h 156"/>
                <a:gd name="T6" fmla="*/ 1327 w 109"/>
                <a:gd name="T7" fmla="*/ 12 h 156"/>
                <a:gd name="T8" fmla="*/ 2098 w 109"/>
                <a:gd name="T9" fmla="*/ 36 h 156"/>
                <a:gd name="T10" fmla="*/ 2829 w 109"/>
                <a:gd name="T11" fmla="*/ 56 h 156"/>
                <a:gd name="T12" fmla="*/ 3470 w 109"/>
                <a:gd name="T13" fmla="*/ 95 h 156"/>
                <a:gd name="T14" fmla="*/ 3862 w 109"/>
                <a:gd name="T15" fmla="*/ 146 h 156"/>
                <a:gd name="T16" fmla="*/ 3939 w 109"/>
                <a:gd name="T17" fmla="*/ 211 h 156"/>
                <a:gd name="T18" fmla="*/ 3815 w 109"/>
                <a:gd name="T19" fmla="*/ 211 h 156"/>
                <a:gd name="T20" fmla="*/ 3605 w 109"/>
                <a:gd name="T21" fmla="*/ 211 h 156"/>
                <a:gd name="T22" fmla="*/ 3361 w 109"/>
                <a:gd name="T23" fmla="*/ 211 h 156"/>
                <a:gd name="T24" fmla="*/ 3140 w 109"/>
                <a:gd name="T25" fmla="*/ 208 h 156"/>
                <a:gd name="T26" fmla="*/ 2921 w 109"/>
                <a:gd name="T27" fmla="*/ 207 h 156"/>
                <a:gd name="T28" fmla="*/ 2676 w 109"/>
                <a:gd name="T29" fmla="*/ 203 h 156"/>
                <a:gd name="T30" fmla="*/ 2383 w 109"/>
                <a:gd name="T31" fmla="*/ 197 h 156"/>
                <a:gd name="T32" fmla="*/ 2098 w 109"/>
                <a:gd name="T33" fmla="*/ 189 h 156"/>
                <a:gd name="T34" fmla="*/ 1908 w 109"/>
                <a:gd name="T35" fmla="*/ 170 h 156"/>
                <a:gd name="T36" fmla="*/ 1908 w 109"/>
                <a:gd name="T37" fmla="*/ 150 h 156"/>
                <a:gd name="T38" fmla="*/ 2039 w 109"/>
                <a:gd name="T39" fmla="*/ 131 h 156"/>
                <a:gd name="T40" fmla="*/ 2160 w 109"/>
                <a:gd name="T41" fmla="*/ 107 h 156"/>
                <a:gd name="T42" fmla="*/ 2039 w 109"/>
                <a:gd name="T43" fmla="*/ 86 h 156"/>
                <a:gd name="T44" fmla="*/ 1749 w 109"/>
                <a:gd name="T45" fmla="*/ 55 h 156"/>
                <a:gd name="T46" fmla="*/ 1138 w 109"/>
                <a:gd name="T47" fmla="*/ 35 h 156"/>
                <a:gd name="T48" fmla="*/ 0 w 109"/>
                <a:gd name="T49" fmla="*/ 0 h 1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9"/>
                <a:gd name="T76" fmla="*/ 0 h 156"/>
                <a:gd name="T77" fmla="*/ 109 w 109"/>
                <a:gd name="T78" fmla="*/ 156 h 15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9" h="156">
                  <a:moveTo>
                    <a:pt x="0" y="0"/>
                  </a:moveTo>
                  <a:lnTo>
                    <a:pt x="5" y="1"/>
                  </a:lnTo>
                  <a:lnTo>
                    <a:pt x="18" y="5"/>
                  </a:lnTo>
                  <a:lnTo>
                    <a:pt x="37" y="12"/>
                  </a:lnTo>
                  <a:lnTo>
                    <a:pt x="58" y="24"/>
                  </a:lnTo>
                  <a:lnTo>
                    <a:pt x="78" y="44"/>
                  </a:lnTo>
                  <a:lnTo>
                    <a:pt x="96" y="71"/>
                  </a:lnTo>
                  <a:lnTo>
                    <a:pt x="107" y="108"/>
                  </a:lnTo>
                  <a:lnTo>
                    <a:pt x="109" y="156"/>
                  </a:lnTo>
                  <a:lnTo>
                    <a:pt x="105" y="156"/>
                  </a:lnTo>
                  <a:lnTo>
                    <a:pt x="99" y="156"/>
                  </a:lnTo>
                  <a:lnTo>
                    <a:pt x="93" y="156"/>
                  </a:lnTo>
                  <a:lnTo>
                    <a:pt x="87" y="154"/>
                  </a:lnTo>
                  <a:lnTo>
                    <a:pt x="81" y="153"/>
                  </a:lnTo>
                  <a:lnTo>
                    <a:pt x="74" y="150"/>
                  </a:lnTo>
                  <a:lnTo>
                    <a:pt x="66" y="145"/>
                  </a:lnTo>
                  <a:lnTo>
                    <a:pt x="58" y="139"/>
                  </a:lnTo>
                  <a:lnTo>
                    <a:pt x="53" y="126"/>
                  </a:lnTo>
                  <a:lnTo>
                    <a:pt x="53" y="111"/>
                  </a:lnTo>
                  <a:lnTo>
                    <a:pt x="56" y="96"/>
                  </a:lnTo>
                  <a:lnTo>
                    <a:pt x="59" y="80"/>
                  </a:lnTo>
                  <a:lnTo>
                    <a:pt x="56" y="62"/>
                  </a:lnTo>
                  <a:lnTo>
                    <a:pt x="48" y="43"/>
                  </a:lnTo>
                  <a:lnTo>
                    <a:pt x="31" y="23"/>
                  </a:lnTo>
                  <a:lnTo>
                    <a:pt x="0" y="0"/>
                  </a:lnTo>
                  <a:close/>
                </a:path>
              </a:pathLst>
            </a:custGeom>
            <a:solidFill>
              <a:schemeClr val="accent1"/>
            </a:solidFill>
            <a:ln w="9525">
              <a:noFill/>
              <a:miter lim="800000"/>
              <a:headEnd/>
              <a:tailEnd/>
            </a:ln>
          </p:spPr>
          <p:txBody>
            <a:bodyPr/>
            <a:lstStyle/>
            <a:p>
              <a:endParaRPr lang="zh-CN" altLang="en-US"/>
            </a:p>
          </p:txBody>
        </p:sp>
        <p:sp>
          <p:nvSpPr>
            <p:cNvPr id="1049" name="Freeform 41"/>
            <p:cNvSpPr>
              <a:spLocks noChangeArrowheads="1"/>
            </p:cNvSpPr>
            <p:nvPr/>
          </p:nvSpPr>
          <p:spPr bwMode="auto">
            <a:xfrm rot="1584153">
              <a:off x="241" y="721"/>
              <a:ext cx="62" cy="97"/>
            </a:xfrm>
            <a:custGeom>
              <a:avLst/>
              <a:gdLst>
                <a:gd name="T0" fmla="*/ 1135 w 46"/>
                <a:gd name="T1" fmla="*/ 0 h 94"/>
                <a:gd name="T2" fmla="*/ 720 w 46"/>
                <a:gd name="T3" fmla="*/ 53 h 94"/>
                <a:gd name="T4" fmla="*/ 534 w 46"/>
                <a:gd name="T5" fmla="*/ 89 h 94"/>
                <a:gd name="T6" fmla="*/ 396 w 46"/>
                <a:gd name="T7" fmla="*/ 116 h 94"/>
                <a:gd name="T8" fmla="*/ 0 w 46"/>
                <a:gd name="T9" fmla="*/ 136 h 94"/>
                <a:gd name="T10" fmla="*/ 435 w 46"/>
                <a:gd name="T11" fmla="*/ 128 h 94"/>
                <a:gd name="T12" fmla="*/ 842 w 46"/>
                <a:gd name="T13" fmla="*/ 118 h 94"/>
                <a:gd name="T14" fmla="*/ 1140 w 46"/>
                <a:gd name="T15" fmla="*/ 100 h 94"/>
                <a:gd name="T16" fmla="*/ 1435 w 46"/>
                <a:gd name="T17" fmla="*/ 82 h 94"/>
                <a:gd name="T18" fmla="*/ 1634 w 46"/>
                <a:gd name="T19" fmla="*/ 65 h 94"/>
                <a:gd name="T20" fmla="*/ 1654 w 46"/>
                <a:gd name="T21" fmla="*/ 42 h 94"/>
                <a:gd name="T22" fmla="*/ 1530 w 46"/>
                <a:gd name="T23" fmla="*/ 15 h 94"/>
                <a:gd name="T24" fmla="*/ 1135 w 46"/>
                <a:gd name="T25" fmla="*/ 0 h 9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6"/>
                <a:gd name="T40" fmla="*/ 0 h 94"/>
                <a:gd name="T41" fmla="*/ 46 w 46"/>
                <a:gd name="T42" fmla="*/ 94 h 9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6" h="94">
                  <a:moveTo>
                    <a:pt x="31" y="0"/>
                  </a:moveTo>
                  <a:lnTo>
                    <a:pt x="20" y="38"/>
                  </a:lnTo>
                  <a:lnTo>
                    <a:pt x="15" y="62"/>
                  </a:lnTo>
                  <a:lnTo>
                    <a:pt x="11" y="79"/>
                  </a:lnTo>
                  <a:lnTo>
                    <a:pt x="0" y="94"/>
                  </a:lnTo>
                  <a:lnTo>
                    <a:pt x="12" y="88"/>
                  </a:lnTo>
                  <a:lnTo>
                    <a:pt x="23" y="80"/>
                  </a:lnTo>
                  <a:lnTo>
                    <a:pt x="32" y="69"/>
                  </a:lnTo>
                  <a:lnTo>
                    <a:pt x="40" y="57"/>
                  </a:lnTo>
                  <a:lnTo>
                    <a:pt x="45" y="44"/>
                  </a:lnTo>
                  <a:lnTo>
                    <a:pt x="46" y="30"/>
                  </a:lnTo>
                  <a:lnTo>
                    <a:pt x="42" y="15"/>
                  </a:lnTo>
                  <a:lnTo>
                    <a:pt x="31" y="0"/>
                  </a:lnTo>
                  <a:close/>
                </a:path>
              </a:pathLst>
            </a:custGeom>
            <a:solidFill>
              <a:schemeClr val="accent1"/>
            </a:solidFill>
            <a:ln w="9525">
              <a:noFill/>
              <a:miter lim="800000"/>
              <a:headEnd/>
              <a:tailEnd/>
            </a:ln>
          </p:spPr>
          <p:txBody>
            <a:bodyPr/>
            <a:lstStyle/>
            <a:p>
              <a:endParaRPr lang="zh-CN" altLang="en-US"/>
            </a:p>
          </p:txBody>
        </p:sp>
        <p:sp>
          <p:nvSpPr>
            <p:cNvPr id="1050" name="Freeform 42"/>
            <p:cNvSpPr>
              <a:spLocks noChangeArrowheads="1"/>
            </p:cNvSpPr>
            <p:nvPr/>
          </p:nvSpPr>
          <p:spPr bwMode="auto">
            <a:xfrm rot="1584153">
              <a:off x="590" y="466"/>
              <a:ext cx="72" cy="41"/>
            </a:xfrm>
            <a:custGeom>
              <a:avLst/>
              <a:gdLst>
                <a:gd name="T0" fmla="*/ 0 w 54"/>
                <a:gd name="T1" fmla="*/ 0 h 40"/>
                <a:gd name="T2" fmla="*/ 1 w 54"/>
                <a:gd name="T3" fmla="*/ 1 h 40"/>
                <a:gd name="T4" fmla="*/ 201 w 54"/>
                <a:gd name="T5" fmla="*/ 3 h 40"/>
                <a:gd name="T6" fmla="*/ 407 w 54"/>
                <a:gd name="T7" fmla="*/ 8 h 40"/>
                <a:gd name="T8" fmla="*/ 655 w 54"/>
                <a:gd name="T9" fmla="*/ 12 h 40"/>
                <a:gd name="T10" fmla="*/ 923 w 54"/>
                <a:gd name="T11" fmla="*/ 15 h 40"/>
                <a:gd name="T12" fmla="*/ 1211 w 54"/>
                <a:gd name="T13" fmla="*/ 17 h 40"/>
                <a:gd name="T14" fmla="*/ 1439 w 54"/>
                <a:gd name="T15" fmla="*/ 18 h 40"/>
                <a:gd name="T16" fmla="*/ 1707 w 54"/>
                <a:gd name="T17" fmla="*/ 16 h 40"/>
                <a:gd name="T18" fmla="*/ 1685 w 54"/>
                <a:gd name="T19" fmla="*/ 37 h 40"/>
                <a:gd name="T20" fmla="*/ 1591 w 54"/>
                <a:gd name="T21" fmla="*/ 45 h 40"/>
                <a:gd name="T22" fmla="*/ 1401 w 54"/>
                <a:gd name="T23" fmla="*/ 50 h 40"/>
                <a:gd name="T24" fmla="*/ 1164 w 54"/>
                <a:gd name="T25" fmla="*/ 52 h 40"/>
                <a:gd name="T26" fmla="*/ 873 w 54"/>
                <a:gd name="T27" fmla="*/ 51 h 40"/>
                <a:gd name="T28" fmla="*/ 591 w 54"/>
                <a:gd name="T29" fmla="*/ 44 h 40"/>
                <a:gd name="T30" fmla="*/ 305 w 54"/>
                <a:gd name="T31" fmla="*/ 32 h 40"/>
                <a:gd name="T32" fmla="*/ 0 w 54"/>
                <a:gd name="T33" fmla="*/ 0 h 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4"/>
                <a:gd name="T52" fmla="*/ 0 h 40"/>
                <a:gd name="T53" fmla="*/ 54 w 54"/>
                <a:gd name="T54" fmla="*/ 40 h 4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4" h="40">
                  <a:moveTo>
                    <a:pt x="0" y="0"/>
                  </a:moveTo>
                  <a:lnTo>
                    <a:pt x="1" y="1"/>
                  </a:lnTo>
                  <a:lnTo>
                    <a:pt x="6" y="3"/>
                  </a:lnTo>
                  <a:lnTo>
                    <a:pt x="13" y="8"/>
                  </a:lnTo>
                  <a:lnTo>
                    <a:pt x="21" y="12"/>
                  </a:lnTo>
                  <a:lnTo>
                    <a:pt x="29" y="15"/>
                  </a:lnTo>
                  <a:lnTo>
                    <a:pt x="38" y="17"/>
                  </a:lnTo>
                  <a:lnTo>
                    <a:pt x="46" y="18"/>
                  </a:lnTo>
                  <a:lnTo>
                    <a:pt x="54" y="16"/>
                  </a:lnTo>
                  <a:lnTo>
                    <a:pt x="53" y="25"/>
                  </a:lnTo>
                  <a:lnTo>
                    <a:pt x="50" y="33"/>
                  </a:lnTo>
                  <a:lnTo>
                    <a:pt x="44" y="38"/>
                  </a:lnTo>
                  <a:lnTo>
                    <a:pt x="37" y="40"/>
                  </a:lnTo>
                  <a:lnTo>
                    <a:pt x="28" y="39"/>
                  </a:lnTo>
                  <a:lnTo>
                    <a:pt x="19" y="32"/>
                  </a:lnTo>
                  <a:lnTo>
                    <a:pt x="10" y="20"/>
                  </a:lnTo>
                  <a:lnTo>
                    <a:pt x="0" y="0"/>
                  </a:lnTo>
                  <a:close/>
                </a:path>
              </a:pathLst>
            </a:custGeom>
            <a:solidFill>
              <a:schemeClr val="accent1"/>
            </a:solidFill>
            <a:ln w="9525">
              <a:noFill/>
              <a:miter lim="800000"/>
              <a:headEnd/>
              <a:tailEnd/>
            </a:ln>
          </p:spPr>
          <p:txBody>
            <a:bodyPr/>
            <a:lstStyle/>
            <a:p>
              <a:endParaRPr lang="zh-CN" altLang="en-US"/>
            </a:p>
          </p:txBody>
        </p:sp>
        <p:sp>
          <p:nvSpPr>
            <p:cNvPr id="1051" name="Freeform 43"/>
            <p:cNvSpPr>
              <a:spLocks noChangeArrowheads="1"/>
            </p:cNvSpPr>
            <p:nvPr/>
          </p:nvSpPr>
          <p:spPr bwMode="auto">
            <a:xfrm>
              <a:off x="5" y="886"/>
              <a:ext cx="360" cy="650"/>
            </a:xfrm>
            <a:custGeom>
              <a:avLst/>
              <a:gdLst>
                <a:gd name="T0" fmla="*/ 264 w 360"/>
                <a:gd name="T1" fmla="*/ 0 h 650"/>
                <a:gd name="T2" fmla="*/ 269 w 360"/>
                <a:gd name="T3" fmla="*/ 9 h 650"/>
                <a:gd name="T4" fmla="*/ 277 w 360"/>
                <a:gd name="T5" fmla="*/ 22 h 650"/>
                <a:gd name="T6" fmla="*/ 286 w 360"/>
                <a:gd name="T7" fmla="*/ 39 h 650"/>
                <a:gd name="T8" fmla="*/ 297 w 360"/>
                <a:gd name="T9" fmla="*/ 58 h 650"/>
                <a:gd name="T10" fmla="*/ 309 w 360"/>
                <a:gd name="T11" fmla="*/ 83 h 650"/>
                <a:gd name="T12" fmla="*/ 319 w 360"/>
                <a:gd name="T13" fmla="*/ 108 h 650"/>
                <a:gd name="T14" fmla="*/ 329 w 360"/>
                <a:gd name="T15" fmla="*/ 136 h 650"/>
                <a:gd name="T16" fmla="*/ 333 w 360"/>
                <a:gd name="T17" fmla="*/ 163 h 650"/>
                <a:gd name="T18" fmla="*/ 336 w 360"/>
                <a:gd name="T19" fmla="*/ 193 h 650"/>
                <a:gd name="T20" fmla="*/ 332 w 360"/>
                <a:gd name="T21" fmla="*/ 223 h 650"/>
                <a:gd name="T22" fmla="*/ 323 w 360"/>
                <a:gd name="T23" fmla="*/ 255 h 650"/>
                <a:gd name="T24" fmla="*/ 310 w 360"/>
                <a:gd name="T25" fmla="*/ 285 h 650"/>
                <a:gd name="T26" fmla="*/ 287 w 360"/>
                <a:gd name="T27" fmla="*/ 315 h 650"/>
                <a:gd name="T28" fmla="*/ 257 w 360"/>
                <a:gd name="T29" fmla="*/ 343 h 650"/>
                <a:gd name="T30" fmla="*/ 218 w 360"/>
                <a:gd name="T31" fmla="*/ 370 h 650"/>
                <a:gd name="T32" fmla="*/ 167 w 360"/>
                <a:gd name="T33" fmla="*/ 396 h 650"/>
                <a:gd name="T34" fmla="*/ 111 w 360"/>
                <a:gd name="T35" fmla="*/ 425 h 650"/>
                <a:gd name="T36" fmla="*/ 69 w 360"/>
                <a:gd name="T37" fmla="*/ 457 h 650"/>
                <a:gd name="T38" fmla="*/ 35 w 360"/>
                <a:gd name="T39" fmla="*/ 490 h 650"/>
                <a:gd name="T40" fmla="*/ 12 w 360"/>
                <a:gd name="T41" fmla="*/ 526 h 650"/>
                <a:gd name="T42" fmla="*/ 0 w 360"/>
                <a:gd name="T43" fmla="*/ 553 h 650"/>
                <a:gd name="T44" fmla="*/ 0 w 360"/>
                <a:gd name="T45" fmla="*/ 650 h 650"/>
                <a:gd name="T46" fmla="*/ 6 w 360"/>
                <a:gd name="T47" fmla="*/ 628 h 650"/>
                <a:gd name="T48" fmla="*/ 19 w 360"/>
                <a:gd name="T49" fmla="*/ 594 h 650"/>
                <a:gd name="T50" fmla="*/ 43 w 360"/>
                <a:gd name="T51" fmla="*/ 551 h 650"/>
                <a:gd name="T52" fmla="*/ 76 w 360"/>
                <a:gd name="T53" fmla="*/ 503 h 650"/>
                <a:gd name="T54" fmla="*/ 125 w 360"/>
                <a:gd name="T55" fmla="*/ 454 h 650"/>
                <a:gd name="T56" fmla="*/ 190 w 360"/>
                <a:gd name="T57" fmla="*/ 408 h 650"/>
                <a:gd name="T58" fmla="*/ 275 w 360"/>
                <a:gd name="T59" fmla="*/ 365 h 650"/>
                <a:gd name="T60" fmla="*/ 308 w 360"/>
                <a:gd name="T61" fmla="*/ 342 h 650"/>
                <a:gd name="T62" fmla="*/ 335 w 360"/>
                <a:gd name="T63" fmla="*/ 305 h 650"/>
                <a:gd name="T64" fmla="*/ 352 w 360"/>
                <a:gd name="T65" fmla="*/ 255 h 650"/>
                <a:gd name="T66" fmla="*/ 360 w 360"/>
                <a:gd name="T67" fmla="*/ 201 h 650"/>
                <a:gd name="T68" fmla="*/ 356 w 360"/>
                <a:gd name="T69" fmla="*/ 144 h 650"/>
                <a:gd name="T70" fmla="*/ 341 w 360"/>
                <a:gd name="T71" fmla="*/ 88 h 650"/>
                <a:gd name="T72" fmla="*/ 311 w 360"/>
                <a:gd name="T73" fmla="*/ 39 h 650"/>
                <a:gd name="T74" fmla="*/ 264 w 360"/>
                <a:gd name="T75" fmla="*/ 0 h 65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60"/>
                <a:gd name="T115" fmla="*/ 0 h 650"/>
                <a:gd name="T116" fmla="*/ 360 w 360"/>
                <a:gd name="T117" fmla="*/ 650 h 65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60" h="650">
                  <a:moveTo>
                    <a:pt x="264" y="0"/>
                  </a:moveTo>
                  <a:lnTo>
                    <a:pt x="269" y="9"/>
                  </a:lnTo>
                  <a:lnTo>
                    <a:pt x="277" y="22"/>
                  </a:lnTo>
                  <a:lnTo>
                    <a:pt x="286" y="39"/>
                  </a:lnTo>
                  <a:lnTo>
                    <a:pt x="297" y="58"/>
                  </a:lnTo>
                  <a:lnTo>
                    <a:pt x="309" y="83"/>
                  </a:lnTo>
                  <a:lnTo>
                    <a:pt x="319" y="108"/>
                  </a:lnTo>
                  <a:lnTo>
                    <a:pt x="329" y="136"/>
                  </a:lnTo>
                  <a:lnTo>
                    <a:pt x="333" y="163"/>
                  </a:lnTo>
                  <a:lnTo>
                    <a:pt x="336" y="193"/>
                  </a:lnTo>
                  <a:lnTo>
                    <a:pt x="332" y="223"/>
                  </a:lnTo>
                  <a:lnTo>
                    <a:pt x="323" y="255"/>
                  </a:lnTo>
                  <a:lnTo>
                    <a:pt x="310" y="285"/>
                  </a:lnTo>
                  <a:lnTo>
                    <a:pt x="287" y="315"/>
                  </a:lnTo>
                  <a:lnTo>
                    <a:pt x="257" y="343"/>
                  </a:lnTo>
                  <a:lnTo>
                    <a:pt x="218" y="370"/>
                  </a:lnTo>
                  <a:lnTo>
                    <a:pt x="167" y="396"/>
                  </a:lnTo>
                  <a:lnTo>
                    <a:pt x="111" y="425"/>
                  </a:lnTo>
                  <a:lnTo>
                    <a:pt x="69" y="457"/>
                  </a:lnTo>
                  <a:lnTo>
                    <a:pt x="35" y="490"/>
                  </a:lnTo>
                  <a:lnTo>
                    <a:pt x="12" y="526"/>
                  </a:lnTo>
                  <a:lnTo>
                    <a:pt x="0" y="553"/>
                  </a:lnTo>
                  <a:lnTo>
                    <a:pt x="0" y="650"/>
                  </a:lnTo>
                  <a:lnTo>
                    <a:pt x="6" y="628"/>
                  </a:lnTo>
                  <a:lnTo>
                    <a:pt x="19" y="594"/>
                  </a:lnTo>
                  <a:lnTo>
                    <a:pt x="43" y="551"/>
                  </a:lnTo>
                  <a:lnTo>
                    <a:pt x="76" y="503"/>
                  </a:lnTo>
                  <a:lnTo>
                    <a:pt x="125" y="454"/>
                  </a:lnTo>
                  <a:lnTo>
                    <a:pt x="190" y="408"/>
                  </a:lnTo>
                  <a:lnTo>
                    <a:pt x="275" y="365"/>
                  </a:lnTo>
                  <a:lnTo>
                    <a:pt x="308" y="342"/>
                  </a:lnTo>
                  <a:lnTo>
                    <a:pt x="335" y="305"/>
                  </a:lnTo>
                  <a:lnTo>
                    <a:pt x="352" y="255"/>
                  </a:lnTo>
                  <a:lnTo>
                    <a:pt x="360" y="201"/>
                  </a:lnTo>
                  <a:lnTo>
                    <a:pt x="356" y="144"/>
                  </a:lnTo>
                  <a:lnTo>
                    <a:pt x="341" y="88"/>
                  </a:lnTo>
                  <a:lnTo>
                    <a:pt x="311" y="39"/>
                  </a:lnTo>
                  <a:lnTo>
                    <a:pt x="264" y="0"/>
                  </a:lnTo>
                  <a:close/>
                </a:path>
              </a:pathLst>
            </a:custGeom>
            <a:solidFill>
              <a:schemeClr val="accent1"/>
            </a:solidFill>
            <a:ln w="9525">
              <a:noFill/>
              <a:miter lim="800000"/>
              <a:headEnd/>
              <a:tailEnd/>
            </a:ln>
          </p:spPr>
          <p:txBody>
            <a:bodyPr/>
            <a:lstStyle/>
            <a:p>
              <a:endParaRPr lang="zh-CN" altLang="en-US"/>
            </a:p>
          </p:txBody>
        </p:sp>
        <p:sp>
          <p:nvSpPr>
            <p:cNvPr id="1052" name="Freeform 44"/>
            <p:cNvSpPr>
              <a:spLocks noChangeArrowheads="1"/>
            </p:cNvSpPr>
            <p:nvPr/>
          </p:nvSpPr>
          <p:spPr bwMode="auto">
            <a:xfrm rot="1584153">
              <a:off x="61" y="84"/>
              <a:ext cx="804" cy="686"/>
            </a:xfrm>
            <a:custGeom>
              <a:avLst/>
              <a:gdLst>
                <a:gd name="T0" fmla="*/ 590 w 596"/>
                <a:gd name="T1" fmla="*/ 526 h 666"/>
                <a:gd name="T2" fmla="*/ 219 w 596"/>
                <a:gd name="T3" fmla="*/ 487 h 666"/>
                <a:gd name="T4" fmla="*/ 0 w 596"/>
                <a:gd name="T5" fmla="*/ 412 h 666"/>
                <a:gd name="T6" fmla="*/ 132 w 596"/>
                <a:gd name="T7" fmla="*/ 317 h 666"/>
                <a:gd name="T8" fmla="*/ 919 w 596"/>
                <a:gd name="T9" fmla="*/ 216 h 666"/>
                <a:gd name="T10" fmla="*/ 2498 w 596"/>
                <a:gd name="T11" fmla="*/ 121 h 666"/>
                <a:gd name="T12" fmla="*/ 5163 w 596"/>
                <a:gd name="T13" fmla="*/ 43 h 666"/>
                <a:gd name="T14" fmla="*/ 8960 w 596"/>
                <a:gd name="T15" fmla="*/ 2 h 666"/>
                <a:gd name="T16" fmla="*/ 13816 w 596"/>
                <a:gd name="T17" fmla="*/ 9 h 666"/>
                <a:gd name="T18" fmla="*/ 17577 w 596"/>
                <a:gd name="T19" fmla="*/ 96 h 666"/>
                <a:gd name="T20" fmla="*/ 20119 w 596"/>
                <a:gd name="T21" fmla="*/ 235 h 666"/>
                <a:gd name="T22" fmla="*/ 21453 w 596"/>
                <a:gd name="T23" fmla="*/ 407 h 666"/>
                <a:gd name="T24" fmla="*/ 21618 w 596"/>
                <a:gd name="T25" fmla="*/ 584 h 666"/>
                <a:gd name="T26" fmla="*/ 20572 w 596"/>
                <a:gd name="T27" fmla="*/ 749 h 666"/>
                <a:gd name="T28" fmla="*/ 18408 w 596"/>
                <a:gd name="T29" fmla="*/ 877 h 666"/>
                <a:gd name="T30" fmla="*/ 15144 w 596"/>
                <a:gd name="T31" fmla="*/ 947 h 666"/>
                <a:gd name="T32" fmla="*/ 14131 w 596"/>
                <a:gd name="T33" fmla="*/ 940 h 666"/>
                <a:gd name="T34" fmla="*/ 16025 w 596"/>
                <a:gd name="T35" fmla="*/ 882 h 666"/>
                <a:gd name="T36" fmla="*/ 17499 w 596"/>
                <a:gd name="T37" fmla="*/ 775 h 666"/>
                <a:gd name="T38" fmla="*/ 18512 w 596"/>
                <a:gd name="T39" fmla="*/ 647 h 666"/>
                <a:gd name="T40" fmla="*/ 18872 w 596"/>
                <a:gd name="T41" fmla="*/ 507 h 666"/>
                <a:gd name="T42" fmla="*/ 18655 w 596"/>
                <a:gd name="T43" fmla="*/ 368 h 666"/>
                <a:gd name="T44" fmla="*/ 17600 w 596"/>
                <a:gd name="T45" fmla="*/ 248 h 666"/>
                <a:gd name="T46" fmla="*/ 15723 w 596"/>
                <a:gd name="T47" fmla="*/ 160 h 666"/>
                <a:gd name="T48" fmla="*/ 12393 w 596"/>
                <a:gd name="T49" fmla="*/ 106 h 666"/>
                <a:gd name="T50" fmla="*/ 8938 w 596"/>
                <a:gd name="T51" fmla="*/ 85 h 666"/>
                <a:gd name="T52" fmla="*/ 6325 w 596"/>
                <a:gd name="T53" fmla="*/ 100 h 666"/>
                <a:gd name="T54" fmla="*/ 4402 w 596"/>
                <a:gd name="T55" fmla="*/ 143 h 666"/>
                <a:gd name="T56" fmla="*/ 3045 w 596"/>
                <a:gd name="T57" fmla="*/ 212 h 666"/>
                <a:gd name="T58" fmla="*/ 2073 w 596"/>
                <a:gd name="T59" fmla="*/ 294 h 666"/>
                <a:gd name="T60" fmla="*/ 1449 w 596"/>
                <a:gd name="T61" fmla="*/ 387 h 666"/>
                <a:gd name="T62" fmla="*/ 1018 w 596"/>
                <a:gd name="T63" fmla="*/ 482 h 66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96"/>
                <a:gd name="T97" fmla="*/ 0 h 666"/>
                <a:gd name="T98" fmla="*/ 596 w 596"/>
                <a:gd name="T99" fmla="*/ 666 h 66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96" h="666">
                  <a:moveTo>
                    <a:pt x="22" y="372"/>
                  </a:moveTo>
                  <a:lnTo>
                    <a:pt x="16" y="370"/>
                  </a:lnTo>
                  <a:lnTo>
                    <a:pt x="10" y="360"/>
                  </a:lnTo>
                  <a:lnTo>
                    <a:pt x="6" y="341"/>
                  </a:lnTo>
                  <a:lnTo>
                    <a:pt x="1" y="318"/>
                  </a:lnTo>
                  <a:lnTo>
                    <a:pt x="0" y="289"/>
                  </a:lnTo>
                  <a:lnTo>
                    <a:pt x="0" y="257"/>
                  </a:lnTo>
                  <a:lnTo>
                    <a:pt x="4" y="222"/>
                  </a:lnTo>
                  <a:lnTo>
                    <a:pt x="13" y="187"/>
                  </a:lnTo>
                  <a:lnTo>
                    <a:pt x="25" y="151"/>
                  </a:lnTo>
                  <a:lnTo>
                    <a:pt x="45" y="116"/>
                  </a:lnTo>
                  <a:lnTo>
                    <a:pt x="69" y="84"/>
                  </a:lnTo>
                  <a:lnTo>
                    <a:pt x="101" y="55"/>
                  </a:lnTo>
                  <a:lnTo>
                    <a:pt x="142" y="31"/>
                  </a:lnTo>
                  <a:lnTo>
                    <a:pt x="190" y="13"/>
                  </a:lnTo>
                  <a:lnTo>
                    <a:pt x="247" y="2"/>
                  </a:lnTo>
                  <a:lnTo>
                    <a:pt x="314" y="0"/>
                  </a:lnTo>
                  <a:lnTo>
                    <a:pt x="380" y="9"/>
                  </a:lnTo>
                  <a:lnTo>
                    <a:pt x="436" y="33"/>
                  </a:lnTo>
                  <a:lnTo>
                    <a:pt x="484" y="68"/>
                  </a:lnTo>
                  <a:lnTo>
                    <a:pt x="524" y="113"/>
                  </a:lnTo>
                  <a:lnTo>
                    <a:pt x="554" y="165"/>
                  </a:lnTo>
                  <a:lnTo>
                    <a:pt x="577" y="222"/>
                  </a:lnTo>
                  <a:lnTo>
                    <a:pt x="591" y="284"/>
                  </a:lnTo>
                  <a:lnTo>
                    <a:pt x="596" y="347"/>
                  </a:lnTo>
                  <a:lnTo>
                    <a:pt x="595" y="409"/>
                  </a:lnTo>
                  <a:lnTo>
                    <a:pt x="585" y="469"/>
                  </a:lnTo>
                  <a:lnTo>
                    <a:pt x="566" y="525"/>
                  </a:lnTo>
                  <a:lnTo>
                    <a:pt x="540" y="574"/>
                  </a:lnTo>
                  <a:lnTo>
                    <a:pt x="507" y="615"/>
                  </a:lnTo>
                  <a:lnTo>
                    <a:pt x="465" y="645"/>
                  </a:lnTo>
                  <a:lnTo>
                    <a:pt x="417" y="663"/>
                  </a:lnTo>
                  <a:lnTo>
                    <a:pt x="360" y="666"/>
                  </a:lnTo>
                  <a:lnTo>
                    <a:pt x="389" y="659"/>
                  </a:lnTo>
                  <a:lnTo>
                    <a:pt x="417" y="642"/>
                  </a:lnTo>
                  <a:lnTo>
                    <a:pt x="441" y="617"/>
                  </a:lnTo>
                  <a:lnTo>
                    <a:pt x="463" y="583"/>
                  </a:lnTo>
                  <a:lnTo>
                    <a:pt x="482" y="544"/>
                  </a:lnTo>
                  <a:lnTo>
                    <a:pt x="497" y="501"/>
                  </a:lnTo>
                  <a:lnTo>
                    <a:pt x="509" y="454"/>
                  </a:lnTo>
                  <a:lnTo>
                    <a:pt x="517" y="404"/>
                  </a:lnTo>
                  <a:lnTo>
                    <a:pt x="520" y="355"/>
                  </a:lnTo>
                  <a:lnTo>
                    <a:pt x="519" y="305"/>
                  </a:lnTo>
                  <a:lnTo>
                    <a:pt x="514" y="258"/>
                  </a:lnTo>
                  <a:lnTo>
                    <a:pt x="502" y="213"/>
                  </a:lnTo>
                  <a:lnTo>
                    <a:pt x="485" y="174"/>
                  </a:lnTo>
                  <a:lnTo>
                    <a:pt x="462" y="139"/>
                  </a:lnTo>
                  <a:lnTo>
                    <a:pt x="433" y="112"/>
                  </a:lnTo>
                  <a:lnTo>
                    <a:pt x="397" y="93"/>
                  </a:lnTo>
                  <a:lnTo>
                    <a:pt x="341" y="75"/>
                  </a:lnTo>
                  <a:lnTo>
                    <a:pt x="290" y="65"/>
                  </a:lnTo>
                  <a:lnTo>
                    <a:pt x="246" y="61"/>
                  </a:lnTo>
                  <a:lnTo>
                    <a:pt x="207" y="63"/>
                  </a:lnTo>
                  <a:lnTo>
                    <a:pt x="174" y="71"/>
                  </a:lnTo>
                  <a:lnTo>
                    <a:pt x="146" y="84"/>
                  </a:lnTo>
                  <a:lnTo>
                    <a:pt x="121" y="101"/>
                  </a:lnTo>
                  <a:lnTo>
                    <a:pt x="101" y="123"/>
                  </a:lnTo>
                  <a:lnTo>
                    <a:pt x="84" y="149"/>
                  </a:lnTo>
                  <a:lnTo>
                    <a:pt x="69" y="176"/>
                  </a:lnTo>
                  <a:lnTo>
                    <a:pt x="57" y="206"/>
                  </a:lnTo>
                  <a:lnTo>
                    <a:pt x="48" y="239"/>
                  </a:lnTo>
                  <a:lnTo>
                    <a:pt x="40" y="272"/>
                  </a:lnTo>
                  <a:lnTo>
                    <a:pt x="33" y="305"/>
                  </a:lnTo>
                  <a:lnTo>
                    <a:pt x="28" y="339"/>
                  </a:lnTo>
                  <a:lnTo>
                    <a:pt x="22" y="372"/>
                  </a:lnTo>
                  <a:close/>
                </a:path>
              </a:pathLst>
            </a:custGeom>
            <a:solidFill>
              <a:schemeClr val="accent1"/>
            </a:solidFill>
            <a:ln w="9525">
              <a:noFill/>
              <a:miter lim="800000"/>
              <a:headEnd/>
              <a:tailEnd/>
            </a:ln>
          </p:spPr>
          <p:txBody>
            <a:bodyPr/>
            <a:lstStyle/>
            <a:p>
              <a:endParaRPr lang="zh-CN" altLang="en-US"/>
            </a:p>
          </p:txBody>
        </p:sp>
      </p:grpSp>
      <p:sp>
        <p:nvSpPr>
          <p:cNvPr id="1027" name="Rectangle 45"/>
          <p:cNvSpPr>
            <a:spLocks noGrp="1" noChangeArrowheads="1"/>
          </p:cNvSpPr>
          <p:nvPr>
            <p:ph type="title"/>
          </p:nvPr>
        </p:nvSpPr>
        <p:spPr bwMode="auto">
          <a:xfrm>
            <a:off x="442913" y="103188"/>
            <a:ext cx="8243887" cy="131445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t>单击此处编辑母版标题样式</a:t>
            </a:r>
          </a:p>
        </p:txBody>
      </p:sp>
      <p:sp>
        <p:nvSpPr>
          <p:cNvPr id="1028" name="Rectangle 46"/>
          <p:cNvSpPr>
            <a:spLocks noGrp="1" noChangeArrowheads="1"/>
          </p:cNvSpPr>
          <p:nvPr>
            <p:ph type="body" idx="1"/>
          </p:nvPr>
        </p:nvSpPr>
        <p:spPr bwMode="auto">
          <a:xfrm>
            <a:off x="457200" y="1600200"/>
            <a:ext cx="8229600" cy="44561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1071" name="Rectangle 47"/>
          <p:cNvSpPr>
            <a:spLocks noGrp="1" noChangeArrowheads="1"/>
          </p:cNvSpPr>
          <p:nvPr>
            <p:ph type="dt" sz="half" idx="2"/>
          </p:nvPr>
        </p:nvSpPr>
        <p:spPr bwMode="auto">
          <a:xfrm>
            <a:off x="457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eaLnBrk="1" hangingPunct="1">
              <a:buFont typeface="Arial" panose="020B0604020202020204" pitchFamily="34" charset="0"/>
              <a:buNone/>
              <a:defRPr sz="1400"/>
            </a:lvl1pPr>
          </a:lstStyle>
          <a:p>
            <a:pPr>
              <a:defRPr/>
            </a:pPr>
            <a:endParaRPr lang="en-US"/>
          </a:p>
        </p:txBody>
      </p:sp>
      <p:sp>
        <p:nvSpPr>
          <p:cNvPr id="1072" name="Rectangle 48"/>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eaLnBrk="1" hangingPunct="1">
              <a:buFont typeface="Arial" panose="020B0604020202020204" pitchFamily="34" charset="0"/>
              <a:buNone/>
              <a:defRPr sz="1400"/>
            </a:lvl1pPr>
          </a:lstStyle>
          <a:p>
            <a:pPr>
              <a:defRPr/>
            </a:pPr>
            <a:endParaRPr lang="en-US"/>
          </a:p>
        </p:txBody>
      </p:sp>
      <p:sp>
        <p:nvSpPr>
          <p:cNvPr id="1073" name="Rectangle 49"/>
          <p:cNvSpPr>
            <a:spLocks noGrp="1" noChangeArrowheads="1"/>
          </p:cNvSpPr>
          <p:nvPr>
            <p:ph type="sldNum" sz="quarter" idx="4"/>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buFont typeface="Arial" pitchFamily="34" charset="0"/>
              <a:buNone/>
              <a:defRPr sz="1400" smtClean="0"/>
            </a:lvl1pPr>
          </a:lstStyle>
          <a:p>
            <a:pPr>
              <a:defRPr/>
            </a:pPr>
            <a:fld id="{11F6466E-427E-4532-9474-E1072AB0F58C}"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86" r:id="rId12"/>
  </p:sldLayoutIdLst>
  <p:txStyles>
    <p:titleStyle>
      <a:lvl1pPr algn="ctr" rtl="0" eaLnBrk="0" fontAlgn="base" hangingPunct="0">
        <a:lnSpc>
          <a:spcPct val="90000"/>
        </a:lnSpc>
        <a:spcBef>
          <a:spcPct val="0"/>
        </a:spcBef>
        <a:spcAft>
          <a:spcPct val="0"/>
        </a:spcAft>
        <a:defRPr sz="4400">
          <a:solidFill>
            <a:schemeClr val="tx2"/>
          </a:solidFill>
          <a:latin typeface="+mj-lt"/>
          <a:ea typeface="+mj-ea"/>
          <a:cs typeface="+mj-cs"/>
        </a:defRPr>
      </a:lvl1pPr>
      <a:lvl2pPr algn="ctr" rtl="0" eaLnBrk="0" fontAlgn="base" hangingPunct="0">
        <a:lnSpc>
          <a:spcPct val="90000"/>
        </a:lnSpc>
        <a:spcBef>
          <a:spcPct val="0"/>
        </a:spcBef>
        <a:spcAft>
          <a:spcPct val="0"/>
        </a:spcAft>
        <a:defRPr sz="4400">
          <a:solidFill>
            <a:schemeClr val="tx2"/>
          </a:solidFill>
          <a:latin typeface="Verdana" pitchFamily="34" charset="0"/>
          <a:ea typeface="宋体" pitchFamily="2" charset="-122"/>
        </a:defRPr>
      </a:lvl2pPr>
      <a:lvl3pPr algn="ctr" rtl="0" eaLnBrk="0" fontAlgn="base" hangingPunct="0">
        <a:lnSpc>
          <a:spcPct val="90000"/>
        </a:lnSpc>
        <a:spcBef>
          <a:spcPct val="0"/>
        </a:spcBef>
        <a:spcAft>
          <a:spcPct val="0"/>
        </a:spcAft>
        <a:defRPr sz="4400">
          <a:solidFill>
            <a:schemeClr val="tx2"/>
          </a:solidFill>
          <a:latin typeface="Verdana" pitchFamily="34" charset="0"/>
          <a:ea typeface="宋体" pitchFamily="2" charset="-122"/>
        </a:defRPr>
      </a:lvl3pPr>
      <a:lvl4pPr algn="ctr" rtl="0" eaLnBrk="0" fontAlgn="base" hangingPunct="0">
        <a:lnSpc>
          <a:spcPct val="90000"/>
        </a:lnSpc>
        <a:spcBef>
          <a:spcPct val="0"/>
        </a:spcBef>
        <a:spcAft>
          <a:spcPct val="0"/>
        </a:spcAft>
        <a:defRPr sz="4400">
          <a:solidFill>
            <a:schemeClr val="tx2"/>
          </a:solidFill>
          <a:latin typeface="Verdana" pitchFamily="34" charset="0"/>
          <a:ea typeface="宋体" pitchFamily="2" charset="-122"/>
        </a:defRPr>
      </a:lvl4pPr>
      <a:lvl5pPr algn="ctr" rtl="0" eaLnBrk="0" fontAlgn="base" hangingPunct="0">
        <a:lnSpc>
          <a:spcPct val="90000"/>
        </a:lnSpc>
        <a:spcBef>
          <a:spcPct val="0"/>
        </a:spcBef>
        <a:spcAft>
          <a:spcPct val="0"/>
        </a:spcAft>
        <a:defRPr sz="4400">
          <a:solidFill>
            <a:schemeClr val="tx2"/>
          </a:solidFill>
          <a:latin typeface="Verdana" pitchFamily="34" charset="0"/>
          <a:ea typeface="宋体" pitchFamily="2" charset="-122"/>
        </a:defRPr>
      </a:lvl5pPr>
      <a:lvl6pPr marL="457200" algn="ctr" rtl="0" eaLnBrk="0" fontAlgn="base" hangingPunct="0">
        <a:lnSpc>
          <a:spcPct val="90000"/>
        </a:lnSpc>
        <a:spcBef>
          <a:spcPct val="0"/>
        </a:spcBef>
        <a:spcAft>
          <a:spcPct val="0"/>
        </a:spcAft>
        <a:defRPr sz="4400">
          <a:solidFill>
            <a:schemeClr val="tx2"/>
          </a:solidFill>
          <a:latin typeface="Verdana" pitchFamily="34" charset="0"/>
          <a:ea typeface="宋体" pitchFamily="2" charset="-122"/>
        </a:defRPr>
      </a:lvl6pPr>
      <a:lvl7pPr marL="914400" algn="ctr" rtl="0" eaLnBrk="0" fontAlgn="base" hangingPunct="0">
        <a:lnSpc>
          <a:spcPct val="90000"/>
        </a:lnSpc>
        <a:spcBef>
          <a:spcPct val="0"/>
        </a:spcBef>
        <a:spcAft>
          <a:spcPct val="0"/>
        </a:spcAft>
        <a:defRPr sz="4400">
          <a:solidFill>
            <a:schemeClr val="tx2"/>
          </a:solidFill>
          <a:latin typeface="Verdana" pitchFamily="34" charset="0"/>
          <a:ea typeface="宋体" pitchFamily="2" charset="-122"/>
        </a:defRPr>
      </a:lvl7pPr>
      <a:lvl8pPr marL="1371600" algn="ctr" rtl="0" eaLnBrk="0" fontAlgn="base" hangingPunct="0">
        <a:lnSpc>
          <a:spcPct val="90000"/>
        </a:lnSpc>
        <a:spcBef>
          <a:spcPct val="0"/>
        </a:spcBef>
        <a:spcAft>
          <a:spcPct val="0"/>
        </a:spcAft>
        <a:defRPr sz="4400">
          <a:solidFill>
            <a:schemeClr val="tx2"/>
          </a:solidFill>
          <a:latin typeface="Verdana" pitchFamily="34" charset="0"/>
          <a:ea typeface="宋体" pitchFamily="2" charset="-122"/>
        </a:defRPr>
      </a:lvl8pPr>
      <a:lvl9pPr marL="1828800" algn="ctr" rtl="0" eaLnBrk="0" fontAlgn="base" hangingPunct="0">
        <a:lnSpc>
          <a:spcPct val="90000"/>
        </a:lnSpc>
        <a:spcBef>
          <a:spcPct val="0"/>
        </a:spcBef>
        <a:spcAft>
          <a:spcPct val="0"/>
        </a:spcAft>
        <a:defRPr sz="4400">
          <a:solidFill>
            <a:schemeClr val="tx2"/>
          </a:solidFill>
          <a:latin typeface="Verdana" pitchFamily="34"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grpSp>
        <p:nvGrpSpPr>
          <p:cNvPr id="2050" name="Group 2"/>
          <p:cNvGrpSpPr>
            <a:grpSpLocks/>
          </p:cNvGrpSpPr>
          <p:nvPr/>
        </p:nvGrpSpPr>
        <p:grpSpPr bwMode="auto">
          <a:xfrm>
            <a:off x="0" y="0"/>
            <a:ext cx="8805863" cy="6858000"/>
            <a:chOff x="0" y="0"/>
            <a:chExt cx="5547" cy="4320"/>
          </a:xfrm>
        </p:grpSpPr>
        <p:grpSp>
          <p:nvGrpSpPr>
            <p:cNvPr id="2056" name="Group 3"/>
            <p:cNvGrpSpPr>
              <a:grpSpLocks/>
            </p:cNvGrpSpPr>
            <p:nvPr userDrawn="1"/>
          </p:nvGrpSpPr>
          <p:grpSpPr bwMode="auto">
            <a:xfrm rot="-215207">
              <a:off x="3691" y="234"/>
              <a:ext cx="1857" cy="3625"/>
              <a:chOff x="0" y="0"/>
              <a:chExt cx="1857" cy="3625"/>
            </a:xfrm>
          </p:grpSpPr>
          <p:sp>
            <p:nvSpPr>
              <p:cNvPr id="2090" name="Freeform 4"/>
              <p:cNvSpPr>
                <a:spLocks noChangeArrowheads="1"/>
              </p:cNvSpPr>
              <p:nvPr userDrawn="1"/>
            </p:nvSpPr>
            <p:spPr bwMode="auto">
              <a:xfrm rot="12185230" flipV="1">
                <a:off x="524" y="0"/>
                <a:ext cx="1333" cy="1485"/>
              </a:xfrm>
              <a:custGeom>
                <a:avLst/>
                <a:gdLst>
                  <a:gd name="T0" fmla="*/ 253576 w 596"/>
                  <a:gd name="T1" fmla="*/ 5589692 h 666"/>
                  <a:gd name="T2" fmla="*/ 90780 w 596"/>
                  <a:gd name="T3" fmla="*/ 5148091 h 666"/>
                  <a:gd name="T4" fmla="*/ 0 w 596"/>
                  <a:gd name="T5" fmla="*/ 4362214 h 666"/>
                  <a:gd name="T6" fmla="*/ 63179 w 596"/>
                  <a:gd name="T7" fmla="*/ 3354129 h 666"/>
                  <a:gd name="T8" fmla="*/ 391938 w 596"/>
                  <a:gd name="T9" fmla="*/ 2281948 h 666"/>
                  <a:gd name="T10" fmla="*/ 1077010 w 596"/>
                  <a:gd name="T11" fmla="*/ 1267010 h 666"/>
                  <a:gd name="T12" fmla="*/ 2226428 w 596"/>
                  <a:gd name="T13" fmla="*/ 467487 h 666"/>
                  <a:gd name="T14" fmla="*/ 3867552 w 596"/>
                  <a:gd name="T15" fmla="*/ 27394 h 666"/>
                  <a:gd name="T16" fmla="*/ 5954600 w 596"/>
                  <a:gd name="T17" fmla="*/ 136194 h 666"/>
                  <a:gd name="T18" fmla="*/ 7586235 w 596"/>
                  <a:gd name="T19" fmla="*/ 1030091 h 666"/>
                  <a:gd name="T20" fmla="*/ 8679456 w 596"/>
                  <a:gd name="T21" fmla="*/ 2494512 h 666"/>
                  <a:gd name="T22" fmla="*/ 9262482 w 596"/>
                  <a:gd name="T23" fmla="*/ 4285978 h 666"/>
                  <a:gd name="T24" fmla="*/ 9323841 w 596"/>
                  <a:gd name="T25" fmla="*/ 6178102 h 666"/>
                  <a:gd name="T26" fmla="*/ 8869728 w 596"/>
                  <a:gd name="T27" fmla="*/ 7930892 h 666"/>
                  <a:gd name="T28" fmla="*/ 7943105 w 596"/>
                  <a:gd name="T29" fmla="*/ 9285366 h 666"/>
                  <a:gd name="T30" fmla="*/ 6536927 w 596"/>
                  <a:gd name="T31" fmla="*/ 10011159 h 666"/>
                  <a:gd name="T32" fmla="*/ 6094975 w 596"/>
                  <a:gd name="T33" fmla="*/ 9947119 h 666"/>
                  <a:gd name="T34" fmla="*/ 6907089 w 596"/>
                  <a:gd name="T35" fmla="*/ 9319655 h 666"/>
                  <a:gd name="T36" fmla="*/ 7551168 w 596"/>
                  <a:gd name="T37" fmla="*/ 8216099 h 666"/>
                  <a:gd name="T38" fmla="*/ 7971380 w 596"/>
                  <a:gd name="T39" fmla="*/ 6852646 h 666"/>
                  <a:gd name="T40" fmla="*/ 8146088 w 596"/>
                  <a:gd name="T41" fmla="*/ 5364832 h 666"/>
                  <a:gd name="T42" fmla="*/ 8055377 w 596"/>
                  <a:gd name="T43" fmla="*/ 3895124 h 666"/>
                  <a:gd name="T44" fmla="*/ 7601390 w 596"/>
                  <a:gd name="T45" fmla="*/ 2627714 h 666"/>
                  <a:gd name="T46" fmla="*/ 6781002 w 596"/>
                  <a:gd name="T47" fmla="*/ 1691654 h 666"/>
                  <a:gd name="T48" fmla="*/ 5346544 w 596"/>
                  <a:gd name="T49" fmla="*/ 1129227 h 666"/>
                  <a:gd name="T50" fmla="*/ 3852759 w 596"/>
                  <a:gd name="T51" fmla="*/ 920689 h 666"/>
                  <a:gd name="T52" fmla="*/ 2725135 w 596"/>
                  <a:gd name="T53" fmla="*/ 1069169 h 666"/>
                  <a:gd name="T54" fmla="*/ 1897850 w 596"/>
                  <a:gd name="T55" fmla="*/ 1524337 h 666"/>
                  <a:gd name="T56" fmla="*/ 1314899 w 596"/>
                  <a:gd name="T57" fmla="*/ 2247659 h 666"/>
                  <a:gd name="T58" fmla="*/ 889064 w 596"/>
                  <a:gd name="T59" fmla="*/ 3107264 h 666"/>
                  <a:gd name="T60" fmla="*/ 622844 w 596"/>
                  <a:gd name="T61" fmla="*/ 4103298 h 666"/>
                  <a:gd name="T62" fmla="*/ 441456 w 596"/>
                  <a:gd name="T63" fmla="*/ 5121299 h 66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96"/>
                  <a:gd name="T97" fmla="*/ 0 h 666"/>
                  <a:gd name="T98" fmla="*/ 596 w 596"/>
                  <a:gd name="T99" fmla="*/ 666 h 66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96" h="666">
                    <a:moveTo>
                      <a:pt x="22" y="372"/>
                    </a:moveTo>
                    <a:lnTo>
                      <a:pt x="16" y="370"/>
                    </a:lnTo>
                    <a:lnTo>
                      <a:pt x="10" y="360"/>
                    </a:lnTo>
                    <a:lnTo>
                      <a:pt x="6" y="341"/>
                    </a:lnTo>
                    <a:lnTo>
                      <a:pt x="1" y="318"/>
                    </a:lnTo>
                    <a:lnTo>
                      <a:pt x="0" y="289"/>
                    </a:lnTo>
                    <a:lnTo>
                      <a:pt x="0" y="257"/>
                    </a:lnTo>
                    <a:lnTo>
                      <a:pt x="4" y="222"/>
                    </a:lnTo>
                    <a:lnTo>
                      <a:pt x="13" y="187"/>
                    </a:lnTo>
                    <a:lnTo>
                      <a:pt x="25" y="151"/>
                    </a:lnTo>
                    <a:lnTo>
                      <a:pt x="45" y="116"/>
                    </a:lnTo>
                    <a:lnTo>
                      <a:pt x="69" y="84"/>
                    </a:lnTo>
                    <a:lnTo>
                      <a:pt x="101" y="55"/>
                    </a:lnTo>
                    <a:lnTo>
                      <a:pt x="142" y="31"/>
                    </a:lnTo>
                    <a:lnTo>
                      <a:pt x="190" y="13"/>
                    </a:lnTo>
                    <a:lnTo>
                      <a:pt x="247" y="2"/>
                    </a:lnTo>
                    <a:lnTo>
                      <a:pt x="314" y="0"/>
                    </a:lnTo>
                    <a:lnTo>
                      <a:pt x="380" y="9"/>
                    </a:lnTo>
                    <a:lnTo>
                      <a:pt x="436" y="33"/>
                    </a:lnTo>
                    <a:lnTo>
                      <a:pt x="484" y="68"/>
                    </a:lnTo>
                    <a:lnTo>
                      <a:pt x="524" y="113"/>
                    </a:lnTo>
                    <a:lnTo>
                      <a:pt x="554" y="165"/>
                    </a:lnTo>
                    <a:lnTo>
                      <a:pt x="577" y="222"/>
                    </a:lnTo>
                    <a:lnTo>
                      <a:pt x="591" y="284"/>
                    </a:lnTo>
                    <a:lnTo>
                      <a:pt x="596" y="347"/>
                    </a:lnTo>
                    <a:lnTo>
                      <a:pt x="595" y="409"/>
                    </a:lnTo>
                    <a:lnTo>
                      <a:pt x="585" y="469"/>
                    </a:lnTo>
                    <a:lnTo>
                      <a:pt x="566" y="525"/>
                    </a:lnTo>
                    <a:lnTo>
                      <a:pt x="540" y="574"/>
                    </a:lnTo>
                    <a:lnTo>
                      <a:pt x="507" y="615"/>
                    </a:lnTo>
                    <a:lnTo>
                      <a:pt x="465" y="645"/>
                    </a:lnTo>
                    <a:lnTo>
                      <a:pt x="417" y="663"/>
                    </a:lnTo>
                    <a:lnTo>
                      <a:pt x="360" y="666"/>
                    </a:lnTo>
                    <a:lnTo>
                      <a:pt x="389" y="659"/>
                    </a:lnTo>
                    <a:lnTo>
                      <a:pt x="417" y="642"/>
                    </a:lnTo>
                    <a:lnTo>
                      <a:pt x="441" y="617"/>
                    </a:lnTo>
                    <a:lnTo>
                      <a:pt x="463" y="583"/>
                    </a:lnTo>
                    <a:lnTo>
                      <a:pt x="482" y="544"/>
                    </a:lnTo>
                    <a:lnTo>
                      <a:pt x="497" y="501"/>
                    </a:lnTo>
                    <a:lnTo>
                      <a:pt x="509" y="454"/>
                    </a:lnTo>
                    <a:lnTo>
                      <a:pt x="517" y="404"/>
                    </a:lnTo>
                    <a:lnTo>
                      <a:pt x="520" y="355"/>
                    </a:lnTo>
                    <a:lnTo>
                      <a:pt x="519" y="305"/>
                    </a:lnTo>
                    <a:lnTo>
                      <a:pt x="514" y="258"/>
                    </a:lnTo>
                    <a:lnTo>
                      <a:pt x="502" y="213"/>
                    </a:lnTo>
                    <a:lnTo>
                      <a:pt x="485" y="174"/>
                    </a:lnTo>
                    <a:lnTo>
                      <a:pt x="462" y="139"/>
                    </a:lnTo>
                    <a:lnTo>
                      <a:pt x="433" y="112"/>
                    </a:lnTo>
                    <a:lnTo>
                      <a:pt x="397" y="93"/>
                    </a:lnTo>
                    <a:lnTo>
                      <a:pt x="341" y="75"/>
                    </a:lnTo>
                    <a:lnTo>
                      <a:pt x="290" y="65"/>
                    </a:lnTo>
                    <a:lnTo>
                      <a:pt x="246" y="61"/>
                    </a:lnTo>
                    <a:lnTo>
                      <a:pt x="207" y="63"/>
                    </a:lnTo>
                    <a:lnTo>
                      <a:pt x="174" y="71"/>
                    </a:lnTo>
                    <a:lnTo>
                      <a:pt x="146" y="84"/>
                    </a:lnTo>
                    <a:lnTo>
                      <a:pt x="121" y="101"/>
                    </a:lnTo>
                    <a:lnTo>
                      <a:pt x="101" y="123"/>
                    </a:lnTo>
                    <a:lnTo>
                      <a:pt x="84" y="149"/>
                    </a:lnTo>
                    <a:lnTo>
                      <a:pt x="69" y="176"/>
                    </a:lnTo>
                    <a:lnTo>
                      <a:pt x="57" y="206"/>
                    </a:lnTo>
                    <a:lnTo>
                      <a:pt x="48" y="239"/>
                    </a:lnTo>
                    <a:lnTo>
                      <a:pt x="40" y="272"/>
                    </a:lnTo>
                    <a:lnTo>
                      <a:pt x="33" y="305"/>
                    </a:lnTo>
                    <a:lnTo>
                      <a:pt x="28" y="339"/>
                    </a:lnTo>
                    <a:lnTo>
                      <a:pt x="22" y="372"/>
                    </a:lnTo>
                    <a:close/>
                  </a:path>
                </a:pathLst>
              </a:custGeom>
              <a:solidFill>
                <a:schemeClr val="accent2"/>
              </a:solidFill>
              <a:ln w="9525">
                <a:noFill/>
                <a:miter lim="800000"/>
                <a:headEnd/>
                <a:tailEnd/>
              </a:ln>
            </p:spPr>
            <p:txBody>
              <a:bodyPr/>
              <a:lstStyle/>
              <a:p>
                <a:endParaRPr lang="zh-CN" altLang="en-US"/>
              </a:p>
            </p:txBody>
          </p:sp>
          <p:sp>
            <p:nvSpPr>
              <p:cNvPr id="2091" name="Freeform 5"/>
              <p:cNvSpPr>
                <a:spLocks noChangeArrowheads="1"/>
              </p:cNvSpPr>
              <p:nvPr userDrawn="1"/>
            </p:nvSpPr>
            <p:spPr bwMode="auto">
              <a:xfrm rot="12185230" flipV="1">
                <a:off x="1019" y="1024"/>
                <a:ext cx="571" cy="531"/>
              </a:xfrm>
              <a:custGeom>
                <a:avLst/>
                <a:gdLst>
                  <a:gd name="T0" fmla="*/ 0 w 257"/>
                  <a:gd name="T1" fmla="*/ 0 h 237"/>
                  <a:gd name="T2" fmla="*/ 0 w 257"/>
                  <a:gd name="T3" fmla="*/ 398192 h 237"/>
                  <a:gd name="T4" fmla="*/ 47542 w 257"/>
                  <a:gd name="T5" fmla="*/ 799464 h 237"/>
                  <a:gd name="T6" fmla="*/ 84184 w 257"/>
                  <a:gd name="T7" fmla="*/ 1198292 h 237"/>
                  <a:gd name="T8" fmla="*/ 155539 w 257"/>
                  <a:gd name="T9" fmla="*/ 1572087 h 237"/>
                  <a:gd name="T10" fmla="*/ 261389 w 257"/>
                  <a:gd name="T11" fmla="*/ 1906261 h 237"/>
                  <a:gd name="T12" fmla="*/ 388887 w 257"/>
                  <a:gd name="T13" fmla="*/ 2256327 h 237"/>
                  <a:gd name="T14" fmla="*/ 547294 w 257"/>
                  <a:gd name="T15" fmla="*/ 2579374 h 237"/>
                  <a:gd name="T16" fmla="*/ 736297 w 257"/>
                  <a:gd name="T17" fmla="*/ 2849689 h 237"/>
                  <a:gd name="T18" fmla="*/ 969627 w 257"/>
                  <a:gd name="T19" fmla="*/ 3107143 h 237"/>
                  <a:gd name="T20" fmla="*/ 1242676 w 257"/>
                  <a:gd name="T21" fmla="*/ 3327842 h 237"/>
                  <a:gd name="T22" fmla="*/ 1535575 w 257"/>
                  <a:gd name="T23" fmla="*/ 3506986 h 237"/>
                  <a:gd name="T24" fmla="*/ 1895869 w 257"/>
                  <a:gd name="T25" fmla="*/ 3649249 h 237"/>
                  <a:gd name="T26" fmla="*/ 2286040 w 257"/>
                  <a:gd name="T27" fmla="*/ 3741861 h 237"/>
                  <a:gd name="T28" fmla="*/ 2723055 w 257"/>
                  <a:gd name="T29" fmla="*/ 3793014 h 237"/>
                  <a:gd name="T30" fmla="*/ 3183261 w 257"/>
                  <a:gd name="T31" fmla="*/ 3777646 h 237"/>
                  <a:gd name="T32" fmla="*/ 3718805 w 257"/>
                  <a:gd name="T33" fmla="*/ 3713292 h 237"/>
                  <a:gd name="T34" fmla="*/ 3241498 w 257"/>
                  <a:gd name="T35" fmla="*/ 3633362 h 237"/>
                  <a:gd name="T36" fmla="*/ 2819249 w 257"/>
                  <a:gd name="T37" fmla="*/ 3522271 h 237"/>
                  <a:gd name="T38" fmla="*/ 2461881 w 257"/>
                  <a:gd name="T39" fmla="*/ 3391593 h 237"/>
                  <a:gd name="T40" fmla="*/ 2142296 w 257"/>
                  <a:gd name="T41" fmla="*/ 3263884 h 237"/>
                  <a:gd name="T42" fmla="*/ 1849620 w 257"/>
                  <a:gd name="T43" fmla="*/ 3086154 h 237"/>
                  <a:gd name="T44" fmla="*/ 1621680 w 257"/>
                  <a:gd name="T45" fmla="*/ 2914119 h 237"/>
                  <a:gd name="T46" fmla="*/ 1406060 w 257"/>
                  <a:gd name="T47" fmla="*/ 2705725 h 237"/>
                  <a:gd name="T48" fmla="*/ 1215972 w 257"/>
                  <a:gd name="T49" fmla="*/ 2477075 h 237"/>
                  <a:gd name="T50" fmla="*/ 1040929 w 257"/>
                  <a:gd name="T51" fmla="*/ 2256327 h 237"/>
                  <a:gd name="T52" fmla="*/ 885443 w 257"/>
                  <a:gd name="T53" fmla="*/ 1998872 h 237"/>
                  <a:gd name="T54" fmla="*/ 755784 w 257"/>
                  <a:gd name="T55" fmla="*/ 1714420 h 237"/>
                  <a:gd name="T56" fmla="*/ 624074 w 257"/>
                  <a:gd name="T57" fmla="*/ 1405759 h 237"/>
                  <a:gd name="T58" fmla="*/ 474925 w 257"/>
                  <a:gd name="T59" fmla="*/ 1105587 h 237"/>
                  <a:gd name="T60" fmla="*/ 331398 w 257"/>
                  <a:gd name="T61" fmla="*/ 749873 h 237"/>
                  <a:gd name="T62" fmla="*/ 175033 w 257"/>
                  <a:gd name="T63" fmla="*/ 385446 h 237"/>
                  <a:gd name="T64" fmla="*/ 0 w 257"/>
                  <a:gd name="T65" fmla="*/ 0 h 23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57"/>
                  <a:gd name="T100" fmla="*/ 0 h 237"/>
                  <a:gd name="T101" fmla="*/ 257 w 257"/>
                  <a:gd name="T102" fmla="*/ 237 h 23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57" h="237">
                    <a:moveTo>
                      <a:pt x="0" y="0"/>
                    </a:moveTo>
                    <a:lnTo>
                      <a:pt x="0" y="25"/>
                    </a:lnTo>
                    <a:lnTo>
                      <a:pt x="3" y="50"/>
                    </a:lnTo>
                    <a:lnTo>
                      <a:pt x="6" y="75"/>
                    </a:lnTo>
                    <a:lnTo>
                      <a:pt x="11" y="98"/>
                    </a:lnTo>
                    <a:lnTo>
                      <a:pt x="18" y="119"/>
                    </a:lnTo>
                    <a:lnTo>
                      <a:pt x="27" y="141"/>
                    </a:lnTo>
                    <a:lnTo>
                      <a:pt x="38" y="161"/>
                    </a:lnTo>
                    <a:lnTo>
                      <a:pt x="51" y="178"/>
                    </a:lnTo>
                    <a:lnTo>
                      <a:pt x="67" y="194"/>
                    </a:lnTo>
                    <a:lnTo>
                      <a:pt x="86" y="208"/>
                    </a:lnTo>
                    <a:lnTo>
                      <a:pt x="106" y="219"/>
                    </a:lnTo>
                    <a:lnTo>
                      <a:pt x="131" y="228"/>
                    </a:lnTo>
                    <a:lnTo>
                      <a:pt x="158" y="234"/>
                    </a:lnTo>
                    <a:lnTo>
                      <a:pt x="188" y="237"/>
                    </a:lnTo>
                    <a:lnTo>
                      <a:pt x="220" y="236"/>
                    </a:lnTo>
                    <a:lnTo>
                      <a:pt x="257" y="232"/>
                    </a:lnTo>
                    <a:lnTo>
                      <a:pt x="224" y="227"/>
                    </a:lnTo>
                    <a:lnTo>
                      <a:pt x="195" y="220"/>
                    </a:lnTo>
                    <a:lnTo>
                      <a:pt x="170" y="212"/>
                    </a:lnTo>
                    <a:lnTo>
                      <a:pt x="148" y="204"/>
                    </a:lnTo>
                    <a:lnTo>
                      <a:pt x="128" y="193"/>
                    </a:lnTo>
                    <a:lnTo>
                      <a:pt x="112" y="182"/>
                    </a:lnTo>
                    <a:lnTo>
                      <a:pt x="97" y="169"/>
                    </a:lnTo>
                    <a:lnTo>
                      <a:pt x="84" y="155"/>
                    </a:lnTo>
                    <a:lnTo>
                      <a:pt x="72" y="141"/>
                    </a:lnTo>
                    <a:lnTo>
                      <a:pt x="61" y="125"/>
                    </a:lnTo>
                    <a:lnTo>
                      <a:pt x="52" y="107"/>
                    </a:lnTo>
                    <a:lnTo>
                      <a:pt x="43" y="88"/>
                    </a:lnTo>
                    <a:lnTo>
                      <a:pt x="33" y="69"/>
                    </a:lnTo>
                    <a:lnTo>
                      <a:pt x="23" y="47"/>
                    </a:lnTo>
                    <a:lnTo>
                      <a:pt x="12" y="24"/>
                    </a:lnTo>
                    <a:lnTo>
                      <a:pt x="0" y="0"/>
                    </a:lnTo>
                    <a:close/>
                  </a:path>
                </a:pathLst>
              </a:custGeom>
              <a:solidFill>
                <a:schemeClr val="accent2"/>
              </a:solidFill>
              <a:ln w="9525">
                <a:noFill/>
                <a:miter lim="800000"/>
                <a:headEnd/>
                <a:tailEnd/>
              </a:ln>
            </p:spPr>
            <p:txBody>
              <a:bodyPr/>
              <a:lstStyle/>
              <a:p>
                <a:endParaRPr lang="zh-CN" altLang="en-US"/>
              </a:p>
            </p:txBody>
          </p:sp>
          <p:sp>
            <p:nvSpPr>
              <p:cNvPr id="2092" name="Freeform 6"/>
              <p:cNvSpPr>
                <a:spLocks noChangeArrowheads="1"/>
              </p:cNvSpPr>
              <p:nvPr userDrawn="1"/>
            </p:nvSpPr>
            <p:spPr bwMode="auto">
              <a:xfrm rot="12185230" flipV="1">
                <a:off x="629" y="1389"/>
                <a:ext cx="277" cy="249"/>
              </a:xfrm>
              <a:custGeom>
                <a:avLst/>
                <a:gdLst>
                  <a:gd name="T0" fmla="*/ 1188591 w 124"/>
                  <a:gd name="T1" fmla="*/ 0 h 110"/>
                  <a:gd name="T2" fmla="*/ 1915426 w 124"/>
                  <a:gd name="T3" fmla="*/ 1950915 h 110"/>
                  <a:gd name="T4" fmla="*/ 1853528 w 124"/>
                  <a:gd name="T5" fmla="*/ 1935036 h 110"/>
                  <a:gd name="T6" fmla="*/ 1652459 w 124"/>
                  <a:gd name="T7" fmla="*/ 1903974 h 110"/>
                  <a:gd name="T8" fmla="*/ 1376625 w 124"/>
                  <a:gd name="T9" fmla="*/ 1830275 h 110"/>
                  <a:gd name="T10" fmla="*/ 1052928 w 124"/>
                  <a:gd name="T11" fmla="*/ 1791623 h 110"/>
                  <a:gd name="T12" fmla="*/ 699467 w 124"/>
                  <a:gd name="T13" fmla="*/ 1758825 h 110"/>
                  <a:gd name="T14" fmla="*/ 386449 w 124"/>
                  <a:gd name="T15" fmla="*/ 1777369 h 110"/>
                  <a:gd name="T16" fmla="*/ 140169 w 124"/>
                  <a:gd name="T17" fmla="*/ 1847625 h 110"/>
                  <a:gd name="T18" fmla="*/ 0 w 124"/>
                  <a:gd name="T19" fmla="*/ 1992881 h 110"/>
                  <a:gd name="T20" fmla="*/ 62747 w 124"/>
                  <a:gd name="T21" fmla="*/ 1777369 h 110"/>
                  <a:gd name="T22" fmla="*/ 123493 w 124"/>
                  <a:gd name="T23" fmla="*/ 1607675 h 110"/>
                  <a:gd name="T24" fmla="*/ 248152 w 124"/>
                  <a:gd name="T25" fmla="*/ 1487026 h 110"/>
                  <a:gd name="T26" fmla="*/ 386449 w 124"/>
                  <a:gd name="T27" fmla="*/ 1374700 h 110"/>
                  <a:gd name="T28" fmla="*/ 554340 w 124"/>
                  <a:gd name="T29" fmla="*/ 1302845 h 110"/>
                  <a:gd name="T30" fmla="*/ 727333 w 124"/>
                  <a:gd name="T31" fmla="*/ 1285804 h 110"/>
                  <a:gd name="T32" fmla="*/ 912728 w 124"/>
                  <a:gd name="T33" fmla="*/ 1285804 h 110"/>
                  <a:gd name="T34" fmla="*/ 1113658 w 124"/>
                  <a:gd name="T35" fmla="*/ 1342117 h 110"/>
                  <a:gd name="T36" fmla="*/ 1126233 w 124"/>
                  <a:gd name="T37" fmla="*/ 1285804 h 110"/>
                  <a:gd name="T38" fmla="*/ 1076507 w 124"/>
                  <a:gd name="T39" fmla="*/ 1014111 h 110"/>
                  <a:gd name="T40" fmla="*/ 1036241 w 124"/>
                  <a:gd name="T41" fmla="*/ 688005 h 110"/>
                  <a:gd name="T42" fmla="*/ 1002698 w 124"/>
                  <a:gd name="T43" fmla="*/ 544466 h 110"/>
                  <a:gd name="T44" fmla="*/ 975476 w 124"/>
                  <a:gd name="T45" fmla="*/ 544466 h 110"/>
                  <a:gd name="T46" fmla="*/ 940819 w 124"/>
                  <a:gd name="T47" fmla="*/ 525933 h 110"/>
                  <a:gd name="T48" fmla="*/ 912728 w 124"/>
                  <a:gd name="T49" fmla="*/ 472923 h 110"/>
                  <a:gd name="T50" fmla="*/ 878092 w 124"/>
                  <a:gd name="T51" fmla="*/ 416287 h 110"/>
                  <a:gd name="T52" fmla="*/ 878092 w 124"/>
                  <a:gd name="T53" fmla="*/ 343249 h 110"/>
                  <a:gd name="T54" fmla="*/ 912728 w 124"/>
                  <a:gd name="T55" fmla="*/ 254261 h 110"/>
                  <a:gd name="T56" fmla="*/ 1015107 w 124"/>
                  <a:gd name="T57" fmla="*/ 145570 h 110"/>
                  <a:gd name="T58" fmla="*/ 1188591 w 124"/>
                  <a:gd name="T59" fmla="*/ 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24"/>
                  <a:gd name="T91" fmla="*/ 0 h 110"/>
                  <a:gd name="T92" fmla="*/ 124 w 124"/>
                  <a:gd name="T93" fmla="*/ 110 h 11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24" h="110">
                    <a:moveTo>
                      <a:pt x="77" y="0"/>
                    </a:moveTo>
                    <a:lnTo>
                      <a:pt x="124" y="108"/>
                    </a:lnTo>
                    <a:lnTo>
                      <a:pt x="120" y="107"/>
                    </a:lnTo>
                    <a:lnTo>
                      <a:pt x="107" y="105"/>
                    </a:lnTo>
                    <a:lnTo>
                      <a:pt x="89" y="101"/>
                    </a:lnTo>
                    <a:lnTo>
                      <a:pt x="68" y="99"/>
                    </a:lnTo>
                    <a:lnTo>
                      <a:pt x="45" y="97"/>
                    </a:lnTo>
                    <a:lnTo>
                      <a:pt x="25" y="98"/>
                    </a:lnTo>
                    <a:lnTo>
                      <a:pt x="9" y="102"/>
                    </a:lnTo>
                    <a:lnTo>
                      <a:pt x="0" y="110"/>
                    </a:lnTo>
                    <a:lnTo>
                      <a:pt x="4" y="98"/>
                    </a:lnTo>
                    <a:lnTo>
                      <a:pt x="8" y="89"/>
                    </a:lnTo>
                    <a:lnTo>
                      <a:pt x="16" y="82"/>
                    </a:lnTo>
                    <a:lnTo>
                      <a:pt x="25" y="76"/>
                    </a:lnTo>
                    <a:lnTo>
                      <a:pt x="36" y="72"/>
                    </a:lnTo>
                    <a:lnTo>
                      <a:pt x="47" y="71"/>
                    </a:lnTo>
                    <a:lnTo>
                      <a:pt x="59" y="71"/>
                    </a:lnTo>
                    <a:lnTo>
                      <a:pt x="72" y="74"/>
                    </a:lnTo>
                    <a:lnTo>
                      <a:pt x="73" y="71"/>
                    </a:lnTo>
                    <a:lnTo>
                      <a:pt x="70" y="56"/>
                    </a:lnTo>
                    <a:lnTo>
                      <a:pt x="67" y="38"/>
                    </a:lnTo>
                    <a:lnTo>
                      <a:pt x="65" y="30"/>
                    </a:lnTo>
                    <a:lnTo>
                      <a:pt x="63" y="30"/>
                    </a:lnTo>
                    <a:lnTo>
                      <a:pt x="61" y="29"/>
                    </a:lnTo>
                    <a:lnTo>
                      <a:pt x="59" y="26"/>
                    </a:lnTo>
                    <a:lnTo>
                      <a:pt x="57" y="23"/>
                    </a:lnTo>
                    <a:lnTo>
                      <a:pt x="57" y="19"/>
                    </a:lnTo>
                    <a:lnTo>
                      <a:pt x="59" y="14"/>
                    </a:lnTo>
                    <a:lnTo>
                      <a:pt x="66" y="8"/>
                    </a:lnTo>
                    <a:lnTo>
                      <a:pt x="77" y="0"/>
                    </a:lnTo>
                    <a:close/>
                  </a:path>
                </a:pathLst>
              </a:custGeom>
              <a:solidFill>
                <a:schemeClr val="accent2"/>
              </a:solidFill>
              <a:ln w="9525">
                <a:noFill/>
                <a:miter lim="800000"/>
                <a:headEnd/>
                <a:tailEnd/>
              </a:ln>
            </p:spPr>
            <p:txBody>
              <a:bodyPr/>
              <a:lstStyle/>
              <a:p>
                <a:endParaRPr lang="zh-CN" altLang="en-US"/>
              </a:p>
            </p:txBody>
          </p:sp>
          <p:sp>
            <p:nvSpPr>
              <p:cNvPr id="2093" name="Freeform 7"/>
              <p:cNvSpPr>
                <a:spLocks noChangeArrowheads="1"/>
              </p:cNvSpPr>
              <p:nvPr userDrawn="1"/>
            </p:nvSpPr>
            <p:spPr bwMode="auto">
              <a:xfrm rot="12185230" flipV="1">
                <a:off x="969" y="199"/>
                <a:ext cx="245" cy="347"/>
              </a:xfrm>
              <a:custGeom>
                <a:avLst/>
                <a:gdLst>
                  <a:gd name="T0" fmla="*/ 0 w 109"/>
                  <a:gd name="T1" fmla="*/ 0 h 156"/>
                  <a:gd name="T2" fmla="*/ 82032 w 109"/>
                  <a:gd name="T3" fmla="*/ 11874 h 156"/>
                  <a:gd name="T4" fmla="*/ 295704 w 109"/>
                  <a:gd name="T5" fmla="*/ 70626 h 156"/>
                  <a:gd name="T6" fmla="*/ 615143 w 109"/>
                  <a:gd name="T7" fmla="*/ 177313 h 156"/>
                  <a:gd name="T8" fmla="*/ 960339 w 109"/>
                  <a:gd name="T9" fmla="*/ 349442 h 156"/>
                  <a:gd name="T10" fmla="*/ 1293283 w 109"/>
                  <a:gd name="T11" fmla="*/ 646579 h 156"/>
                  <a:gd name="T12" fmla="*/ 1598789 w 109"/>
                  <a:gd name="T13" fmla="*/ 1041031 h 156"/>
                  <a:gd name="T14" fmla="*/ 1783683 w 109"/>
                  <a:gd name="T15" fmla="*/ 1583930 h 156"/>
                  <a:gd name="T16" fmla="*/ 1813016 w 109"/>
                  <a:gd name="T17" fmla="*/ 2288732 h 156"/>
                  <a:gd name="T18" fmla="*/ 1743993 w 109"/>
                  <a:gd name="T19" fmla="*/ 2288732 h 156"/>
                  <a:gd name="T20" fmla="*/ 1648911 w 109"/>
                  <a:gd name="T21" fmla="*/ 2288732 h 156"/>
                  <a:gd name="T22" fmla="*/ 1546685 w 109"/>
                  <a:gd name="T23" fmla="*/ 2288732 h 156"/>
                  <a:gd name="T24" fmla="*/ 1450993 w 109"/>
                  <a:gd name="T25" fmla="*/ 2262360 h 156"/>
                  <a:gd name="T26" fmla="*/ 1346064 w 109"/>
                  <a:gd name="T27" fmla="*/ 2241900 h 156"/>
                  <a:gd name="T28" fmla="*/ 1227529 w 109"/>
                  <a:gd name="T29" fmla="*/ 2203615 h 156"/>
                  <a:gd name="T30" fmla="*/ 1095112 w 109"/>
                  <a:gd name="T31" fmla="*/ 2128749 h 156"/>
                  <a:gd name="T32" fmla="*/ 960339 w 109"/>
                  <a:gd name="T33" fmla="*/ 2037043 h 156"/>
                  <a:gd name="T34" fmla="*/ 878817 w 109"/>
                  <a:gd name="T35" fmla="*/ 1847755 h 156"/>
                  <a:gd name="T36" fmla="*/ 878817 w 109"/>
                  <a:gd name="T37" fmla="*/ 1627555 h 156"/>
                  <a:gd name="T38" fmla="*/ 931542 w 109"/>
                  <a:gd name="T39" fmla="*/ 1412074 h 156"/>
                  <a:gd name="T40" fmla="*/ 983821 w 109"/>
                  <a:gd name="T41" fmla="*/ 1174675 h 156"/>
                  <a:gd name="T42" fmla="*/ 931542 w 109"/>
                  <a:gd name="T43" fmla="*/ 910350 h 156"/>
                  <a:gd name="T44" fmla="*/ 799428 w 109"/>
                  <a:gd name="T45" fmla="*/ 634823 h 156"/>
                  <a:gd name="T46" fmla="*/ 516464 w 109"/>
                  <a:gd name="T47" fmla="*/ 334286 h 156"/>
                  <a:gd name="T48" fmla="*/ 0 w 109"/>
                  <a:gd name="T49" fmla="*/ 0 h 15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9"/>
                  <a:gd name="T76" fmla="*/ 0 h 156"/>
                  <a:gd name="T77" fmla="*/ 109 w 109"/>
                  <a:gd name="T78" fmla="*/ 156 h 15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9" h="156">
                    <a:moveTo>
                      <a:pt x="0" y="0"/>
                    </a:moveTo>
                    <a:lnTo>
                      <a:pt x="5" y="1"/>
                    </a:lnTo>
                    <a:lnTo>
                      <a:pt x="18" y="5"/>
                    </a:lnTo>
                    <a:lnTo>
                      <a:pt x="37" y="12"/>
                    </a:lnTo>
                    <a:lnTo>
                      <a:pt x="58" y="24"/>
                    </a:lnTo>
                    <a:lnTo>
                      <a:pt x="78" y="44"/>
                    </a:lnTo>
                    <a:lnTo>
                      <a:pt x="96" y="71"/>
                    </a:lnTo>
                    <a:lnTo>
                      <a:pt x="107" y="108"/>
                    </a:lnTo>
                    <a:lnTo>
                      <a:pt x="109" y="156"/>
                    </a:lnTo>
                    <a:lnTo>
                      <a:pt x="105" y="156"/>
                    </a:lnTo>
                    <a:lnTo>
                      <a:pt x="99" y="156"/>
                    </a:lnTo>
                    <a:lnTo>
                      <a:pt x="93" y="156"/>
                    </a:lnTo>
                    <a:lnTo>
                      <a:pt x="87" y="154"/>
                    </a:lnTo>
                    <a:lnTo>
                      <a:pt x="81" y="153"/>
                    </a:lnTo>
                    <a:lnTo>
                      <a:pt x="74" y="150"/>
                    </a:lnTo>
                    <a:lnTo>
                      <a:pt x="66" y="145"/>
                    </a:lnTo>
                    <a:lnTo>
                      <a:pt x="58" y="139"/>
                    </a:lnTo>
                    <a:lnTo>
                      <a:pt x="53" y="126"/>
                    </a:lnTo>
                    <a:lnTo>
                      <a:pt x="53" y="111"/>
                    </a:lnTo>
                    <a:lnTo>
                      <a:pt x="56" y="96"/>
                    </a:lnTo>
                    <a:lnTo>
                      <a:pt x="59" y="80"/>
                    </a:lnTo>
                    <a:lnTo>
                      <a:pt x="56" y="62"/>
                    </a:lnTo>
                    <a:lnTo>
                      <a:pt x="48" y="43"/>
                    </a:lnTo>
                    <a:lnTo>
                      <a:pt x="31" y="23"/>
                    </a:lnTo>
                    <a:lnTo>
                      <a:pt x="0" y="0"/>
                    </a:lnTo>
                    <a:close/>
                  </a:path>
                </a:pathLst>
              </a:custGeom>
              <a:solidFill>
                <a:schemeClr val="accent2"/>
              </a:solidFill>
              <a:ln w="9525">
                <a:noFill/>
                <a:miter lim="800000"/>
                <a:headEnd/>
                <a:tailEnd/>
              </a:ln>
            </p:spPr>
            <p:txBody>
              <a:bodyPr/>
              <a:lstStyle/>
              <a:p>
                <a:endParaRPr lang="zh-CN" altLang="en-US"/>
              </a:p>
            </p:txBody>
          </p:sp>
          <p:sp>
            <p:nvSpPr>
              <p:cNvPr id="2" name="Freeform 8"/>
              <p:cNvSpPr>
                <a:spLocks noChangeArrowheads="1"/>
              </p:cNvSpPr>
              <p:nvPr userDrawn="1"/>
            </p:nvSpPr>
            <p:spPr bwMode="auto">
              <a:xfrm rot="12185230" flipV="1">
                <a:off x="835" y="1429"/>
                <a:ext cx="103" cy="209"/>
              </a:xfrm>
              <a:custGeom>
                <a:avLst/>
                <a:gdLst>
                  <a:gd name="T0" fmla="*/ 491028 w 46"/>
                  <a:gd name="T1" fmla="*/ 0 h 94"/>
                  <a:gd name="T2" fmla="*/ 319770 w 46"/>
                  <a:gd name="T3" fmla="*/ 552607 h 94"/>
                  <a:gd name="T4" fmla="*/ 240738 w 46"/>
                  <a:gd name="T5" fmla="*/ 907038 h 94"/>
                  <a:gd name="T6" fmla="*/ 176958 w 46"/>
                  <a:gd name="T7" fmla="*/ 1154002 h 94"/>
                  <a:gd name="T8" fmla="*/ 0 w 46"/>
                  <a:gd name="T9" fmla="*/ 1373154 h 94"/>
                  <a:gd name="T10" fmla="*/ 189679 w 46"/>
                  <a:gd name="T11" fmla="*/ 1286419 h 94"/>
                  <a:gd name="T12" fmla="*/ 367750 w 46"/>
                  <a:gd name="T13" fmla="*/ 1168724 h 94"/>
                  <a:gd name="T14" fmla="*/ 510560 w 46"/>
                  <a:gd name="T15" fmla="*/ 1004080 h 94"/>
                  <a:gd name="T16" fmla="*/ 639462 w 46"/>
                  <a:gd name="T17" fmla="*/ 832371 h 94"/>
                  <a:gd name="T18" fmla="*/ 716007 w 46"/>
                  <a:gd name="T19" fmla="*/ 643958 h 94"/>
                  <a:gd name="T20" fmla="*/ 731721 w 46"/>
                  <a:gd name="T21" fmla="*/ 439425 h 94"/>
                  <a:gd name="T22" fmla="*/ 664778 w 46"/>
                  <a:gd name="T23" fmla="*/ 214914 h 94"/>
                  <a:gd name="T24" fmla="*/ 491028 w 46"/>
                  <a:gd name="T25" fmla="*/ 0 h 9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6"/>
                  <a:gd name="T40" fmla="*/ 0 h 94"/>
                  <a:gd name="T41" fmla="*/ 46 w 46"/>
                  <a:gd name="T42" fmla="*/ 94 h 9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6" h="94">
                    <a:moveTo>
                      <a:pt x="31" y="0"/>
                    </a:moveTo>
                    <a:lnTo>
                      <a:pt x="20" y="38"/>
                    </a:lnTo>
                    <a:lnTo>
                      <a:pt x="15" y="62"/>
                    </a:lnTo>
                    <a:lnTo>
                      <a:pt x="11" y="79"/>
                    </a:lnTo>
                    <a:lnTo>
                      <a:pt x="0" y="94"/>
                    </a:lnTo>
                    <a:lnTo>
                      <a:pt x="12" y="88"/>
                    </a:lnTo>
                    <a:lnTo>
                      <a:pt x="23" y="80"/>
                    </a:lnTo>
                    <a:lnTo>
                      <a:pt x="32" y="69"/>
                    </a:lnTo>
                    <a:lnTo>
                      <a:pt x="40" y="57"/>
                    </a:lnTo>
                    <a:lnTo>
                      <a:pt x="45" y="44"/>
                    </a:lnTo>
                    <a:lnTo>
                      <a:pt x="46" y="30"/>
                    </a:lnTo>
                    <a:lnTo>
                      <a:pt x="42" y="15"/>
                    </a:lnTo>
                    <a:lnTo>
                      <a:pt x="31" y="0"/>
                    </a:lnTo>
                    <a:close/>
                  </a:path>
                </a:pathLst>
              </a:custGeom>
              <a:solidFill>
                <a:schemeClr val="accent2"/>
              </a:solidFill>
              <a:ln w="9525">
                <a:noFill/>
                <a:miter lim="800000"/>
                <a:headEnd/>
                <a:tailEnd/>
              </a:ln>
            </p:spPr>
            <p:txBody>
              <a:bodyPr/>
              <a:lstStyle/>
              <a:p>
                <a:endParaRPr lang="zh-CN" altLang="en-US"/>
              </a:p>
            </p:txBody>
          </p:sp>
          <p:sp>
            <p:nvSpPr>
              <p:cNvPr id="3" name="Freeform 9"/>
              <p:cNvSpPr>
                <a:spLocks noChangeArrowheads="1"/>
              </p:cNvSpPr>
              <p:nvPr userDrawn="1"/>
            </p:nvSpPr>
            <p:spPr bwMode="auto">
              <a:xfrm rot="12185230" flipV="1">
                <a:off x="885" y="547"/>
                <a:ext cx="120" cy="90"/>
              </a:xfrm>
              <a:custGeom>
                <a:avLst/>
                <a:gdLst>
                  <a:gd name="T0" fmla="*/ 0 w 54"/>
                  <a:gd name="T1" fmla="*/ 0 h 40"/>
                  <a:gd name="T2" fmla="*/ 11807 w 54"/>
                  <a:gd name="T3" fmla="*/ 16382 h 40"/>
                  <a:gd name="T4" fmla="*/ 84542 w 54"/>
                  <a:gd name="T5" fmla="*/ 53228 h 40"/>
                  <a:gd name="T6" fmla="*/ 187871 w 54"/>
                  <a:gd name="T7" fmla="*/ 136096 h 40"/>
                  <a:gd name="T8" fmla="*/ 305051 w 54"/>
                  <a:gd name="T9" fmla="*/ 202289 h 40"/>
                  <a:gd name="T10" fmla="*/ 417491 w 54"/>
                  <a:gd name="T11" fmla="*/ 255470 h 40"/>
                  <a:gd name="T12" fmla="*/ 549398 w 54"/>
                  <a:gd name="T13" fmla="*/ 286999 h 40"/>
                  <a:gd name="T14" fmla="*/ 666073 w 54"/>
                  <a:gd name="T15" fmla="*/ 306216 h 40"/>
                  <a:gd name="T16" fmla="*/ 783838 w 54"/>
                  <a:gd name="T17" fmla="*/ 269467 h 40"/>
                  <a:gd name="T18" fmla="*/ 768836 w 54"/>
                  <a:gd name="T19" fmla="*/ 419859 h 40"/>
                  <a:gd name="T20" fmla="*/ 725476 w 54"/>
                  <a:gd name="T21" fmla="*/ 555842 h 40"/>
                  <a:gd name="T22" fmla="*/ 639858 w 54"/>
                  <a:gd name="T23" fmla="*/ 645748 h 40"/>
                  <a:gd name="T24" fmla="*/ 534231 w 54"/>
                  <a:gd name="T25" fmla="*/ 675191 h 40"/>
                  <a:gd name="T26" fmla="*/ 405738 w 54"/>
                  <a:gd name="T27" fmla="*/ 659507 h 40"/>
                  <a:gd name="T28" fmla="*/ 273516 w 54"/>
                  <a:gd name="T29" fmla="*/ 539233 h 40"/>
                  <a:gd name="T30" fmla="*/ 144053 w 54"/>
                  <a:gd name="T31" fmla="*/ 335797 h 40"/>
                  <a:gd name="T32" fmla="*/ 0 w 54"/>
                  <a:gd name="T33" fmla="*/ 0 h 4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54"/>
                  <a:gd name="T52" fmla="*/ 0 h 40"/>
                  <a:gd name="T53" fmla="*/ 54 w 54"/>
                  <a:gd name="T54" fmla="*/ 40 h 40"/>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54" h="40">
                    <a:moveTo>
                      <a:pt x="0" y="0"/>
                    </a:moveTo>
                    <a:lnTo>
                      <a:pt x="1" y="1"/>
                    </a:lnTo>
                    <a:lnTo>
                      <a:pt x="6" y="3"/>
                    </a:lnTo>
                    <a:lnTo>
                      <a:pt x="13" y="8"/>
                    </a:lnTo>
                    <a:lnTo>
                      <a:pt x="21" y="12"/>
                    </a:lnTo>
                    <a:lnTo>
                      <a:pt x="29" y="15"/>
                    </a:lnTo>
                    <a:lnTo>
                      <a:pt x="38" y="17"/>
                    </a:lnTo>
                    <a:lnTo>
                      <a:pt x="46" y="18"/>
                    </a:lnTo>
                    <a:lnTo>
                      <a:pt x="54" y="16"/>
                    </a:lnTo>
                    <a:lnTo>
                      <a:pt x="53" y="25"/>
                    </a:lnTo>
                    <a:lnTo>
                      <a:pt x="50" y="33"/>
                    </a:lnTo>
                    <a:lnTo>
                      <a:pt x="44" y="38"/>
                    </a:lnTo>
                    <a:lnTo>
                      <a:pt x="37" y="40"/>
                    </a:lnTo>
                    <a:lnTo>
                      <a:pt x="28" y="39"/>
                    </a:lnTo>
                    <a:lnTo>
                      <a:pt x="19" y="32"/>
                    </a:lnTo>
                    <a:lnTo>
                      <a:pt x="10" y="20"/>
                    </a:lnTo>
                    <a:lnTo>
                      <a:pt x="0" y="0"/>
                    </a:lnTo>
                    <a:close/>
                  </a:path>
                </a:pathLst>
              </a:custGeom>
              <a:solidFill>
                <a:schemeClr val="accent2"/>
              </a:solidFill>
              <a:ln w="9525">
                <a:noFill/>
                <a:miter lim="800000"/>
                <a:headEnd/>
                <a:tailEnd/>
              </a:ln>
            </p:spPr>
            <p:txBody>
              <a:bodyPr/>
              <a:lstStyle/>
              <a:p>
                <a:endParaRPr lang="zh-CN" altLang="en-US"/>
              </a:p>
            </p:txBody>
          </p:sp>
          <p:sp>
            <p:nvSpPr>
              <p:cNvPr id="4" name="Freeform 10"/>
              <p:cNvSpPr>
                <a:spLocks noChangeArrowheads="1"/>
              </p:cNvSpPr>
              <p:nvPr userDrawn="1"/>
            </p:nvSpPr>
            <p:spPr bwMode="auto">
              <a:xfrm rot="12185230" flipV="1">
                <a:off x="0" y="1566"/>
                <a:ext cx="330" cy="2059"/>
              </a:xfrm>
              <a:custGeom>
                <a:avLst/>
                <a:gdLst>
                  <a:gd name="T0" fmla="*/ 0 w 149"/>
                  <a:gd name="T1" fmla="*/ 0 h 704"/>
                  <a:gd name="T2" fmla="*/ 82019 w 149"/>
                  <a:gd name="T3" fmla="*/ 2425315 h 704"/>
                  <a:gd name="T4" fmla="*/ 221620 w 149"/>
                  <a:gd name="T5" fmla="*/ 5499188 h 704"/>
                  <a:gd name="T6" fmla="*/ 388412 w 149"/>
                  <a:gd name="T7" fmla="*/ 9396606 h 704"/>
                  <a:gd name="T8" fmla="*/ 573230 w 149"/>
                  <a:gd name="T9" fmla="*/ 14467011 h 704"/>
                  <a:gd name="T10" fmla="*/ 804088 w 149"/>
                  <a:gd name="T11" fmla="*/ 20746054 h 704"/>
                  <a:gd name="T12" fmla="*/ 1019483 w 149"/>
                  <a:gd name="T13" fmla="*/ 27482403 h 704"/>
                  <a:gd name="T14" fmla="*/ 1227199 w 149"/>
                  <a:gd name="T15" fmla="*/ 35218540 h 704"/>
                  <a:gd name="T16" fmla="*/ 1388766 w 149"/>
                  <a:gd name="T17" fmla="*/ 44191913 h 704"/>
                  <a:gd name="T18" fmla="*/ 1558971 w 149"/>
                  <a:gd name="T19" fmla="*/ 53726964 h 704"/>
                  <a:gd name="T20" fmla="*/ 1671889 w 149"/>
                  <a:gd name="T21" fmla="*/ 64717736 h 704"/>
                  <a:gd name="T22" fmla="*/ 1729882 w 149"/>
                  <a:gd name="T23" fmla="*/ 76759210 h 704"/>
                  <a:gd name="T24" fmla="*/ 1755237 w 149"/>
                  <a:gd name="T25" fmla="*/ 89346617 h 704"/>
                  <a:gd name="T26" fmla="*/ 1671889 w 149"/>
                  <a:gd name="T27" fmla="*/ 103410614 h 704"/>
                  <a:gd name="T28" fmla="*/ 1516820 w 149"/>
                  <a:gd name="T29" fmla="*/ 118300702 h 704"/>
                  <a:gd name="T30" fmla="*/ 1283352 w 149"/>
                  <a:gd name="T31" fmla="*/ 133959213 h 704"/>
                  <a:gd name="T32" fmla="*/ 930866 w 149"/>
                  <a:gd name="T33" fmla="*/ 151215762 h 704"/>
                  <a:gd name="T34" fmla="*/ 539488 w 149"/>
                  <a:gd name="T35" fmla="*/ 170773817 h 704"/>
                  <a:gd name="T36" fmla="*/ 294570 w 149"/>
                  <a:gd name="T37" fmla="*/ 188874149 h 704"/>
                  <a:gd name="T38" fmla="*/ 139621 w 149"/>
                  <a:gd name="T39" fmla="*/ 205583692 h 704"/>
                  <a:gd name="T40" fmla="*/ 82019 w 149"/>
                  <a:gd name="T41" fmla="*/ 221661627 h 704"/>
                  <a:gd name="T42" fmla="*/ 82019 w 149"/>
                  <a:gd name="T43" fmla="*/ 236946746 h 704"/>
                  <a:gd name="T44" fmla="*/ 113972 w 149"/>
                  <a:gd name="T45" fmla="*/ 251150114 h 704"/>
                  <a:gd name="T46" fmla="*/ 170690 w 149"/>
                  <a:gd name="T47" fmla="*/ 263614916 h 704"/>
                  <a:gd name="T48" fmla="*/ 196266 w 149"/>
                  <a:gd name="T49" fmla="*/ 275795487 h 704"/>
                  <a:gd name="T50" fmla="*/ 573230 w 149"/>
                  <a:gd name="T51" fmla="*/ 269514490 h 704"/>
                  <a:gd name="T52" fmla="*/ 539488 w 149"/>
                  <a:gd name="T53" fmla="*/ 266398810 h 704"/>
                  <a:gd name="T54" fmla="*/ 502419 w 149"/>
                  <a:gd name="T55" fmla="*/ 257425285 h 704"/>
                  <a:gd name="T56" fmla="*/ 460312 w 149"/>
                  <a:gd name="T57" fmla="*/ 243633714 h 704"/>
                  <a:gd name="T58" fmla="*/ 490836 w 149"/>
                  <a:gd name="T59" fmla="*/ 225280621 h 704"/>
                  <a:gd name="T60" fmla="*/ 573230 w 149"/>
                  <a:gd name="T61" fmla="*/ 203341108 h 704"/>
                  <a:gd name="T62" fmla="*/ 804088 w 149"/>
                  <a:gd name="T63" fmla="*/ 178290228 h 704"/>
                  <a:gd name="T64" fmla="*/ 1194839 w 149"/>
                  <a:gd name="T65" fmla="*/ 151215762 h 704"/>
                  <a:gd name="T66" fmla="*/ 1797607 w 149"/>
                  <a:gd name="T67" fmla="*/ 122562346 h 704"/>
                  <a:gd name="T68" fmla="*/ 1993869 w 149"/>
                  <a:gd name="T69" fmla="*/ 109310266 h 704"/>
                  <a:gd name="T70" fmla="*/ 2076046 w 149"/>
                  <a:gd name="T71" fmla="*/ 92011773 h 704"/>
                  <a:gd name="T72" fmla="*/ 2007829 w 149"/>
                  <a:gd name="T73" fmla="*/ 72047484 h 704"/>
                  <a:gd name="T74" fmla="*/ 1822973 w 149"/>
                  <a:gd name="T75" fmla="*/ 52489426 h 704"/>
                  <a:gd name="T76" fmla="*/ 1516820 w 149"/>
                  <a:gd name="T77" fmla="*/ 33338369 h 704"/>
                  <a:gd name="T78" fmla="*/ 1124288 w 149"/>
                  <a:gd name="T79" fmla="*/ 17271693 h 704"/>
                  <a:gd name="T80" fmla="*/ 610057 w 149"/>
                  <a:gd name="T81" fmla="*/ 5499188 h 704"/>
                  <a:gd name="T82" fmla="*/ 0 w 149"/>
                  <a:gd name="T83" fmla="*/ 0 h 70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49"/>
                  <a:gd name="T127" fmla="*/ 0 h 704"/>
                  <a:gd name="T128" fmla="*/ 149 w 149"/>
                  <a:gd name="T129" fmla="*/ 704 h 70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49" h="704">
                    <a:moveTo>
                      <a:pt x="0" y="0"/>
                    </a:moveTo>
                    <a:lnTo>
                      <a:pt x="6" y="6"/>
                    </a:lnTo>
                    <a:lnTo>
                      <a:pt x="16" y="14"/>
                    </a:lnTo>
                    <a:lnTo>
                      <a:pt x="28" y="24"/>
                    </a:lnTo>
                    <a:lnTo>
                      <a:pt x="41" y="37"/>
                    </a:lnTo>
                    <a:lnTo>
                      <a:pt x="58" y="53"/>
                    </a:lnTo>
                    <a:lnTo>
                      <a:pt x="73" y="70"/>
                    </a:lnTo>
                    <a:lnTo>
                      <a:pt x="88" y="90"/>
                    </a:lnTo>
                    <a:lnTo>
                      <a:pt x="100" y="113"/>
                    </a:lnTo>
                    <a:lnTo>
                      <a:pt x="112" y="137"/>
                    </a:lnTo>
                    <a:lnTo>
                      <a:pt x="120" y="165"/>
                    </a:lnTo>
                    <a:lnTo>
                      <a:pt x="124" y="196"/>
                    </a:lnTo>
                    <a:lnTo>
                      <a:pt x="126" y="228"/>
                    </a:lnTo>
                    <a:lnTo>
                      <a:pt x="120" y="264"/>
                    </a:lnTo>
                    <a:lnTo>
                      <a:pt x="109" y="302"/>
                    </a:lnTo>
                    <a:lnTo>
                      <a:pt x="92" y="342"/>
                    </a:lnTo>
                    <a:lnTo>
                      <a:pt x="67" y="386"/>
                    </a:lnTo>
                    <a:lnTo>
                      <a:pt x="39" y="436"/>
                    </a:lnTo>
                    <a:lnTo>
                      <a:pt x="21" y="482"/>
                    </a:lnTo>
                    <a:lnTo>
                      <a:pt x="10" y="525"/>
                    </a:lnTo>
                    <a:lnTo>
                      <a:pt x="6" y="566"/>
                    </a:lnTo>
                    <a:lnTo>
                      <a:pt x="6" y="605"/>
                    </a:lnTo>
                    <a:lnTo>
                      <a:pt x="8" y="641"/>
                    </a:lnTo>
                    <a:lnTo>
                      <a:pt x="12" y="673"/>
                    </a:lnTo>
                    <a:lnTo>
                      <a:pt x="14" y="704"/>
                    </a:lnTo>
                    <a:lnTo>
                      <a:pt x="41" y="688"/>
                    </a:lnTo>
                    <a:lnTo>
                      <a:pt x="39" y="680"/>
                    </a:lnTo>
                    <a:lnTo>
                      <a:pt x="36" y="657"/>
                    </a:lnTo>
                    <a:lnTo>
                      <a:pt x="33" y="622"/>
                    </a:lnTo>
                    <a:lnTo>
                      <a:pt x="35" y="575"/>
                    </a:lnTo>
                    <a:lnTo>
                      <a:pt x="41" y="519"/>
                    </a:lnTo>
                    <a:lnTo>
                      <a:pt x="58" y="455"/>
                    </a:lnTo>
                    <a:lnTo>
                      <a:pt x="86" y="386"/>
                    </a:lnTo>
                    <a:lnTo>
                      <a:pt x="129" y="313"/>
                    </a:lnTo>
                    <a:lnTo>
                      <a:pt x="143" y="279"/>
                    </a:lnTo>
                    <a:lnTo>
                      <a:pt x="149" y="235"/>
                    </a:lnTo>
                    <a:lnTo>
                      <a:pt x="144" y="184"/>
                    </a:lnTo>
                    <a:lnTo>
                      <a:pt x="131" y="134"/>
                    </a:lnTo>
                    <a:lnTo>
                      <a:pt x="109" y="85"/>
                    </a:lnTo>
                    <a:lnTo>
                      <a:pt x="81" y="44"/>
                    </a:lnTo>
                    <a:lnTo>
                      <a:pt x="44" y="14"/>
                    </a:lnTo>
                    <a:lnTo>
                      <a:pt x="0" y="0"/>
                    </a:lnTo>
                    <a:close/>
                  </a:path>
                </a:pathLst>
              </a:custGeom>
              <a:solidFill>
                <a:schemeClr val="accent2"/>
              </a:solidFill>
              <a:ln w="9525">
                <a:noFill/>
                <a:miter lim="800000"/>
                <a:headEnd/>
                <a:tailEnd/>
              </a:ln>
            </p:spPr>
            <p:txBody>
              <a:bodyPr/>
              <a:lstStyle/>
              <a:p>
                <a:endParaRPr lang="zh-CN" altLang="en-US"/>
              </a:p>
            </p:txBody>
          </p:sp>
        </p:grpSp>
        <p:sp>
          <p:nvSpPr>
            <p:cNvPr id="2057" name="Freeform 11"/>
            <p:cNvSpPr>
              <a:spLocks noChangeArrowheads="1"/>
            </p:cNvSpPr>
            <p:nvPr userDrawn="1"/>
          </p:nvSpPr>
          <p:spPr bwMode="auto">
            <a:xfrm rot="373330" flipH="1">
              <a:off x="22" y="1957"/>
              <a:ext cx="323" cy="649"/>
            </a:xfrm>
            <a:custGeom>
              <a:avLst/>
              <a:gdLst>
                <a:gd name="T0" fmla="*/ 6260785 w 128"/>
                <a:gd name="T1" fmla="*/ 0 h 217"/>
                <a:gd name="T2" fmla="*/ 7004154 w 128"/>
                <a:gd name="T3" fmla="*/ 4633890 h 217"/>
                <a:gd name="T4" fmla="*/ 7663591 w 128"/>
                <a:gd name="T5" fmla="*/ 13858961 h 217"/>
                <a:gd name="T6" fmla="*/ 8185961 w 128"/>
                <a:gd name="T7" fmla="*/ 25714639 h 217"/>
                <a:gd name="T8" fmla="*/ 8534768 w 128"/>
                <a:gd name="T9" fmla="*/ 39920495 h 217"/>
                <a:gd name="T10" fmla="*/ 8459143 w 128"/>
                <a:gd name="T11" fmla="*/ 56863977 h 217"/>
                <a:gd name="T12" fmla="*/ 7737182 w 128"/>
                <a:gd name="T13" fmla="*/ 74321105 h 217"/>
                <a:gd name="T14" fmla="*/ 6260785 w 128"/>
                <a:gd name="T15" fmla="*/ 92642878 h 217"/>
                <a:gd name="T16" fmla="*/ 3986809 w 128"/>
                <a:gd name="T17" fmla="*/ 111135639 h 217"/>
                <a:gd name="T18" fmla="*/ 3278685 w 128"/>
                <a:gd name="T19" fmla="*/ 109067964 h 217"/>
                <a:gd name="T20" fmla="*/ 2535303 w 128"/>
                <a:gd name="T21" fmla="*/ 107537939 h 217"/>
                <a:gd name="T22" fmla="*/ 1746206 w 128"/>
                <a:gd name="T23" fmla="*/ 104952210 h 217"/>
                <a:gd name="T24" fmla="*/ 1057573 w 128"/>
                <a:gd name="T25" fmla="*/ 102884684 h 217"/>
                <a:gd name="T26" fmla="*/ 522548 w 128"/>
                <a:gd name="T27" fmla="*/ 100380573 h 217"/>
                <a:gd name="T28" fmla="*/ 136084 w 128"/>
                <a:gd name="T29" fmla="*/ 97276678 h 217"/>
                <a:gd name="T30" fmla="*/ 0 w 128"/>
                <a:gd name="T31" fmla="*/ 93679247 h 217"/>
                <a:gd name="T32" fmla="*/ 82062 w 128"/>
                <a:gd name="T33" fmla="*/ 91093428 h 217"/>
                <a:gd name="T34" fmla="*/ 866546 w 128"/>
                <a:gd name="T35" fmla="*/ 87495001 h 217"/>
                <a:gd name="T36" fmla="*/ 1925388 w 128"/>
                <a:gd name="T37" fmla="*/ 82572114 h 217"/>
                <a:gd name="T38" fmla="*/ 3066128 w 128"/>
                <a:gd name="T39" fmla="*/ 76906916 h 217"/>
                <a:gd name="T40" fmla="*/ 4199318 w 128"/>
                <a:gd name="T41" fmla="*/ 68655237 h 217"/>
                <a:gd name="T42" fmla="*/ 5256209 w 128"/>
                <a:gd name="T43" fmla="*/ 57375557 h 217"/>
                <a:gd name="T44" fmla="*/ 6073649 w 128"/>
                <a:gd name="T45" fmla="*/ 42486961 h 217"/>
                <a:gd name="T46" fmla="*/ 6467914 w 128"/>
                <a:gd name="T47" fmla="*/ 23646874 h 217"/>
                <a:gd name="T48" fmla="*/ 6260785 w 128"/>
                <a:gd name="T49" fmla="*/ 0 h 21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8"/>
                <a:gd name="T76" fmla="*/ 0 h 217"/>
                <a:gd name="T77" fmla="*/ 128 w 128"/>
                <a:gd name="T78" fmla="*/ 217 h 21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8" h="217">
                  <a:moveTo>
                    <a:pt x="94" y="0"/>
                  </a:moveTo>
                  <a:lnTo>
                    <a:pt x="105" y="9"/>
                  </a:lnTo>
                  <a:lnTo>
                    <a:pt x="115" y="27"/>
                  </a:lnTo>
                  <a:lnTo>
                    <a:pt x="123" y="50"/>
                  </a:lnTo>
                  <a:lnTo>
                    <a:pt x="128" y="78"/>
                  </a:lnTo>
                  <a:lnTo>
                    <a:pt x="127" y="111"/>
                  </a:lnTo>
                  <a:lnTo>
                    <a:pt x="116" y="145"/>
                  </a:lnTo>
                  <a:lnTo>
                    <a:pt x="94" y="181"/>
                  </a:lnTo>
                  <a:lnTo>
                    <a:pt x="60" y="217"/>
                  </a:lnTo>
                  <a:lnTo>
                    <a:pt x="49" y="213"/>
                  </a:lnTo>
                  <a:lnTo>
                    <a:pt x="38" y="210"/>
                  </a:lnTo>
                  <a:lnTo>
                    <a:pt x="26" y="205"/>
                  </a:lnTo>
                  <a:lnTo>
                    <a:pt x="16" y="201"/>
                  </a:lnTo>
                  <a:lnTo>
                    <a:pt x="8" y="196"/>
                  </a:lnTo>
                  <a:lnTo>
                    <a:pt x="2" y="190"/>
                  </a:lnTo>
                  <a:lnTo>
                    <a:pt x="0" y="183"/>
                  </a:lnTo>
                  <a:lnTo>
                    <a:pt x="1" y="178"/>
                  </a:lnTo>
                  <a:lnTo>
                    <a:pt x="13" y="171"/>
                  </a:lnTo>
                  <a:lnTo>
                    <a:pt x="29" y="161"/>
                  </a:lnTo>
                  <a:lnTo>
                    <a:pt x="46" y="150"/>
                  </a:lnTo>
                  <a:lnTo>
                    <a:pt x="63" y="134"/>
                  </a:lnTo>
                  <a:lnTo>
                    <a:pt x="79" y="112"/>
                  </a:lnTo>
                  <a:lnTo>
                    <a:pt x="91" y="83"/>
                  </a:lnTo>
                  <a:lnTo>
                    <a:pt x="97" y="46"/>
                  </a:lnTo>
                  <a:lnTo>
                    <a:pt x="94" y="0"/>
                  </a:lnTo>
                  <a:close/>
                </a:path>
              </a:pathLst>
            </a:custGeom>
            <a:solidFill>
              <a:schemeClr val="folHlink"/>
            </a:solidFill>
            <a:ln w="9525">
              <a:noFill/>
              <a:miter lim="800000"/>
              <a:headEnd/>
              <a:tailEnd/>
            </a:ln>
          </p:spPr>
          <p:txBody>
            <a:bodyPr/>
            <a:lstStyle/>
            <a:p>
              <a:endParaRPr lang="zh-CN" altLang="en-US"/>
            </a:p>
          </p:txBody>
        </p:sp>
        <p:sp>
          <p:nvSpPr>
            <p:cNvPr id="2058" name="Freeform 12"/>
            <p:cNvSpPr>
              <a:spLocks noChangeArrowheads="1"/>
            </p:cNvSpPr>
            <p:nvPr userDrawn="1"/>
          </p:nvSpPr>
          <p:spPr bwMode="auto">
            <a:xfrm>
              <a:off x="168" y="1260"/>
              <a:ext cx="1259" cy="1532"/>
            </a:xfrm>
            <a:custGeom>
              <a:avLst/>
              <a:gdLst>
                <a:gd name="T0" fmla="*/ 891 w 1259"/>
                <a:gd name="T1" fmla="*/ 1532 h 1532"/>
                <a:gd name="T2" fmla="*/ 954 w 1259"/>
                <a:gd name="T3" fmla="*/ 1452 h 1532"/>
                <a:gd name="T4" fmla="*/ 1032 w 1259"/>
                <a:gd name="T5" fmla="*/ 1338 h 1532"/>
                <a:gd name="T6" fmla="*/ 1115 w 1259"/>
                <a:gd name="T7" fmla="*/ 1188 h 1532"/>
                <a:gd name="T8" fmla="*/ 1194 w 1259"/>
                <a:gd name="T9" fmla="*/ 1023 h 1532"/>
                <a:gd name="T10" fmla="*/ 1244 w 1259"/>
                <a:gd name="T11" fmla="*/ 841 h 1532"/>
                <a:gd name="T12" fmla="*/ 1259 w 1259"/>
                <a:gd name="T13" fmla="*/ 647 h 1532"/>
                <a:gd name="T14" fmla="*/ 1230 w 1259"/>
                <a:gd name="T15" fmla="*/ 463 h 1532"/>
                <a:gd name="T16" fmla="*/ 1140 w 1259"/>
                <a:gd name="T17" fmla="*/ 294 h 1532"/>
                <a:gd name="T18" fmla="*/ 1043 w 1259"/>
                <a:gd name="T19" fmla="*/ 190 h 1532"/>
                <a:gd name="T20" fmla="*/ 961 w 1259"/>
                <a:gd name="T21" fmla="*/ 109 h 1532"/>
                <a:gd name="T22" fmla="*/ 894 w 1259"/>
                <a:gd name="T23" fmla="*/ 65 h 1532"/>
                <a:gd name="T24" fmla="*/ 786 w 1259"/>
                <a:gd name="T25" fmla="*/ 18 h 1532"/>
                <a:gd name="T26" fmla="*/ 642 w 1259"/>
                <a:gd name="T27" fmla="*/ 0 h 1532"/>
                <a:gd name="T28" fmla="*/ 440 w 1259"/>
                <a:gd name="T29" fmla="*/ 23 h 1532"/>
                <a:gd name="T30" fmla="*/ 366 w 1259"/>
                <a:gd name="T31" fmla="*/ 44 h 1532"/>
                <a:gd name="T32" fmla="*/ 292 w 1259"/>
                <a:gd name="T33" fmla="*/ 58 h 1532"/>
                <a:gd name="T34" fmla="*/ 229 w 1259"/>
                <a:gd name="T35" fmla="*/ 79 h 1532"/>
                <a:gd name="T36" fmla="*/ 178 w 1259"/>
                <a:gd name="T37" fmla="*/ 103 h 1532"/>
                <a:gd name="T38" fmla="*/ 127 w 1259"/>
                <a:gd name="T39" fmla="*/ 127 h 1532"/>
                <a:gd name="T40" fmla="*/ 82 w 1259"/>
                <a:gd name="T41" fmla="*/ 158 h 1532"/>
                <a:gd name="T42" fmla="*/ 41 w 1259"/>
                <a:gd name="T43" fmla="*/ 197 h 1532"/>
                <a:gd name="T44" fmla="*/ 0 w 1259"/>
                <a:gd name="T45" fmla="*/ 243 h 1532"/>
                <a:gd name="T46" fmla="*/ 76 w 1259"/>
                <a:gd name="T47" fmla="*/ 215 h 1532"/>
                <a:gd name="T48" fmla="*/ 144 w 1259"/>
                <a:gd name="T49" fmla="*/ 194 h 1532"/>
                <a:gd name="T50" fmla="*/ 212 w 1259"/>
                <a:gd name="T51" fmla="*/ 179 h 1532"/>
                <a:gd name="T52" fmla="*/ 280 w 1259"/>
                <a:gd name="T53" fmla="*/ 164 h 1532"/>
                <a:gd name="T54" fmla="*/ 336 w 1259"/>
                <a:gd name="T55" fmla="*/ 149 h 1532"/>
                <a:gd name="T56" fmla="*/ 397 w 1259"/>
                <a:gd name="T57" fmla="*/ 149 h 1532"/>
                <a:gd name="T58" fmla="*/ 458 w 1259"/>
                <a:gd name="T59" fmla="*/ 141 h 1532"/>
                <a:gd name="T60" fmla="*/ 511 w 1259"/>
                <a:gd name="T61" fmla="*/ 146 h 1532"/>
                <a:gd name="T62" fmla="*/ 565 w 1259"/>
                <a:gd name="T63" fmla="*/ 152 h 1532"/>
                <a:gd name="T64" fmla="*/ 618 w 1259"/>
                <a:gd name="T65" fmla="*/ 166 h 1532"/>
                <a:gd name="T66" fmla="*/ 669 w 1259"/>
                <a:gd name="T67" fmla="*/ 186 h 1532"/>
                <a:gd name="T68" fmla="*/ 715 w 1259"/>
                <a:gd name="T69" fmla="*/ 205 h 1532"/>
                <a:gd name="T70" fmla="*/ 760 w 1259"/>
                <a:gd name="T71" fmla="*/ 239 h 1532"/>
                <a:gd name="T72" fmla="*/ 811 w 1259"/>
                <a:gd name="T73" fmla="*/ 267 h 1532"/>
                <a:gd name="T74" fmla="*/ 855 w 1259"/>
                <a:gd name="T75" fmla="*/ 307 h 1532"/>
                <a:gd name="T76" fmla="*/ 899 w 1259"/>
                <a:gd name="T77" fmla="*/ 348 h 1532"/>
                <a:gd name="T78" fmla="*/ 971 w 1259"/>
                <a:gd name="T79" fmla="*/ 464 h 1532"/>
                <a:gd name="T80" fmla="*/ 1016 w 1259"/>
                <a:gd name="T81" fmla="*/ 606 h 1532"/>
                <a:gd name="T82" fmla="*/ 1027 w 1259"/>
                <a:gd name="T83" fmla="*/ 774 h 1532"/>
                <a:gd name="T84" fmla="*/ 1022 w 1259"/>
                <a:gd name="T85" fmla="*/ 939 h 1532"/>
                <a:gd name="T86" fmla="*/ 1002 w 1259"/>
                <a:gd name="T87" fmla="*/ 1117 h 1532"/>
                <a:gd name="T88" fmla="*/ 966 w 1259"/>
                <a:gd name="T89" fmla="*/ 1279 h 1532"/>
                <a:gd name="T90" fmla="*/ 933 w 1259"/>
                <a:gd name="T91" fmla="*/ 1421 h 1532"/>
                <a:gd name="T92" fmla="*/ 891 w 1259"/>
                <a:gd name="T93" fmla="*/ 1532 h 153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1259"/>
                <a:gd name="T142" fmla="*/ 0 h 1532"/>
                <a:gd name="T143" fmla="*/ 1259 w 1259"/>
                <a:gd name="T144" fmla="*/ 1532 h 153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1259" h="1532">
                  <a:moveTo>
                    <a:pt x="891" y="1532"/>
                  </a:moveTo>
                  <a:lnTo>
                    <a:pt x="954" y="1452"/>
                  </a:lnTo>
                  <a:lnTo>
                    <a:pt x="1032" y="1338"/>
                  </a:lnTo>
                  <a:lnTo>
                    <a:pt x="1115" y="1188"/>
                  </a:lnTo>
                  <a:lnTo>
                    <a:pt x="1194" y="1023"/>
                  </a:lnTo>
                  <a:lnTo>
                    <a:pt x="1244" y="841"/>
                  </a:lnTo>
                  <a:lnTo>
                    <a:pt x="1259" y="647"/>
                  </a:lnTo>
                  <a:lnTo>
                    <a:pt x="1230" y="463"/>
                  </a:lnTo>
                  <a:lnTo>
                    <a:pt x="1140" y="294"/>
                  </a:lnTo>
                  <a:lnTo>
                    <a:pt x="1043" y="190"/>
                  </a:lnTo>
                  <a:lnTo>
                    <a:pt x="961" y="109"/>
                  </a:lnTo>
                  <a:lnTo>
                    <a:pt x="894" y="65"/>
                  </a:lnTo>
                  <a:lnTo>
                    <a:pt x="786" y="18"/>
                  </a:lnTo>
                  <a:lnTo>
                    <a:pt x="642" y="0"/>
                  </a:lnTo>
                  <a:lnTo>
                    <a:pt x="440" y="23"/>
                  </a:lnTo>
                  <a:lnTo>
                    <a:pt x="366" y="44"/>
                  </a:lnTo>
                  <a:lnTo>
                    <a:pt x="292" y="58"/>
                  </a:lnTo>
                  <a:lnTo>
                    <a:pt x="229" y="79"/>
                  </a:lnTo>
                  <a:lnTo>
                    <a:pt x="178" y="103"/>
                  </a:lnTo>
                  <a:lnTo>
                    <a:pt x="127" y="127"/>
                  </a:lnTo>
                  <a:lnTo>
                    <a:pt x="82" y="158"/>
                  </a:lnTo>
                  <a:lnTo>
                    <a:pt x="41" y="197"/>
                  </a:lnTo>
                  <a:lnTo>
                    <a:pt x="0" y="243"/>
                  </a:lnTo>
                  <a:lnTo>
                    <a:pt x="76" y="215"/>
                  </a:lnTo>
                  <a:lnTo>
                    <a:pt x="144" y="194"/>
                  </a:lnTo>
                  <a:lnTo>
                    <a:pt x="212" y="179"/>
                  </a:lnTo>
                  <a:lnTo>
                    <a:pt x="280" y="164"/>
                  </a:lnTo>
                  <a:lnTo>
                    <a:pt x="336" y="149"/>
                  </a:lnTo>
                  <a:lnTo>
                    <a:pt x="397" y="149"/>
                  </a:lnTo>
                  <a:lnTo>
                    <a:pt x="458" y="141"/>
                  </a:lnTo>
                  <a:lnTo>
                    <a:pt x="511" y="146"/>
                  </a:lnTo>
                  <a:lnTo>
                    <a:pt x="565" y="152"/>
                  </a:lnTo>
                  <a:lnTo>
                    <a:pt x="618" y="166"/>
                  </a:lnTo>
                  <a:lnTo>
                    <a:pt x="669" y="186"/>
                  </a:lnTo>
                  <a:lnTo>
                    <a:pt x="715" y="205"/>
                  </a:lnTo>
                  <a:lnTo>
                    <a:pt x="760" y="239"/>
                  </a:lnTo>
                  <a:lnTo>
                    <a:pt x="811" y="267"/>
                  </a:lnTo>
                  <a:lnTo>
                    <a:pt x="855" y="307"/>
                  </a:lnTo>
                  <a:lnTo>
                    <a:pt x="899" y="348"/>
                  </a:lnTo>
                  <a:lnTo>
                    <a:pt x="971" y="464"/>
                  </a:lnTo>
                  <a:lnTo>
                    <a:pt x="1016" y="606"/>
                  </a:lnTo>
                  <a:lnTo>
                    <a:pt x="1027" y="774"/>
                  </a:lnTo>
                  <a:lnTo>
                    <a:pt x="1022" y="939"/>
                  </a:lnTo>
                  <a:lnTo>
                    <a:pt x="1002" y="1117"/>
                  </a:lnTo>
                  <a:lnTo>
                    <a:pt x="966" y="1279"/>
                  </a:lnTo>
                  <a:lnTo>
                    <a:pt x="933" y="1421"/>
                  </a:lnTo>
                  <a:lnTo>
                    <a:pt x="891" y="1532"/>
                  </a:lnTo>
                  <a:close/>
                </a:path>
              </a:pathLst>
            </a:custGeom>
            <a:solidFill>
              <a:schemeClr val="folHlink"/>
            </a:solidFill>
            <a:ln w="9525">
              <a:noFill/>
              <a:miter lim="800000"/>
              <a:headEnd/>
              <a:tailEnd/>
            </a:ln>
          </p:spPr>
          <p:txBody>
            <a:bodyPr/>
            <a:lstStyle/>
            <a:p>
              <a:endParaRPr lang="zh-CN" altLang="en-US"/>
            </a:p>
          </p:txBody>
        </p:sp>
        <p:sp>
          <p:nvSpPr>
            <p:cNvPr id="2059" name="Freeform 13"/>
            <p:cNvSpPr>
              <a:spLocks noChangeArrowheads="1"/>
            </p:cNvSpPr>
            <p:nvPr userDrawn="1"/>
          </p:nvSpPr>
          <p:spPr bwMode="auto">
            <a:xfrm>
              <a:off x="0" y="2610"/>
              <a:ext cx="801" cy="459"/>
            </a:xfrm>
            <a:custGeom>
              <a:avLst/>
              <a:gdLst>
                <a:gd name="T0" fmla="*/ 0 w 801"/>
                <a:gd name="T1" fmla="*/ 0 h 459"/>
                <a:gd name="T2" fmla="*/ 37 w 801"/>
                <a:gd name="T3" fmla="*/ 69 h 459"/>
                <a:gd name="T4" fmla="*/ 68 w 801"/>
                <a:gd name="T5" fmla="*/ 132 h 459"/>
                <a:gd name="T6" fmla="*/ 110 w 801"/>
                <a:gd name="T7" fmla="*/ 188 h 459"/>
                <a:gd name="T8" fmla="*/ 149 w 801"/>
                <a:gd name="T9" fmla="*/ 229 h 459"/>
                <a:gd name="T10" fmla="*/ 192 w 801"/>
                <a:gd name="T11" fmla="*/ 278 h 459"/>
                <a:gd name="T12" fmla="*/ 250 w 801"/>
                <a:gd name="T13" fmla="*/ 314 h 459"/>
                <a:gd name="T14" fmla="*/ 308 w 801"/>
                <a:gd name="T15" fmla="*/ 336 h 459"/>
                <a:gd name="T16" fmla="*/ 365 w 801"/>
                <a:gd name="T17" fmla="*/ 365 h 459"/>
                <a:gd name="T18" fmla="*/ 430 w 801"/>
                <a:gd name="T19" fmla="*/ 381 h 459"/>
                <a:gd name="T20" fmla="*/ 501 w 801"/>
                <a:gd name="T21" fmla="*/ 390 h 459"/>
                <a:gd name="T22" fmla="*/ 573 w 801"/>
                <a:gd name="T23" fmla="*/ 392 h 459"/>
                <a:gd name="T24" fmla="*/ 646 w 801"/>
                <a:gd name="T25" fmla="*/ 381 h 459"/>
                <a:gd name="T26" fmla="*/ 726 w 801"/>
                <a:gd name="T27" fmla="*/ 362 h 459"/>
                <a:gd name="T28" fmla="*/ 801 w 801"/>
                <a:gd name="T29" fmla="*/ 335 h 459"/>
                <a:gd name="T30" fmla="*/ 731 w 801"/>
                <a:gd name="T31" fmla="*/ 377 h 459"/>
                <a:gd name="T32" fmla="*/ 662 w 801"/>
                <a:gd name="T33" fmla="*/ 404 h 459"/>
                <a:gd name="T34" fmla="*/ 594 w 801"/>
                <a:gd name="T35" fmla="*/ 432 h 459"/>
                <a:gd name="T36" fmla="*/ 532 w 801"/>
                <a:gd name="T37" fmla="*/ 445 h 459"/>
                <a:gd name="T38" fmla="*/ 471 w 801"/>
                <a:gd name="T39" fmla="*/ 459 h 459"/>
                <a:gd name="T40" fmla="*/ 411 w 801"/>
                <a:gd name="T41" fmla="*/ 458 h 459"/>
                <a:gd name="T42" fmla="*/ 350 w 801"/>
                <a:gd name="T43" fmla="*/ 458 h 459"/>
                <a:gd name="T44" fmla="*/ 291 w 801"/>
                <a:gd name="T45" fmla="*/ 450 h 459"/>
                <a:gd name="T46" fmla="*/ 244 w 801"/>
                <a:gd name="T47" fmla="*/ 436 h 459"/>
                <a:gd name="T48" fmla="*/ 192 w 801"/>
                <a:gd name="T49" fmla="*/ 415 h 459"/>
                <a:gd name="T50" fmla="*/ 145 w 801"/>
                <a:gd name="T51" fmla="*/ 394 h 459"/>
                <a:gd name="T52" fmla="*/ 100 w 801"/>
                <a:gd name="T53" fmla="*/ 373 h 459"/>
                <a:gd name="T54" fmla="*/ 60 w 801"/>
                <a:gd name="T55" fmla="*/ 347 h 459"/>
                <a:gd name="T56" fmla="*/ 0 w 801"/>
                <a:gd name="T57" fmla="*/ 294 h 459"/>
                <a:gd name="T58" fmla="*/ 0 w 801"/>
                <a:gd name="T59" fmla="*/ 0 h 459"/>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801"/>
                <a:gd name="T91" fmla="*/ 0 h 459"/>
                <a:gd name="T92" fmla="*/ 801 w 801"/>
                <a:gd name="T93" fmla="*/ 459 h 459"/>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801" h="459">
                  <a:moveTo>
                    <a:pt x="0" y="0"/>
                  </a:moveTo>
                  <a:lnTo>
                    <a:pt x="37" y="69"/>
                  </a:lnTo>
                  <a:lnTo>
                    <a:pt x="68" y="132"/>
                  </a:lnTo>
                  <a:lnTo>
                    <a:pt x="110" y="188"/>
                  </a:lnTo>
                  <a:lnTo>
                    <a:pt x="149" y="229"/>
                  </a:lnTo>
                  <a:lnTo>
                    <a:pt x="192" y="278"/>
                  </a:lnTo>
                  <a:lnTo>
                    <a:pt x="250" y="314"/>
                  </a:lnTo>
                  <a:lnTo>
                    <a:pt x="308" y="336"/>
                  </a:lnTo>
                  <a:lnTo>
                    <a:pt x="365" y="365"/>
                  </a:lnTo>
                  <a:lnTo>
                    <a:pt x="430" y="381"/>
                  </a:lnTo>
                  <a:lnTo>
                    <a:pt x="501" y="390"/>
                  </a:lnTo>
                  <a:lnTo>
                    <a:pt x="573" y="392"/>
                  </a:lnTo>
                  <a:lnTo>
                    <a:pt x="646" y="381"/>
                  </a:lnTo>
                  <a:lnTo>
                    <a:pt x="726" y="362"/>
                  </a:lnTo>
                  <a:lnTo>
                    <a:pt x="801" y="335"/>
                  </a:lnTo>
                  <a:lnTo>
                    <a:pt x="731" y="377"/>
                  </a:lnTo>
                  <a:lnTo>
                    <a:pt x="662" y="404"/>
                  </a:lnTo>
                  <a:lnTo>
                    <a:pt x="594" y="432"/>
                  </a:lnTo>
                  <a:lnTo>
                    <a:pt x="532" y="445"/>
                  </a:lnTo>
                  <a:lnTo>
                    <a:pt x="471" y="459"/>
                  </a:lnTo>
                  <a:lnTo>
                    <a:pt x="411" y="458"/>
                  </a:lnTo>
                  <a:lnTo>
                    <a:pt x="350" y="458"/>
                  </a:lnTo>
                  <a:lnTo>
                    <a:pt x="291" y="450"/>
                  </a:lnTo>
                  <a:lnTo>
                    <a:pt x="244" y="436"/>
                  </a:lnTo>
                  <a:lnTo>
                    <a:pt x="192" y="415"/>
                  </a:lnTo>
                  <a:lnTo>
                    <a:pt x="145" y="394"/>
                  </a:lnTo>
                  <a:lnTo>
                    <a:pt x="100" y="373"/>
                  </a:lnTo>
                  <a:lnTo>
                    <a:pt x="60" y="347"/>
                  </a:lnTo>
                  <a:lnTo>
                    <a:pt x="0" y="294"/>
                  </a:lnTo>
                  <a:lnTo>
                    <a:pt x="0" y="0"/>
                  </a:lnTo>
                  <a:close/>
                </a:path>
              </a:pathLst>
            </a:custGeom>
            <a:solidFill>
              <a:schemeClr val="folHlink"/>
            </a:solidFill>
            <a:ln w="9525">
              <a:noFill/>
              <a:miter lim="800000"/>
              <a:headEnd/>
              <a:tailEnd/>
            </a:ln>
          </p:spPr>
          <p:txBody>
            <a:bodyPr/>
            <a:lstStyle/>
            <a:p>
              <a:endParaRPr lang="zh-CN" altLang="en-US"/>
            </a:p>
          </p:txBody>
        </p:sp>
        <p:sp>
          <p:nvSpPr>
            <p:cNvPr id="2060" name="Freeform 14"/>
            <p:cNvSpPr>
              <a:spLocks noChangeArrowheads="1"/>
            </p:cNvSpPr>
            <p:nvPr userDrawn="1"/>
          </p:nvSpPr>
          <p:spPr bwMode="auto">
            <a:xfrm rot="373330" flipH="1">
              <a:off x="898" y="2855"/>
              <a:ext cx="354" cy="464"/>
            </a:xfrm>
            <a:custGeom>
              <a:avLst/>
              <a:gdLst>
                <a:gd name="T0" fmla="*/ 44175596 w 117"/>
                <a:gd name="T1" fmla="*/ 0 h 132"/>
                <a:gd name="T2" fmla="*/ 0 w 117"/>
                <a:gd name="T3" fmla="*/ 88974422 h 132"/>
                <a:gd name="T4" fmla="*/ 1740721 w 117"/>
                <a:gd name="T5" fmla="*/ 92190898 h 132"/>
                <a:gd name="T6" fmla="*/ 8161422 w 117"/>
                <a:gd name="T7" fmla="*/ 103404305 h 132"/>
                <a:gd name="T8" fmla="*/ 17107679 w 117"/>
                <a:gd name="T9" fmla="*/ 128491752 h 132"/>
                <a:gd name="T10" fmla="*/ 27075030 w 117"/>
                <a:gd name="T11" fmla="*/ 167065520 h 132"/>
                <a:gd name="T12" fmla="*/ 38908884 w 117"/>
                <a:gd name="T13" fmla="*/ 220654676 h 132"/>
                <a:gd name="T14" fmla="*/ 49451776 w 117"/>
                <a:gd name="T15" fmla="*/ 284576188 h 132"/>
                <a:gd name="T16" fmla="*/ 60117899 w 117"/>
                <a:gd name="T17" fmla="*/ 366347731 h 132"/>
                <a:gd name="T18" fmla="*/ 68272540 w 117"/>
                <a:gd name="T19" fmla="*/ 469752036 h 132"/>
                <a:gd name="T20" fmla="*/ 68848604 w 117"/>
                <a:gd name="T21" fmla="*/ 427145137 h 132"/>
                <a:gd name="T22" fmla="*/ 67703998 w 117"/>
                <a:gd name="T23" fmla="*/ 380777617 h 132"/>
                <a:gd name="T24" fmla="*/ 63581038 w 117"/>
                <a:gd name="T25" fmla="*/ 319980207 h 132"/>
                <a:gd name="T26" fmla="*/ 58370388 w 117"/>
                <a:gd name="T27" fmla="*/ 263269210 h 132"/>
                <a:gd name="T28" fmla="*/ 52337021 w 117"/>
                <a:gd name="T29" fmla="*/ 206482998 h 132"/>
                <a:gd name="T30" fmla="*/ 45898036 w 117"/>
                <a:gd name="T31" fmla="*/ 159864767 h 132"/>
                <a:gd name="T32" fmla="*/ 39484455 w 117"/>
                <a:gd name="T33" fmla="*/ 128491752 h 132"/>
                <a:gd name="T34" fmla="*/ 34020368 w 117"/>
                <a:gd name="T35" fmla="*/ 113476933 h 132"/>
                <a:gd name="T36" fmla="*/ 40629052 w 117"/>
                <a:gd name="T37" fmla="*/ 103404305 h 132"/>
                <a:gd name="T38" fmla="*/ 46494992 w 117"/>
                <a:gd name="T39" fmla="*/ 99067360 h 132"/>
                <a:gd name="T40" fmla="*/ 52337021 w 117"/>
                <a:gd name="T41" fmla="*/ 92190898 h 132"/>
                <a:gd name="T42" fmla="*/ 57801105 w 117"/>
                <a:gd name="T43" fmla="*/ 88974422 h 132"/>
                <a:gd name="T44" fmla="*/ 61861200 w 117"/>
                <a:gd name="T45" fmla="*/ 84969216 h 132"/>
                <a:gd name="T46" fmla="*/ 64171120 w 117"/>
                <a:gd name="T47" fmla="*/ 78091098 h 132"/>
                <a:gd name="T48" fmla="*/ 66552336 w 117"/>
                <a:gd name="T49" fmla="*/ 74895551 h 132"/>
                <a:gd name="T50" fmla="*/ 67128684 w 117"/>
                <a:gd name="T51" fmla="*/ 74895551 h 132"/>
                <a:gd name="T52" fmla="*/ 44175596 w 117"/>
                <a:gd name="T53" fmla="*/ 0 h 13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17"/>
                <a:gd name="T82" fmla="*/ 0 h 132"/>
                <a:gd name="T83" fmla="*/ 117 w 117"/>
                <a:gd name="T84" fmla="*/ 132 h 132"/>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17" h="132">
                  <a:moveTo>
                    <a:pt x="75" y="0"/>
                  </a:moveTo>
                  <a:lnTo>
                    <a:pt x="0" y="25"/>
                  </a:lnTo>
                  <a:lnTo>
                    <a:pt x="3" y="26"/>
                  </a:lnTo>
                  <a:lnTo>
                    <a:pt x="14" y="29"/>
                  </a:lnTo>
                  <a:lnTo>
                    <a:pt x="29" y="36"/>
                  </a:lnTo>
                  <a:lnTo>
                    <a:pt x="46" y="47"/>
                  </a:lnTo>
                  <a:lnTo>
                    <a:pt x="66" y="62"/>
                  </a:lnTo>
                  <a:lnTo>
                    <a:pt x="84" y="80"/>
                  </a:lnTo>
                  <a:lnTo>
                    <a:pt x="102" y="103"/>
                  </a:lnTo>
                  <a:lnTo>
                    <a:pt x="116" y="132"/>
                  </a:lnTo>
                  <a:lnTo>
                    <a:pt x="117" y="120"/>
                  </a:lnTo>
                  <a:lnTo>
                    <a:pt x="115" y="107"/>
                  </a:lnTo>
                  <a:lnTo>
                    <a:pt x="108" y="90"/>
                  </a:lnTo>
                  <a:lnTo>
                    <a:pt x="99" y="74"/>
                  </a:lnTo>
                  <a:lnTo>
                    <a:pt x="89" y="58"/>
                  </a:lnTo>
                  <a:lnTo>
                    <a:pt x="78" y="45"/>
                  </a:lnTo>
                  <a:lnTo>
                    <a:pt x="67" y="36"/>
                  </a:lnTo>
                  <a:lnTo>
                    <a:pt x="58" y="32"/>
                  </a:lnTo>
                  <a:lnTo>
                    <a:pt x="69" y="29"/>
                  </a:lnTo>
                  <a:lnTo>
                    <a:pt x="79" y="28"/>
                  </a:lnTo>
                  <a:lnTo>
                    <a:pt x="89" y="26"/>
                  </a:lnTo>
                  <a:lnTo>
                    <a:pt x="98" y="25"/>
                  </a:lnTo>
                  <a:lnTo>
                    <a:pt x="105" y="24"/>
                  </a:lnTo>
                  <a:lnTo>
                    <a:pt x="109" y="22"/>
                  </a:lnTo>
                  <a:lnTo>
                    <a:pt x="113" y="21"/>
                  </a:lnTo>
                  <a:lnTo>
                    <a:pt x="114" y="21"/>
                  </a:lnTo>
                  <a:lnTo>
                    <a:pt x="75" y="0"/>
                  </a:lnTo>
                  <a:close/>
                </a:path>
              </a:pathLst>
            </a:custGeom>
            <a:solidFill>
              <a:schemeClr val="folHlink"/>
            </a:solidFill>
            <a:ln w="9525">
              <a:noFill/>
              <a:miter lim="800000"/>
              <a:headEnd/>
              <a:tailEnd/>
            </a:ln>
          </p:spPr>
          <p:txBody>
            <a:bodyPr/>
            <a:lstStyle/>
            <a:p>
              <a:endParaRPr lang="zh-CN" altLang="en-US"/>
            </a:p>
          </p:txBody>
        </p:sp>
        <p:sp>
          <p:nvSpPr>
            <p:cNvPr id="2061" name="Freeform 15"/>
            <p:cNvSpPr>
              <a:spLocks noChangeArrowheads="1"/>
            </p:cNvSpPr>
            <p:nvPr userDrawn="1"/>
          </p:nvSpPr>
          <p:spPr bwMode="auto">
            <a:xfrm rot="373330" flipH="1">
              <a:off x="799" y="2979"/>
              <a:ext cx="87" cy="274"/>
            </a:xfrm>
            <a:custGeom>
              <a:avLst/>
              <a:gdLst>
                <a:gd name="T0" fmla="*/ 15411789 w 29"/>
                <a:gd name="T1" fmla="*/ 0 h 77"/>
                <a:gd name="T2" fmla="*/ 12223143 w 29"/>
                <a:gd name="T3" fmla="*/ 0 h 77"/>
                <a:gd name="T4" fmla="*/ 8503056 w 29"/>
                <a:gd name="T5" fmla="*/ 16270547 h 77"/>
                <a:gd name="T6" fmla="*/ 4782969 w 29"/>
                <a:gd name="T7" fmla="*/ 37150073 h 77"/>
                <a:gd name="T8" fmla="*/ 2125764 w 29"/>
                <a:gd name="T9" fmla="*/ 78771057 h 77"/>
                <a:gd name="T10" fmla="*/ 531441 w 29"/>
                <a:gd name="T11" fmla="*/ 124040850 h 77"/>
                <a:gd name="T12" fmla="*/ 0 w 29"/>
                <a:gd name="T13" fmla="*/ 181967218 h 77"/>
                <a:gd name="T14" fmla="*/ 1594323 w 29"/>
                <a:gd name="T15" fmla="*/ 248087966 h 77"/>
                <a:gd name="T16" fmla="*/ 5845851 w 29"/>
                <a:gd name="T17" fmla="*/ 317344999 h 77"/>
                <a:gd name="T18" fmla="*/ 7971615 w 29"/>
                <a:gd name="T19" fmla="*/ 219088902 h 77"/>
                <a:gd name="T20" fmla="*/ 10097379 w 29"/>
                <a:gd name="T21" fmla="*/ 152968599 h 77"/>
                <a:gd name="T22" fmla="*/ 12223143 w 29"/>
                <a:gd name="T23" fmla="*/ 90468085 h 77"/>
                <a:gd name="T24" fmla="*/ 15411789 w 29"/>
                <a:gd name="T25" fmla="*/ 0 h 7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9"/>
                <a:gd name="T40" fmla="*/ 0 h 77"/>
                <a:gd name="T41" fmla="*/ 29 w 29"/>
                <a:gd name="T42" fmla="*/ 77 h 7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9" h="77">
                  <a:moveTo>
                    <a:pt x="29" y="0"/>
                  </a:moveTo>
                  <a:lnTo>
                    <a:pt x="23" y="0"/>
                  </a:lnTo>
                  <a:lnTo>
                    <a:pt x="16" y="4"/>
                  </a:lnTo>
                  <a:lnTo>
                    <a:pt x="9" y="9"/>
                  </a:lnTo>
                  <a:lnTo>
                    <a:pt x="4" y="19"/>
                  </a:lnTo>
                  <a:lnTo>
                    <a:pt x="1" y="30"/>
                  </a:lnTo>
                  <a:lnTo>
                    <a:pt x="0" y="44"/>
                  </a:lnTo>
                  <a:lnTo>
                    <a:pt x="3" y="60"/>
                  </a:lnTo>
                  <a:lnTo>
                    <a:pt x="11" y="77"/>
                  </a:lnTo>
                  <a:lnTo>
                    <a:pt x="15" y="53"/>
                  </a:lnTo>
                  <a:lnTo>
                    <a:pt x="19" y="37"/>
                  </a:lnTo>
                  <a:lnTo>
                    <a:pt x="23" y="22"/>
                  </a:lnTo>
                  <a:lnTo>
                    <a:pt x="29" y="0"/>
                  </a:lnTo>
                  <a:close/>
                </a:path>
              </a:pathLst>
            </a:custGeom>
            <a:solidFill>
              <a:schemeClr val="folHlink"/>
            </a:solidFill>
            <a:ln w="9525">
              <a:noFill/>
              <a:miter lim="800000"/>
              <a:headEnd/>
              <a:tailEnd/>
            </a:ln>
          </p:spPr>
          <p:txBody>
            <a:bodyPr/>
            <a:lstStyle/>
            <a:p>
              <a:endParaRPr lang="zh-CN" altLang="en-US"/>
            </a:p>
          </p:txBody>
        </p:sp>
        <p:sp>
          <p:nvSpPr>
            <p:cNvPr id="2062" name="Freeform 16"/>
            <p:cNvSpPr>
              <a:spLocks noChangeArrowheads="1"/>
            </p:cNvSpPr>
            <p:nvPr userDrawn="1"/>
          </p:nvSpPr>
          <p:spPr bwMode="auto">
            <a:xfrm>
              <a:off x="1190" y="3273"/>
              <a:ext cx="1108" cy="1047"/>
            </a:xfrm>
            <a:custGeom>
              <a:avLst/>
              <a:gdLst>
                <a:gd name="T0" fmla="*/ 784 w 1108"/>
                <a:gd name="T1" fmla="*/ 1047 h 1047"/>
                <a:gd name="T2" fmla="*/ 692 w 1108"/>
                <a:gd name="T3" fmla="*/ 1011 h 1047"/>
                <a:gd name="T4" fmla="*/ 607 w 1108"/>
                <a:gd name="T5" fmla="*/ 945 h 1047"/>
                <a:gd name="T6" fmla="*/ 517 w 1108"/>
                <a:gd name="T7" fmla="*/ 861 h 1047"/>
                <a:gd name="T8" fmla="*/ 432 w 1108"/>
                <a:gd name="T9" fmla="*/ 776 h 1047"/>
                <a:gd name="T10" fmla="*/ 350 w 1108"/>
                <a:gd name="T11" fmla="*/ 677 h 1047"/>
                <a:gd name="T12" fmla="*/ 266 w 1108"/>
                <a:gd name="T13" fmla="*/ 563 h 1047"/>
                <a:gd name="T14" fmla="*/ 188 w 1108"/>
                <a:gd name="T15" fmla="*/ 447 h 1047"/>
                <a:gd name="T16" fmla="*/ 122 w 1108"/>
                <a:gd name="T17" fmla="*/ 325 h 1047"/>
                <a:gd name="T18" fmla="*/ 65 w 1108"/>
                <a:gd name="T19" fmla="*/ 211 h 1047"/>
                <a:gd name="T20" fmla="*/ 21 w 1108"/>
                <a:gd name="T21" fmla="*/ 101 h 1047"/>
                <a:gd name="T22" fmla="*/ 0 w 1108"/>
                <a:gd name="T23" fmla="*/ 0 h 1047"/>
                <a:gd name="T24" fmla="*/ 109 w 1108"/>
                <a:gd name="T25" fmla="*/ 217 h 1047"/>
                <a:gd name="T26" fmla="*/ 209 w 1108"/>
                <a:gd name="T27" fmla="*/ 378 h 1047"/>
                <a:gd name="T28" fmla="*/ 294 w 1108"/>
                <a:gd name="T29" fmla="*/ 500 h 1047"/>
                <a:gd name="T30" fmla="*/ 373 w 1108"/>
                <a:gd name="T31" fmla="*/ 590 h 1047"/>
                <a:gd name="T32" fmla="*/ 441 w 1108"/>
                <a:gd name="T33" fmla="*/ 661 h 1047"/>
                <a:gd name="T34" fmla="*/ 506 w 1108"/>
                <a:gd name="T35" fmla="*/ 713 h 1047"/>
                <a:gd name="T36" fmla="*/ 564 w 1108"/>
                <a:gd name="T37" fmla="*/ 754 h 1047"/>
                <a:gd name="T38" fmla="*/ 620 w 1108"/>
                <a:gd name="T39" fmla="*/ 801 h 1047"/>
                <a:gd name="T40" fmla="*/ 754 w 1108"/>
                <a:gd name="T41" fmla="*/ 899 h 1047"/>
                <a:gd name="T42" fmla="*/ 925 w 1108"/>
                <a:gd name="T43" fmla="*/ 977 h 1047"/>
                <a:gd name="T44" fmla="*/ 1108 w 1108"/>
                <a:gd name="T45" fmla="*/ 1047 h 1047"/>
                <a:gd name="T46" fmla="*/ 784 w 1108"/>
                <a:gd name="T47" fmla="*/ 1047 h 104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08"/>
                <a:gd name="T73" fmla="*/ 0 h 1047"/>
                <a:gd name="T74" fmla="*/ 1108 w 1108"/>
                <a:gd name="T75" fmla="*/ 1047 h 1047"/>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08" h="1047">
                  <a:moveTo>
                    <a:pt x="784" y="1047"/>
                  </a:moveTo>
                  <a:lnTo>
                    <a:pt x="692" y="1011"/>
                  </a:lnTo>
                  <a:lnTo>
                    <a:pt x="607" y="945"/>
                  </a:lnTo>
                  <a:lnTo>
                    <a:pt x="517" y="861"/>
                  </a:lnTo>
                  <a:lnTo>
                    <a:pt x="432" y="776"/>
                  </a:lnTo>
                  <a:lnTo>
                    <a:pt x="350" y="677"/>
                  </a:lnTo>
                  <a:lnTo>
                    <a:pt x="266" y="563"/>
                  </a:lnTo>
                  <a:lnTo>
                    <a:pt x="188" y="447"/>
                  </a:lnTo>
                  <a:lnTo>
                    <a:pt x="122" y="325"/>
                  </a:lnTo>
                  <a:lnTo>
                    <a:pt x="65" y="211"/>
                  </a:lnTo>
                  <a:lnTo>
                    <a:pt x="21" y="101"/>
                  </a:lnTo>
                  <a:lnTo>
                    <a:pt x="0" y="0"/>
                  </a:lnTo>
                  <a:lnTo>
                    <a:pt x="109" y="217"/>
                  </a:lnTo>
                  <a:lnTo>
                    <a:pt x="209" y="378"/>
                  </a:lnTo>
                  <a:lnTo>
                    <a:pt x="294" y="500"/>
                  </a:lnTo>
                  <a:lnTo>
                    <a:pt x="373" y="590"/>
                  </a:lnTo>
                  <a:lnTo>
                    <a:pt x="441" y="661"/>
                  </a:lnTo>
                  <a:lnTo>
                    <a:pt x="506" y="713"/>
                  </a:lnTo>
                  <a:lnTo>
                    <a:pt x="564" y="754"/>
                  </a:lnTo>
                  <a:lnTo>
                    <a:pt x="620" y="801"/>
                  </a:lnTo>
                  <a:lnTo>
                    <a:pt x="754" y="899"/>
                  </a:lnTo>
                  <a:lnTo>
                    <a:pt x="925" y="977"/>
                  </a:lnTo>
                  <a:lnTo>
                    <a:pt x="1108" y="1047"/>
                  </a:lnTo>
                  <a:lnTo>
                    <a:pt x="784" y="1047"/>
                  </a:lnTo>
                  <a:close/>
                </a:path>
              </a:pathLst>
            </a:custGeom>
            <a:solidFill>
              <a:schemeClr val="folHlink"/>
            </a:solidFill>
            <a:ln w="9525">
              <a:noFill/>
              <a:miter lim="800000"/>
              <a:headEnd/>
              <a:tailEnd/>
            </a:ln>
          </p:spPr>
          <p:txBody>
            <a:bodyPr/>
            <a:lstStyle/>
            <a:p>
              <a:endParaRPr lang="zh-CN" altLang="en-US"/>
            </a:p>
          </p:txBody>
        </p:sp>
        <p:grpSp>
          <p:nvGrpSpPr>
            <p:cNvPr id="2063" name="Group 17"/>
            <p:cNvGrpSpPr>
              <a:grpSpLocks/>
            </p:cNvGrpSpPr>
            <p:nvPr userDrawn="1"/>
          </p:nvGrpSpPr>
          <p:grpSpPr bwMode="auto">
            <a:xfrm rot="3220060">
              <a:off x="2635" y="750"/>
              <a:ext cx="569" cy="636"/>
              <a:chOff x="0" y="0"/>
              <a:chExt cx="129" cy="157"/>
            </a:xfrm>
          </p:grpSpPr>
          <p:sp>
            <p:nvSpPr>
              <p:cNvPr id="2087" name="Freeform 18"/>
              <p:cNvSpPr>
                <a:spLocks noChangeArrowheads="1"/>
              </p:cNvSpPr>
              <p:nvPr userDrawn="1"/>
            </p:nvSpPr>
            <p:spPr bwMode="auto">
              <a:xfrm>
                <a:off x="0" y="0"/>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 name="T12" fmla="*/ 0 w 83"/>
                  <a:gd name="T13" fmla="*/ 0 h 117"/>
                  <a:gd name="T14" fmla="*/ 83 w 83"/>
                  <a:gd name="T15" fmla="*/ 117 h 117"/>
                </a:gdLst>
                <a:ahLst/>
                <a:cxnLst>
                  <a:cxn ang="T8">
                    <a:pos x="T0" y="T1"/>
                  </a:cxn>
                  <a:cxn ang="T9">
                    <a:pos x="T2" y="T3"/>
                  </a:cxn>
                  <a:cxn ang="T10">
                    <a:pos x="T4" y="T5"/>
                  </a:cxn>
                  <a:cxn ang="T11">
                    <a:pos x="T6" y="T7"/>
                  </a:cxn>
                </a:cxnLst>
                <a:rect l="T12" t="T13" r="T14" b="T15"/>
                <a:pathLst>
                  <a:path w="83" h="117">
                    <a:moveTo>
                      <a:pt x="83" y="28"/>
                    </a:moveTo>
                    <a:lnTo>
                      <a:pt x="27" y="0"/>
                    </a:lnTo>
                    <a:lnTo>
                      <a:pt x="0" y="117"/>
                    </a:lnTo>
                    <a:lnTo>
                      <a:pt x="83" y="28"/>
                    </a:lnTo>
                    <a:close/>
                  </a:path>
                </a:pathLst>
              </a:custGeom>
              <a:solidFill>
                <a:schemeClr val="bg2"/>
              </a:solidFill>
              <a:ln w="9525">
                <a:noFill/>
                <a:miter lim="800000"/>
                <a:headEnd/>
                <a:tailEnd/>
              </a:ln>
            </p:spPr>
            <p:txBody>
              <a:bodyPr/>
              <a:lstStyle/>
              <a:p>
                <a:endParaRPr lang="zh-CN" altLang="en-US"/>
              </a:p>
            </p:txBody>
          </p:sp>
          <p:sp>
            <p:nvSpPr>
              <p:cNvPr id="2088" name="Freeform 19"/>
              <p:cNvSpPr>
                <a:spLocks noChangeArrowheads="1"/>
              </p:cNvSpPr>
              <p:nvPr userDrawn="1"/>
            </p:nvSpPr>
            <p:spPr bwMode="auto">
              <a:xfrm>
                <a:off x="59" y="28"/>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 name="T12" fmla="*/ 0 w 140"/>
                  <a:gd name="T13" fmla="*/ 0 h 98"/>
                  <a:gd name="T14" fmla="*/ 140 w 140"/>
                  <a:gd name="T15" fmla="*/ 98 h 98"/>
                </a:gdLst>
                <a:ahLst/>
                <a:cxnLst>
                  <a:cxn ang="T8">
                    <a:pos x="T0" y="T1"/>
                  </a:cxn>
                  <a:cxn ang="T9">
                    <a:pos x="T2" y="T3"/>
                  </a:cxn>
                  <a:cxn ang="T10">
                    <a:pos x="T4" y="T5"/>
                  </a:cxn>
                  <a:cxn ang="T11">
                    <a:pos x="T6" y="T7"/>
                  </a:cxn>
                </a:cxnLst>
                <a:rect l="T12" t="T13" r="T14" b="T15"/>
                <a:pathLst>
                  <a:path w="140" h="98">
                    <a:moveTo>
                      <a:pt x="0" y="98"/>
                    </a:moveTo>
                    <a:lnTo>
                      <a:pt x="118" y="0"/>
                    </a:lnTo>
                    <a:lnTo>
                      <a:pt x="140" y="49"/>
                    </a:lnTo>
                    <a:lnTo>
                      <a:pt x="0" y="98"/>
                    </a:lnTo>
                    <a:close/>
                  </a:path>
                </a:pathLst>
              </a:custGeom>
              <a:solidFill>
                <a:schemeClr val="bg2"/>
              </a:solidFill>
              <a:ln w="9525">
                <a:noFill/>
                <a:miter lim="800000"/>
                <a:headEnd/>
                <a:tailEnd/>
              </a:ln>
            </p:spPr>
            <p:txBody>
              <a:bodyPr/>
              <a:lstStyle/>
              <a:p>
                <a:endParaRPr lang="zh-CN" altLang="en-US"/>
              </a:p>
            </p:txBody>
          </p:sp>
          <p:sp>
            <p:nvSpPr>
              <p:cNvPr id="2089" name="Freeform 20"/>
              <p:cNvSpPr>
                <a:spLocks noChangeArrowheads="1"/>
              </p:cNvSpPr>
              <p:nvPr userDrawn="1"/>
            </p:nvSpPr>
            <p:spPr bwMode="auto">
              <a:xfrm>
                <a:off x="45" y="132"/>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 name="T12" fmla="*/ 0 w 145"/>
                  <a:gd name="T13" fmla="*/ 0 h 49"/>
                  <a:gd name="T14" fmla="*/ 145 w 145"/>
                  <a:gd name="T15" fmla="*/ 49 h 49"/>
                </a:gdLst>
                <a:ahLst/>
                <a:cxnLst>
                  <a:cxn ang="T8">
                    <a:pos x="T0" y="T1"/>
                  </a:cxn>
                  <a:cxn ang="T9">
                    <a:pos x="T2" y="T3"/>
                  </a:cxn>
                  <a:cxn ang="T10">
                    <a:pos x="T4" y="T5"/>
                  </a:cxn>
                  <a:cxn ang="T11">
                    <a:pos x="T6" y="T7"/>
                  </a:cxn>
                </a:cxnLst>
                <a:rect l="T12" t="T13" r="T14" b="T15"/>
                <a:pathLst>
                  <a:path w="145" h="49">
                    <a:moveTo>
                      <a:pt x="0" y="7"/>
                    </a:moveTo>
                    <a:lnTo>
                      <a:pt x="145" y="0"/>
                    </a:lnTo>
                    <a:lnTo>
                      <a:pt x="131" y="49"/>
                    </a:lnTo>
                    <a:lnTo>
                      <a:pt x="0" y="7"/>
                    </a:lnTo>
                    <a:close/>
                  </a:path>
                </a:pathLst>
              </a:custGeom>
              <a:solidFill>
                <a:schemeClr val="bg2"/>
              </a:solidFill>
              <a:ln w="9525">
                <a:noFill/>
                <a:miter lim="800000"/>
                <a:headEnd/>
                <a:tailEnd/>
              </a:ln>
            </p:spPr>
            <p:txBody>
              <a:bodyPr/>
              <a:lstStyle/>
              <a:p>
                <a:endParaRPr lang="zh-CN" altLang="en-US"/>
              </a:p>
            </p:txBody>
          </p:sp>
        </p:grpSp>
        <p:grpSp>
          <p:nvGrpSpPr>
            <p:cNvPr id="2064" name="Group 21"/>
            <p:cNvGrpSpPr>
              <a:grpSpLocks/>
            </p:cNvGrpSpPr>
            <p:nvPr userDrawn="1"/>
          </p:nvGrpSpPr>
          <p:grpSpPr bwMode="auto">
            <a:xfrm rot="-6691250">
              <a:off x="3643" y="129"/>
              <a:ext cx="356" cy="608"/>
              <a:chOff x="0" y="0"/>
              <a:chExt cx="129" cy="157"/>
            </a:xfrm>
          </p:grpSpPr>
          <p:sp>
            <p:nvSpPr>
              <p:cNvPr id="2084" name="Freeform 22"/>
              <p:cNvSpPr>
                <a:spLocks noChangeArrowheads="1"/>
              </p:cNvSpPr>
              <p:nvPr userDrawn="1"/>
            </p:nvSpPr>
            <p:spPr bwMode="auto">
              <a:xfrm>
                <a:off x="0" y="0"/>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 name="T12" fmla="*/ 0 w 83"/>
                  <a:gd name="T13" fmla="*/ 0 h 117"/>
                  <a:gd name="T14" fmla="*/ 83 w 83"/>
                  <a:gd name="T15" fmla="*/ 117 h 117"/>
                </a:gdLst>
                <a:ahLst/>
                <a:cxnLst>
                  <a:cxn ang="T8">
                    <a:pos x="T0" y="T1"/>
                  </a:cxn>
                  <a:cxn ang="T9">
                    <a:pos x="T2" y="T3"/>
                  </a:cxn>
                  <a:cxn ang="T10">
                    <a:pos x="T4" y="T5"/>
                  </a:cxn>
                  <a:cxn ang="T11">
                    <a:pos x="T6" y="T7"/>
                  </a:cxn>
                </a:cxnLst>
                <a:rect l="T12" t="T13" r="T14" b="T15"/>
                <a:pathLst>
                  <a:path w="83" h="117">
                    <a:moveTo>
                      <a:pt x="83" y="28"/>
                    </a:moveTo>
                    <a:lnTo>
                      <a:pt x="27" y="0"/>
                    </a:lnTo>
                    <a:lnTo>
                      <a:pt x="0" y="117"/>
                    </a:lnTo>
                    <a:lnTo>
                      <a:pt x="83" y="28"/>
                    </a:lnTo>
                    <a:close/>
                  </a:path>
                </a:pathLst>
              </a:custGeom>
              <a:solidFill>
                <a:schemeClr val="bg2"/>
              </a:solidFill>
              <a:ln w="9525">
                <a:noFill/>
                <a:miter lim="800000"/>
                <a:headEnd/>
                <a:tailEnd/>
              </a:ln>
            </p:spPr>
            <p:txBody>
              <a:bodyPr/>
              <a:lstStyle/>
              <a:p>
                <a:endParaRPr lang="zh-CN" altLang="en-US"/>
              </a:p>
            </p:txBody>
          </p:sp>
          <p:sp>
            <p:nvSpPr>
              <p:cNvPr id="2085" name="Freeform 23"/>
              <p:cNvSpPr>
                <a:spLocks noChangeArrowheads="1"/>
              </p:cNvSpPr>
              <p:nvPr userDrawn="1"/>
            </p:nvSpPr>
            <p:spPr bwMode="auto">
              <a:xfrm>
                <a:off x="59" y="28"/>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 name="T12" fmla="*/ 0 w 140"/>
                  <a:gd name="T13" fmla="*/ 0 h 98"/>
                  <a:gd name="T14" fmla="*/ 140 w 140"/>
                  <a:gd name="T15" fmla="*/ 98 h 98"/>
                </a:gdLst>
                <a:ahLst/>
                <a:cxnLst>
                  <a:cxn ang="T8">
                    <a:pos x="T0" y="T1"/>
                  </a:cxn>
                  <a:cxn ang="T9">
                    <a:pos x="T2" y="T3"/>
                  </a:cxn>
                  <a:cxn ang="T10">
                    <a:pos x="T4" y="T5"/>
                  </a:cxn>
                  <a:cxn ang="T11">
                    <a:pos x="T6" y="T7"/>
                  </a:cxn>
                </a:cxnLst>
                <a:rect l="T12" t="T13" r="T14" b="T15"/>
                <a:pathLst>
                  <a:path w="140" h="98">
                    <a:moveTo>
                      <a:pt x="0" y="98"/>
                    </a:moveTo>
                    <a:lnTo>
                      <a:pt x="118" y="0"/>
                    </a:lnTo>
                    <a:lnTo>
                      <a:pt x="140" y="49"/>
                    </a:lnTo>
                    <a:lnTo>
                      <a:pt x="0" y="98"/>
                    </a:lnTo>
                    <a:close/>
                  </a:path>
                </a:pathLst>
              </a:custGeom>
              <a:solidFill>
                <a:schemeClr val="bg2"/>
              </a:solidFill>
              <a:ln w="9525">
                <a:noFill/>
                <a:miter lim="800000"/>
                <a:headEnd/>
                <a:tailEnd/>
              </a:ln>
            </p:spPr>
            <p:txBody>
              <a:bodyPr/>
              <a:lstStyle/>
              <a:p>
                <a:endParaRPr lang="zh-CN" altLang="en-US"/>
              </a:p>
            </p:txBody>
          </p:sp>
          <p:sp>
            <p:nvSpPr>
              <p:cNvPr id="2086" name="Freeform 24"/>
              <p:cNvSpPr>
                <a:spLocks noChangeArrowheads="1"/>
              </p:cNvSpPr>
              <p:nvPr userDrawn="1"/>
            </p:nvSpPr>
            <p:spPr bwMode="auto">
              <a:xfrm>
                <a:off x="45" y="132"/>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 name="T12" fmla="*/ 0 w 145"/>
                  <a:gd name="T13" fmla="*/ 0 h 49"/>
                  <a:gd name="T14" fmla="*/ 145 w 145"/>
                  <a:gd name="T15" fmla="*/ 49 h 49"/>
                </a:gdLst>
                <a:ahLst/>
                <a:cxnLst>
                  <a:cxn ang="T8">
                    <a:pos x="T0" y="T1"/>
                  </a:cxn>
                  <a:cxn ang="T9">
                    <a:pos x="T2" y="T3"/>
                  </a:cxn>
                  <a:cxn ang="T10">
                    <a:pos x="T4" y="T5"/>
                  </a:cxn>
                  <a:cxn ang="T11">
                    <a:pos x="T6" y="T7"/>
                  </a:cxn>
                </a:cxnLst>
                <a:rect l="T12" t="T13" r="T14" b="T15"/>
                <a:pathLst>
                  <a:path w="145" h="49">
                    <a:moveTo>
                      <a:pt x="0" y="7"/>
                    </a:moveTo>
                    <a:lnTo>
                      <a:pt x="145" y="0"/>
                    </a:lnTo>
                    <a:lnTo>
                      <a:pt x="131" y="49"/>
                    </a:lnTo>
                    <a:lnTo>
                      <a:pt x="0" y="7"/>
                    </a:lnTo>
                    <a:close/>
                  </a:path>
                </a:pathLst>
              </a:custGeom>
              <a:solidFill>
                <a:schemeClr val="bg2"/>
              </a:solidFill>
              <a:ln w="9525">
                <a:noFill/>
                <a:miter lim="800000"/>
                <a:headEnd/>
                <a:tailEnd/>
              </a:ln>
            </p:spPr>
            <p:txBody>
              <a:bodyPr/>
              <a:lstStyle/>
              <a:p>
                <a:endParaRPr lang="zh-CN" altLang="en-US"/>
              </a:p>
            </p:txBody>
          </p:sp>
        </p:grpSp>
        <p:grpSp>
          <p:nvGrpSpPr>
            <p:cNvPr id="2065" name="Group 25"/>
            <p:cNvGrpSpPr>
              <a:grpSpLocks/>
            </p:cNvGrpSpPr>
            <p:nvPr userDrawn="1"/>
          </p:nvGrpSpPr>
          <p:grpSpPr bwMode="auto">
            <a:xfrm rot="8524840">
              <a:off x="673" y="3302"/>
              <a:ext cx="500" cy="504"/>
              <a:chOff x="0" y="0"/>
              <a:chExt cx="129" cy="157"/>
            </a:xfrm>
          </p:grpSpPr>
          <p:sp>
            <p:nvSpPr>
              <p:cNvPr id="2081" name="Freeform 26"/>
              <p:cNvSpPr>
                <a:spLocks noChangeArrowheads="1"/>
              </p:cNvSpPr>
              <p:nvPr userDrawn="1"/>
            </p:nvSpPr>
            <p:spPr bwMode="auto">
              <a:xfrm>
                <a:off x="0" y="0"/>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 name="T12" fmla="*/ 0 w 83"/>
                  <a:gd name="T13" fmla="*/ 0 h 117"/>
                  <a:gd name="T14" fmla="*/ 83 w 83"/>
                  <a:gd name="T15" fmla="*/ 117 h 117"/>
                </a:gdLst>
                <a:ahLst/>
                <a:cxnLst>
                  <a:cxn ang="T8">
                    <a:pos x="T0" y="T1"/>
                  </a:cxn>
                  <a:cxn ang="T9">
                    <a:pos x="T2" y="T3"/>
                  </a:cxn>
                  <a:cxn ang="T10">
                    <a:pos x="T4" y="T5"/>
                  </a:cxn>
                  <a:cxn ang="T11">
                    <a:pos x="T6" y="T7"/>
                  </a:cxn>
                </a:cxnLst>
                <a:rect l="T12" t="T13" r="T14" b="T15"/>
                <a:pathLst>
                  <a:path w="83" h="117">
                    <a:moveTo>
                      <a:pt x="83" y="28"/>
                    </a:moveTo>
                    <a:lnTo>
                      <a:pt x="27" y="0"/>
                    </a:lnTo>
                    <a:lnTo>
                      <a:pt x="0" y="117"/>
                    </a:lnTo>
                    <a:lnTo>
                      <a:pt x="83" y="28"/>
                    </a:lnTo>
                    <a:close/>
                  </a:path>
                </a:pathLst>
              </a:custGeom>
              <a:solidFill>
                <a:schemeClr val="bg2"/>
              </a:solidFill>
              <a:ln w="9525">
                <a:noFill/>
                <a:miter lim="800000"/>
                <a:headEnd/>
                <a:tailEnd/>
              </a:ln>
            </p:spPr>
            <p:txBody>
              <a:bodyPr/>
              <a:lstStyle/>
              <a:p>
                <a:endParaRPr lang="zh-CN" altLang="en-US"/>
              </a:p>
            </p:txBody>
          </p:sp>
          <p:sp>
            <p:nvSpPr>
              <p:cNvPr id="2082" name="Freeform 27"/>
              <p:cNvSpPr>
                <a:spLocks noChangeArrowheads="1"/>
              </p:cNvSpPr>
              <p:nvPr userDrawn="1"/>
            </p:nvSpPr>
            <p:spPr bwMode="auto">
              <a:xfrm>
                <a:off x="59" y="28"/>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 name="T12" fmla="*/ 0 w 140"/>
                  <a:gd name="T13" fmla="*/ 0 h 98"/>
                  <a:gd name="T14" fmla="*/ 140 w 140"/>
                  <a:gd name="T15" fmla="*/ 98 h 98"/>
                </a:gdLst>
                <a:ahLst/>
                <a:cxnLst>
                  <a:cxn ang="T8">
                    <a:pos x="T0" y="T1"/>
                  </a:cxn>
                  <a:cxn ang="T9">
                    <a:pos x="T2" y="T3"/>
                  </a:cxn>
                  <a:cxn ang="T10">
                    <a:pos x="T4" y="T5"/>
                  </a:cxn>
                  <a:cxn ang="T11">
                    <a:pos x="T6" y="T7"/>
                  </a:cxn>
                </a:cxnLst>
                <a:rect l="T12" t="T13" r="T14" b="T15"/>
                <a:pathLst>
                  <a:path w="140" h="98">
                    <a:moveTo>
                      <a:pt x="0" y="98"/>
                    </a:moveTo>
                    <a:lnTo>
                      <a:pt x="118" y="0"/>
                    </a:lnTo>
                    <a:lnTo>
                      <a:pt x="140" y="49"/>
                    </a:lnTo>
                    <a:lnTo>
                      <a:pt x="0" y="98"/>
                    </a:lnTo>
                    <a:close/>
                  </a:path>
                </a:pathLst>
              </a:custGeom>
              <a:solidFill>
                <a:schemeClr val="bg2"/>
              </a:solidFill>
              <a:ln w="9525">
                <a:noFill/>
                <a:miter lim="800000"/>
                <a:headEnd/>
                <a:tailEnd/>
              </a:ln>
            </p:spPr>
            <p:txBody>
              <a:bodyPr/>
              <a:lstStyle/>
              <a:p>
                <a:endParaRPr lang="zh-CN" altLang="en-US"/>
              </a:p>
            </p:txBody>
          </p:sp>
          <p:sp>
            <p:nvSpPr>
              <p:cNvPr id="2083" name="Freeform 28"/>
              <p:cNvSpPr>
                <a:spLocks noChangeArrowheads="1"/>
              </p:cNvSpPr>
              <p:nvPr userDrawn="1"/>
            </p:nvSpPr>
            <p:spPr bwMode="auto">
              <a:xfrm>
                <a:off x="45" y="132"/>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 name="T12" fmla="*/ 0 w 145"/>
                  <a:gd name="T13" fmla="*/ 0 h 49"/>
                  <a:gd name="T14" fmla="*/ 145 w 145"/>
                  <a:gd name="T15" fmla="*/ 49 h 49"/>
                </a:gdLst>
                <a:ahLst/>
                <a:cxnLst>
                  <a:cxn ang="T8">
                    <a:pos x="T0" y="T1"/>
                  </a:cxn>
                  <a:cxn ang="T9">
                    <a:pos x="T2" y="T3"/>
                  </a:cxn>
                  <a:cxn ang="T10">
                    <a:pos x="T4" y="T5"/>
                  </a:cxn>
                  <a:cxn ang="T11">
                    <a:pos x="T6" y="T7"/>
                  </a:cxn>
                </a:cxnLst>
                <a:rect l="T12" t="T13" r="T14" b="T15"/>
                <a:pathLst>
                  <a:path w="145" h="49">
                    <a:moveTo>
                      <a:pt x="0" y="7"/>
                    </a:moveTo>
                    <a:lnTo>
                      <a:pt x="145" y="0"/>
                    </a:lnTo>
                    <a:lnTo>
                      <a:pt x="131" y="49"/>
                    </a:lnTo>
                    <a:lnTo>
                      <a:pt x="0" y="7"/>
                    </a:lnTo>
                    <a:close/>
                  </a:path>
                </a:pathLst>
              </a:custGeom>
              <a:solidFill>
                <a:schemeClr val="bg2"/>
              </a:solidFill>
              <a:ln w="9525">
                <a:noFill/>
                <a:miter lim="800000"/>
                <a:headEnd/>
                <a:tailEnd/>
              </a:ln>
            </p:spPr>
            <p:txBody>
              <a:bodyPr/>
              <a:lstStyle/>
              <a:p>
                <a:endParaRPr lang="zh-CN" altLang="en-US"/>
              </a:p>
            </p:txBody>
          </p:sp>
        </p:grpSp>
        <p:grpSp>
          <p:nvGrpSpPr>
            <p:cNvPr id="2066" name="Group 29"/>
            <p:cNvGrpSpPr>
              <a:grpSpLocks/>
            </p:cNvGrpSpPr>
            <p:nvPr userDrawn="1"/>
          </p:nvGrpSpPr>
          <p:grpSpPr bwMode="auto">
            <a:xfrm rot="4106450" flipH="1">
              <a:off x="403" y="271"/>
              <a:ext cx="708" cy="891"/>
              <a:chOff x="0" y="0"/>
              <a:chExt cx="129" cy="157"/>
            </a:xfrm>
          </p:grpSpPr>
          <p:sp>
            <p:nvSpPr>
              <p:cNvPr id="2078" name="Freeform 30"/>
              <p:cNvSpPr>
                <a:spLocks noChangeArrowheads="1"/>
              </p:cNvSpPr>
              <p:nvPr userDrawn="1"/>
            </p:nvSpPr>
            <p:spPr bwMode="auto">
              <a:xfrm>
                <a:off x="0" y="0"/>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 name="T12" fmla="*/ 0 w 83"/>
                  <a:gd name="T13" fmla="*/ 0 h 117"/>
                  <a:gd name="T14" fmla="*/ 83 w 83"/>
                  <a:gd name="T15" fmla="*/ 117 h 117"/>
                </a:gdLst>
                <a:ahLst/>
                <a:cxnLst>
                  <a:cxn ang="T8">
                    <a:pos x="T0" y="T1"/>
                  </a:cxn>
                  <a:cxn ang="T9">
                    <a:pos x="T2" y="T3"/>
                  </a:cxn>
                  <a:cxn ang="T10">
                    <a:pos x="T4" y="T5"/>
                  </a:cxn>
                  <a:cxn ang="T11">
                    <a:pos x="T6" y="T7"/>
                  </a:cxn>
                </a:cxnLst>
                <a:rect l="T12" t="T13" r="T14" b="T15"/>
                <a:pathLst>
                  <a:path w="83" h="117">
                    <a:moveTo>
                      <a:pt x="83" y="28"/>
                    </a:moveTo>
                    <a:lnTo>
                      <a:pt x="27" y="0"/>
                    </a:lnTo>
                    <a:lnTo>
                      <a:pt x="0" y="117"/>
                    </a:lnTo>
                    <a:lnTo>
                      <a:pt x="83" y="28"/>
                    </a:lnTo>
                    <a:close/>
                  </a:path>
                </a:pathLst>
              </a:custGeom>
              <a:solidFill>
                <a:schemeClr val="bg2"/>
              </a:solidFill>
              <a:ln w="9525">
                <a:noFill/>
                <a:miter lim="800000"/>
                <a:headEnd/>
                <a:tailEnd/>
              </a:ln>
            </p:spPr>
            <p:txBody>
              <a:bodyPr/>
              <a:lstStyle/>
              <a:p>
                <a:endParaRPr lang="zh-CN" altLang="en-US"/>
              </a:p>
            </p:txBody>
          </p:sp>
          <p:sp>
            <p:nvSpPr>
              <p:cNvPr id="2079" name="Freeform 31"/>
              <p:cNvSpPr>
                <a:spLocks noChangeArrowheads="1"/>
              </p:cNvSpPr>
              <p:nvPr userDrawn="1"/>
            </p:nvSpPr>
            <p:spPr bwMode="auto">
              <a:xfrm>
                <a:off x="59" y="28"/>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 name="T12" fmla="*/ 0 w 140"/>
                  <a:gd name="T13" fmla="*/ 0 h 98"/>
                  <a:gd name="T14" fmla="*/ 140 w 140"/>
                  <a:gd name="T15" fmla="*/ 98 h 98"/>
                </a:gdLst>
                <a:ahLst/>
                <a:cxnLst>
                  <a:cxn ang="T8">
                    <a:pos x="T0" y="T1"/>
                  </a:cxn>
                  <a:cxn ang="T9">
                    <a:pos x="T2" y="T3"/>
                  </a:cxn>
                  <a:cxn ang="T10">
                    <a:pos x="T4" y="T5"/>
                  </a:cxn>
                  <a:cxn ang="T11">
                    <a:pos x="T6" y="T7"/>
                  </a:cxn>
                </a:cxnLst>
                <a:rect l="T12" t="T13" r="T14" b="T15"/>
                <a:pathLst>
                  <a:path w="140" h="98">
                    <a:moveTo>
                      <a:pt x="0" y="98"/>
                    </a:moveTo>
                    <a:lnTo>
                      <a:pt x="118" y="0"/>
                    </a:lnTo>
                    <a:lnTo>
                      <a:pt x="140" y="49"/>
                    </a:lnTo>
                    <a:lnTo>
                      <a:pt x="0" y="98"/>
                    </a:lnTo>
                    <a:close/>
                  </a:path>
                </a:pathLst>
              </a:custGeom>
              <a:solidFill>
                <a:schemeClr val="bg2"/>
              </a:solidFill>
              <a:ln w="9525">
                <a:noFill/>
                <a:miter lim="800000"/>
                <a:headEnd/>
                <a:tailEnd/>
              </a:ln>
            </p:spPr>
            <p:txBody>
              <a:bodyPr/>
              <a:lstStyle/>
              <a:p>
                <a:endParaRPr lang="zh-CN" altLang="en-US"/>
              </a:p>
            </p:txBody>
          </p:sp>
          <p:sp>
            <p:nvSpPr>
              <p:cNvPr id="2080" name="Freeform 32"/>
              <p:cNvSpPr>
                <a:spLocks noChangeArrowheads="1"/>
              </p:cNvSpPr>
              <p:nvPr userDrawn="1"/>
            </p:nvSpPr>
            <p:spPr bwMode="auto">
              <a:xfrm>
                <a:off x="45" y="132"/>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 name="T12" fmla="*/ 0 w 145"/>
                  <a:gd name="T13" fmla="*/ 0 h 49"/>
                  <a:gd name="T14" fmla="*/ 145 w 145"/>
                  <a:gd name="T15" fmla="*/ 49 h 49"/>
                </a:gdLst>
                <a:ahLst/>
                <a:cxnLst>
                  <a:cxn ang="T8">
                    <a:pos x="T0" y="T1"/>
                  </a:cxn>
                  <a:cxn ang="T9">
                    <a:pos x="T2" y="T3"/>
                  </a:cxn>
                  <a:cxn ang="T10">
                    <a:pos x="T4" y="T5"/>
                  </a:cxn>
                  <a:cxn ang="T11">
                    <a:pos x="T6" y="T7"/>
                  </a:cxn>
                </a:cxnLst>
                <a:rect l="T12" t="T13" r="T14" b="T15"/>
                <a:pathLst>
                  <a:path w="145" h="49">
                    <a:moveTo>
                      <a:pt x="0" y="7"/>
                    </a:moveTo>
                    <a:lnTo>
                      <a:pt x="145" y="0"/>
                    </a:lnTo>
                    <a:lnTo>
                      <a:pt x="131" y="49"/>
                    </a:lnTo>
                    <a:lnTo>
                      <a:pt x="0" y="7"/>
                    </a:lnTo>
                    <a:close/>
                  </a:path>
                </a:pathLst>
              </a:custGeom>
              <a:solidFill>
                <a:schemeClr val="bg2"/>
              </a:solidFill>
              <a:ln w="9525">
                <a:noFill/>
                <a:miter lim="800000"/>
                <a:headEnd/>
                <a:tailEnd/>
              </a:ln>
            </p:spPr>
            <p:txBody>
              <a:bodyPr/>
              <a:lstStyle/>
              <a:p>
                <a:endParaRPr lang="zh-CN" altLang="en-US"/>
              </a:p>
            </p:txBody>
          </p:sp>
        </p:grpSp>
        <p:grpSp>
          <p:nvGrpSpPr>
            <p:cNvPr id="2067" name="Group 33"/>
            <p:cNvGrpSpPr>
              <a:grpSpLocks/>
            </p:cNvGrpSpPr>
            <p:nvPr userDrawn="1"/>
          </p:nvGrpSpPr>
          <p:grpSpPr bwMode="auto">
            <a:xfrm rot="10015322" flipH="1">
              <a:off x="4614" y="2392"/>
              <a:ext cx="708" cy="891"/>
              <a:chOff x="0" y="0"/>
              <a:chExt cx="129" cy="157"/>
            </a:xfrm>
          </p:grpSpPr>
          <p:sp>
            <p:nvSpPr>
              <p:cNvPr id="2075" name="Freeform 34"/>
              <p:cNvSpPr>
                <a:spLocks noChangeArrowheads="1"/>
              </p:cNvSpPr>
              <p:nvPr userDrawn="1"/>
            </p:nvSpPr>
            <p:spPr bwMode="auto">
              <a:xfrm>
                <a:off x="0" y="0"/>
                <a:ext cx="41" cy="59"/>
              </a:xfrm>
              <a:custGeom>
                <a:avLst/>
                <a:gdLst>
                  <a:gd name="T0" fmla="*/ 0 w 83"/>
                  <a:gd name="T1" fmla="*/ 1 h 117"/>
                  <a:gd name="T2" fmla="*/ 0 w 83"/>
                  <a:gd name="T3" fmla="*/ 0 h 117"/>
                  <a:gd name="T4" fmla="*/ 0 w 83"/>
                  <a:gd name="T5" fmla="*/ 1 h 117"/>
                  <a:gd name="T6" fmla="*/ 0 w 83"/>
                  <a:gd name="T7" fmla="*/ 1 h 117"/>
                  <a:gd name="T8" fmla="*/ 0 60000 65536"/>
                  <a:gd name="T9" fmla="*/ 0 60000 65536"/>
                  <a:gd name="T10" fmla="*/ 0 60000 65536"/>
                  <a:gd name="T11" fmla="*/ 0 60000 65536"/>
                  <a:gd name="T12" fmla="*/ 0 w 83"/>
                  <a:gd name="T13" fmla="*/ 0 h 117"/>
                  <a:gd name="T14" fmla="*/ 83 w 83"/>
                  <a:gd name="T15" fmla="*/ 117 h 117"/>
                </a:gdLst>
                <a:ahLst/>
                <a:cxnLst>
                  <a:cxn ang="T8">
                    <a:pos x="T0" y="T1"/>
                  </a:cxn>
                  <a:cxn ang="T9">
                    <a:pos x="T2" y="T3"/>
                  </a:cxn>
                  <a:cxn ang="T10">
                    <a:pos x="T4" y="T5"/>
                  </a:cxn>
                  <a:cxn ang="T11">
                    <a:pos x="T6" y="T7"/>
                  </a:cxn>
                </a:cxnLst>
                <a:rect l="T12" t="T13" r="T14" b="T15"/>
                <a:pathLst>
                  <a:path w="83" h="117">
                    <a:moveTo>
                      <a:pt x="83" y="28"/>
                    </a:moveTo>
                    <a:lnTo>
                      <a:pt x="27" y="0"/>
                    </a:lnTo>
                    <a:lnTo>
                      <a:pt x="0" y="117"/>
                    </a:lnTo>
                    <a:lnTo>
                      <a:pt x="83" y="28"/>
                    </a:lnTo>
                    <a:close/>
                  </a:path>
                </a:pathLst>
              </a:custGeom>
              <a:solidFill>
                <a:schemeClr val="bg2"/>
              </a:solidFill>
              <a:ln w="9525">
                <a:noFill/>
                <a:miter lim="800000"/>
                <a:headEnd/>
                <a:tailEnd/>
              </a:ln>
            </p:spPr>
            <p:txBody>
              <a:bodyPr/>
              <a:lstStyle/>
              <a:p>
                <a:endParaRPr lang="zh-CN" altLang="en-US"/>
              </a:p>
            </p:txBody>
          </p:sp>
          <p:sp>
            <p:nvSpPr>
              <p:cNvPr id="2076" name="Freeform 35"/>
              <p:cNvSpPr>
                <a:spLocks noChangeArrowheads="1"/>
              </p:cNvSpPr>
              <p:nvPr userDrawn="1"/>
            </p:nvSpPr>
            <p:spPr bwMode="auto">
              <a:xfrm>
                <a:off x="59" y="28"/>
                <a:ext cx="70" cy="49"/>
              </a:xfrm>
              <a:custGeom>
                <a:avLst/>
                <a:gdLst>
                  <a:gd name="T0" fmla="*/ 0 w 140"/>
                  <a:gd name="T1" fmla="*/ 1 h 98"/>
                  <a:gd name="T2" fmla="*/ 1 w 140"/>
                  <a:gd name="T3" fmla="*/ 0 h 98"/>
                  <a:gd name="T4" fmla="*/ 1 w 140"/>
                  <a:gd name="T5" fmla="*/ 1 h 98"/>
                  <a:gd name="T6" fmla="*/ 0 w 140"/>
                  <a:gd name="T7" fmla="*/ 1 h 98"/>
                  <a:gd name="T8" fmla="*/ 0 60000 65536"/>
                  <a:gd name="T9" fmla="*/ 0 60000 65536"/>
                  <a:gd name="T10" fmla="*/ 0 60000 65536"/>
                  <a:gd name="T11" fmla="*/ 0 60000 65536"/>
                  <a:gd name="T12" fmla="*/ 0 w 140"/>
                  <a:gd name="T13" fmla="*/ 0 h 98"/>
                  <a:gd name="T14" fmla="*/ 140 w 140"/>
                  <a:gd name="T15" fmla="*/ 98 h 98"/>
                </a:gdLst>
                <a:ahLst/>
                <a:cxnLst>
                  <a:cxn ang="T8">
                    <a:pos x="T0" y="T1"/>
                  </a:cxn>
                  <a:cxn ang="T9">
                    <a:pos x="T2" y="T3"/>
                  </a:cxn>
                  <a:cxn ang="T10">
                    <a:pos x="T4" y="T5"/>
                  </a:cxn>
                  <a:cxn ang="T11">
                    <a:pos x="T6" y="T7"/>
                  </a:cxn>
                </a:cxnLst>
                <a:rect l="T12" t="T13" r="T14" b="T15"/>
                <a:pathLst>
                  <a:path w="140" h="98">
                    <a:moveTo>
                      <a:pt x="0" y="98"/>
                    </a:moveTo>
                    <a:lnTo>
                      <a:pt x="118" y="0"/>
                    </a:lnTo>
                    <a:lnTo>
                      <a:pt x="140" y="49"/>
                    </a:lnTo>
                    <a:lnTo>
                      <a:pt x="0" y="98"/>
                    </a:lnTo>
                    <a:close/>
                  </a:path>
                </a:pathLst>
              </a:custGeom>
              <a:solidFill>
                <a:schemeClr val="bg2"/>
              </a:solidFill>
              <a:ln w="9525">
                <a:noFill/>
                <a:miter lim="800000"/>
                <a:headEnd/>
                <a:tailEnd/>
              </a:ln>
            </p:spPr>
            <p:txBody>
              <a:bodyPr/>
              <a:lstStyle/>
              <a:p>
                <a:endParaRPr lang="zh-CN" altLang="en-US"/>
              </a:p>
            </p:txBody>
          </p:sp>
          <p:sp>
            <p:nvSpPr>
              <p:cNvPr id="2077" name="Freeform 36"/>
              <p:cNvSpPr>
                <a:spLocks noChangeArrowheads="1"/>
              </p:cNvSpPr>
              <p:nvPr userDrawn="1"/>
            </p:nvSpPr>
            <p:spPr bwMode="auto">
              <a:xfrm>
                <a:off x="45" y="132"/>
                <a:ext cx="73" cy="25"/>
              </a:xfrm>
              <a:custGeom>
                <a:avLst/>
                <a:gdLst>
                  <a:gd name="T0" fmla="*/ 0 w 145"/>
                  <a:gd name="T1" fmla="*/ 1 h 49"/>
                  <a:gd name="T2" fmla="*/ 1 w 145"/>
                  <a:gd name="T3" fmla="*/ 0 h 49"/>
                  <a:gd name="T4" fmla="*/ 1 w 145"/>
                  <a:gd name="T5" fmla="*/ 1 h 49"/>
                  <a:gd name="T6" fmla="*/ 0 w 145"/>
                  <a:gd name="T7" fmla="*/ 1 h 49"/>
                  <a:gd name="T8" fmla="*/ 0 60000 65536"/>
                  <a:gd name="T9" fmla="*/ 0 60000 65536"/>
                  <a:gd name="T10" fmla="*/ 0 60000 65536"/>
                  <a:gd name="T11" fmla="*/ 0 60000 65536"/>
                  <a:gd name="T12" fmla="*/ 0 w 145"/>
                  <a:gd name="T13" fmla="*/ 0 h 49"/>
                  <a:gd name="T14" fmla="*/ 145 w 145"/>
                  <a:gd name="T15" fmla="*/ 49 h 49"/>
                </a:gdLst>
                <a:ahLst/>
                <a:cxnLst>
                  <a:cxn ang="T8">
                    <a:pos x="T0" y="T1"/>
                  </a:cxn>
                  <a:cxn ang="T9">
                    <a:pos x="T2" y="T3"/>
                  </a:cxn>
                  <a:cxn ang="T10">
                    <a:pos x="T4" y="T5"/>
                  </a:cxn>
                  <a:cxn ang="T11">
                    <a:pos x="T6" y="T7"/>
                  </a:cxn>
                </a:cxnLst>
                <a:rect l="T12" t="T13" r="T14" b="T15"/>
                <a:pathLst>
                  <a:path w="145" h="49">
                    <a:moveTo>
                      <a:pt x="0" y="7"/>
                    </a:moveTo>
                    <a:lnTo>
                      <a:pt x="145" y="0"/>
                    </a:lnTo>
                    <a:lnTo>
                      <a:pt x="131" y="49"/>
                    </a:lnTo>
                    <a:lnTo>
                      <a:pt x="0" y="7"/>
                    </a:lnTo>
                    <a:close/>
                  </a:path>
                </a:pathLst>
              </a:custGeom>
              <a:solidFill>
                <a:schemeClr val="bg2"/>
              </a:solidFill>
              <a:ln w="9525">
                <a:noFill/>
                <a:miter lim="800000"/>
                <a:headEnd/>
                <a:tailEnd/>
              </a:ln>
            </p:spPr>
            <p:txBody>
              <a:bodyPr/>
              <a:lstStyle/>
              <a:p>
                <a:endParaRPr lang="zh-CN" altLang="en-US"/>
              </a:p>
            </p:txBody>
          </p:sp>
        </p:grpSp>
        <p:sp>
          <p:nvSpPr>
            <p:cNvPr id="2068" name="Freeform 37"/>
            <p:cNvSpPr>
              <a:spLocks noChangeArrowheads="1"/>
            </p:cNvSpPr>
            <p:nvPr userDrawn="1"/>
          </p:nvSpPr>
          <p:spPr bwMode="auto">
            <a:xfrm>
              <a:off x="1217" y="2"/>
              <a:ext cx="862" cy="886"/>
            </a:xfrm>
            <a:custGeom>
              <a:avLst/>
              <a:gdLst>
                <a:gd name="T0" fmla="*/ 0 w 862"/>
                <a:gd name="T1" fmla="*/ 0 h 886"/>
                <a:gd name="T2" fmla="*/ 6 w 862"/>
                <a:gd name="T3" fmla="*/ 107 h 886"/>
                <a:gd name="T4" fmla="*/ 37 w 862"/>
                <a:gd name="T5" fmla="*/ 262 h 886"/>
                <a:gd name="T6" fmla="*/ 83 w 862"/>
                <a:gd name="T7" fmla="*/ 410 h 886"/>
                <a:gd name="T8" fmla="*/ 149 w 862"/>
                <a:gd name="T9" fmla="*/ 546 h 886"/>
                <a:gd name="T10" fmla="*/ 237 w 862"/>
                <a:gd name="T11" fmla="*/ 666 h 886"/>
                <a:gd name="T12" fmla="*/ 338 w 862"/>
                <a:gd name="T13" fmla="*/ 764 h 886"/>
                <a:gd name="T14" fmla="*/ 450 w 862"/>
                <a:gd name="T15" fmla="*/ 838 h 886"/>
                <a:gd name="T16" fmla="*/ 579 w 862"/>
                <a:gd name="T17" fmla="*/ 879 h 886"/>
                <a:gd name="T18" fmla="*/ 714 w 862"/>
                <a:gd name="T19" fmla="*/ 886 h 886"/>
                <a:gd name="T20" fmla="*/ 862 w 862"/>
                <a:gd name="T21" fmla="*/ 851 h 886"/>
                <a:gd name="T22" fmla="*/ 784 w 862"/>
                <a:gd name="T23" fmla="*/ 856 h 886"/>
                <a:gd name="T24" fmla="*/ 700 w 862"/>
                <a:gd name="T25" fmla="*/ 835 h 886"/>
                <a:gd name="T26" fmla="*/ 621 w 862"/>
                <a:gd name="T27" fmla="*/ 794 h 886"/>
                <a:gd name="T28" fmla="*/ 542 w 862"/>
                <a:gd name="T29" fmla="*/ 728 h 886"/>
                <a:gd name="T30" fmla="*/ 466 w 862"/>
                <a:gd name="T31" fmla="*/ 649 h 886"/>
                <a:gd name="T32" fmla="*/ 397 w 862"/>
                <a:gd name="T33" fmla="*/ 557 h 886"/>
                <a:gd name="T34" fmla="*/ 334 w 862"/>
                <a:gd name="T35" fmla="*/ 454 h 886"/>
                <a:gd name="T36" fmla="*/ 279 w 862"/>
                <a:gd name="T37" fmla="*/ 339 h 886"/>
                <a:gd name="T38" fmla="*/ 238 w 862"/>
                <a:gd name="T39" fmla="*/ 225 h 886"/>
                <a:gd name="T40" fmla="*/ 205 w 862"/>
                <a:gd name="T41" fmla="*/ 105 h 886"/>
                <a:gd name="T42" fmla="*/ 184 w 862"/>
                <a:gd name="T43" fmla="*/ 3 h 88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62"/>
                <a:gd name="T67" fmla="*/ 0 h 886"/>
                <a:gd name="T68" fmla="*/ 862 w 862"/>
                <a:gd name="T69" fmla="*/ 886 h 88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62" h="886">
                  <a:moveTo>
                    <a:pt x="0" y="0"/>
                  </a:moveTo>
                  <a:lnTo>
                    <a:pt x="6" y="107"/>
                  </a:lnTo>
                  <a:lnTo>
                    <a:pt x="37" y="262"/>
                  </a:lnTo>
                  <a:lnTo>
                    <a:pt x="83" y="410"/>
                  </a:lnTo>
                  <a:lnTo>
                    <a:pt x="149" y="546"/>
                  </a:lnTo>
                  <a:lnTo>
                    <a:pt x="237" y="666"/>
                  </a:lnTo>
                  <a:lnTo>
                    <a:pt x="338" y="764"/>
                  </a:lnTo>
                  <a:lnTo>
                    <a:pt x="450" y="838"/>
                  </a:lnTo>
                  <a:lnTo>
                    <a:pt x="579" y="879"/>
                  </a:lnTo>
                  <a:lnTo>
                    <a:pt x="714" y="886"/>
                  </a:lnTo>
                  <a:lnTo>
                    <a:pt x="862" y="851"/>
                  </a:lnTo>
                  <a:lnTo>
                    <a:pt x="784" y="856"/>
                  </a:lnTo>
                  <a:lnTo>
                    <a:pt x="700" y="835"/>
                  </a:lnTo>
                  <a:lnTo>
                    <a:pt x="621" y="794"/>
                  </a:lnTo>
                  <a:lnTo>
                    <a:pt x="542" y="728"/>
                  </a:lnTo>
                  <a:lnTo>
                    <a:pt x="466" y="649"/>
                  </a:lnTo>
                  <a:lnTo>
                    <a:pt x="397" y="557"/>
                  </a:lnTo>
                  <a:lnTo>
                    <a:pt x="334" y="454"/>
                  </a:lnTo>
                  <a:lnTo>
                    <a:pt x="279" y="339"/>
                  </a:lnTo>
                  <a:lnTo>
                    <a:pt x="238" y="225"/>
                  </a:lnTo>
                  <a:lnTo>
                    <a:pt x="205" y="105"/>
                  </a:lnTo>
                  <a:lnTo>
                    <a:pt x="184" y="3"/>
                  </a:lnTo>
                </a:path>
              </a:pathLst>
            </a:custGeom>
            <a:solidFill>
              <a:schemeClr val="accent1"/>
            </a:solidFill>
            <a:ln w="9525">
              <a:noFill/>
              <a:miter lim="800000"/>
              <a:headEnd/>
              <a:tailEnd/>
            </a:ln>
          </p:spPr>
          <p:txBody>
            <a:bodyPr/>
            <a:lstStyle/>
            <a:p>
              <a:endParaRPr lang="zh-CN" altLang="en-US"/>
            </a:p>
          </p:txBody>
        </p:sp>
        <p:sp>
          <p:nvSpPr>
            <p:cNvPr id="2069" name="Freeform 38"/>
            <p:cNvSpPr>
              <a:spLocks noChangeArrowheads="1"/>
            </p:cNvSpPr>
            <p:nvPr userDrawn="1"/>
          </p:nvSpPr>
          <p:spPr bwMode="auto">
            <a:xfrm rot="9832527" flipV="1">
              <a:off x="2158" y="102"/>
              <a:ext cx="681" cy="593"/>
            </a:xfrm>
            <a:custGeom>
              <a:avLst/>
              <a:gdLst>
                <a:gd name="T0" fmla="*/ 0 w 257"/>
                <a:gd name="T1" fmla="*/ 0 h 237"/>
                <a:gd name="T2" fmla="*/ 0 w 257"/>
                <a:gd name="T3" fmla="*/ 1517727 h 237"/>
                <a:gd name="T4" fmla="*/ 359647 w 257"/>
                <a:gd name="T5" fmla="*/ 3009543 h 237"/>
                <a:gd name="T6" fmla="*/ 714470 w 257"/>
                <a:gd name="T7" fmla="*/ 4519406 h 237"/>
                <a:gd name="T8" fmla="*/ 1315395 w 257"/>
                <a:gd name="T9" fmla="*/ 5895994 h 237"/>
                <a:gd name="T10" fmla="*/ 2170188 w 257"/>
                <a:gd name="T11" fmla="*/ 7175413 h 237"/>
                <a:gd name="T12" fmla="*/ 3259149 w 257"/>
                <a:gd name="T13" fmla="*/ 8490632 h 237"/>
                <a:gd name="T14" fmla="*/ 4571826 w 257"/>
                <a:gd name="T15" fmla="*/ 9693233 h 237"/>
                <a:gd name="T16" fmla="*/ 6112531 w 257"/>
                <a:gd name="T17" fmla="*/ 10704413 h 237"/>
                <a:gd name="T18" fmla="*/ 8057367 w 257"/>
                <a:gd name="T19" fmla="*/ 11677076 h 237"/>
                <a:gd name="T20" fmla="*/ 10305642 w 257"/>
                <a:gd name="T21" fmla="*/ 12510651 h 237"/>
                <a:gd name="T22" fmla="*/ 12714349 w 257"/>
                <a:gd name="T23" fmla="*/ 13183711 h 237"/>
                <a:gd name="T24" fmla="*/ 15682712 w 257"/>
                <a:gd name="T25" fmla="*/ 13715462 h 237"/>
                <a:gd name="T26" fmla="*/ 18941509 w 257"/>
                <a:gd name="T27" fmla="*/ 14079384 h 237"/>
                <a:gd name="T28" fmla="*/ 22529192 w 257"/>
                <a:gd name="T29" fmla="*/ 14271789 h 237"/>
                <a:gd name="T30" fmla="*/ 26367083 w 257"/>
                <a:gd name="T31" fmla="*/ 14194221 h 237"/>
                <a:gd name="T32" fmla="*/ 30805655 w 257"/>
                <a:gd name="T33" fmla="*/ 13956695 h 237"/>
                <a:gd name="T34" fmla="*/ 26863086 w 257"/>
                <a:gd name="T35" fmla="*/ 13664426 h 237"/>
                <a:gd name="T36" fmla="*/ 23379385 w 257"/>
                <a:gd name="T37" fmla="*/ 13234496 h 237"/>
                <a:gd name="T38" fmla="*/ 20346876 w 257"/>
                <a:gd name="T39" fmla="*/ 12753861 h 237"/>
                <a:gd name="T40" fmla="*/ 17730972 w 257"/>
                <a:gd name="T41" fmla="*/ 12272675 h 237"/>
                <a:gd name="T42" fmla="*/ 15329615 w 257"/>
                <a:gd name="T43" fmla="*/ 11627244 h 237"/>
                <a:gd name="T44" fmla="*/ 13428819 w 257"/>
                <a:gd name="T45" fmla="*/ 10943890 h 237"/>
                <a:gd name="T46" fmla="*/ 11625629 w 257"/>
                <a:gd name="T47" fmla="*/ 10173886 h 237"/>
                <a:gd name="T48" fmla="*/ 10087224 w 257"/>
                <a:gd name="T49" fmla="*/ 9340371 h 237"/>
                <a:gd name="T50" fmla="*/ 8636111 w 257"/>
                <a:gd name="T51" fmla="*/ 8490632 h 237"/>
                <a:gd name="T52" fmla="*/ 7323413 w 257"/>
                <a:gd name="T53" fmla="*/ 7530207 h 237"/>
                <a:gd name="T54" fmla="*/ 6246580 w 257"/>
                <a:gd name="T55" fmla="*/ 6453421 h 237"/>
                <a:gd name="T56" fmla="*/ 5153434 w 257"/>
                <a:gd name="T57" fmla="*/ 5289335 h 237"/>
                <a:gd name="T58" fmla="*/ 3942513 w 257"/>
                <a:gd name="T59" fmla="*/ 4163318 h 237"/>
                <a:gd name="T60" fmla="*/ 2763755 w 257"/>
                <a:gd name="T61" fmla="*/ 2837065 h 237"/>
                <a:gd name="T62" fmla="*/ 1448368 w 257"/>
                <a:gd name="T63" fmla="*/ 1440830 h 237"/>
                <a:gd name="T64" fmla="*/ 0 w 257"/>
                <a:gd name="T65" fmla="*/ 0 h 23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57"/>
                <a:gd name="T100" fmla="*/ 0 h 237"/>
                <a:gd name="T101" fmla="*/ 257 w 257"/>
                <a:gd name="T102" fmla="*/ 237 h 23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57" h="237">
                  <a:moveTo>
                    <a:pt x="0" y="0"/>
                  </a:moveTo>
                  <a:lnTo>
                    <a:pt x="0" y="25"/>
                  </a:lnTo>
                  <a:lnTo>
                    <a:pt x="3" y="50"/>
                  </a:lnTo>
                  <a:lnTo>
                    <a:pt x="6" y="75"/>
                  </a:lnTo>
                  <a:lnTo>
                    <a:pt x="11" y="98"/>
                  </a:lnTo>
                  <a:lnTo>
                    <a:pt x="18" y="119"/>
                  </a:lnTo>
                  <a:lnTo>
                    <a:pt x="27" y="141"/>
                  </a:lnTo>
                  <a:lnTo>
                    <a:pt x="38" y="161"/>
                  </a:lnTo>
                  <a:lnTo>
                    <a:pt x="51" y="178"/>
                  </a:lnTo>
                  <a:lnTo>
                    <a:pt x="67" y="194"/>
                  </a:lnTo>
                  <a:lnTo>
                    <a:pt x="86" y="208"/>
                  </a:lnTo>
                  <a:lnTo>
                    <a:pt x="106" y="219"/>
                  </a:lnTo>
                  <a:lnTo>
                    <a:pt x="131" y="228"/>
                  </a:lnTo>
                  <a:lnTo>
                    <a:pt x="158" y="234"/>
                  </a:lnTo>
                  <a:lnTo>
                    <a:pt x="188" y="237"/>
                  </a:lnTo>
                  <a:lnTo>
                    <a:pt x="220" y="236"/>
                  </a:lnTo>
                  <a:lnTo>
                    <a:pt x="257" y="232"/>
                  </a:lnTo>
                  <a:lnTo>
                    <a:pt x="224" y="227"/>
                  </a:lnTo>
                  <a:lnTo>
                    <a:pt x="195" y="220"/>
                  </a:lnTo>
                  <a:lnTo>
                    <a:pt x="170" y="212"/>
                  </a:lnTo>
                  <a:lnTo>
                    <a:pt x="148" y="204"/>
                  </a:lnTo>
                  <a:lnTo>
                    <a:pt x="128" y="193"/>
                  </a:lnTo>
                  <a:lnTo>
                    <a:pt x="112" y="182"/>
                  </a:lnTo>
                  <a:lnTo>
                    <a:pt x="97" y="169"/>
                  </a:lnTo>
                  <a:lnTo>
                    <a:pt x="84" y="155"/>
                  </a:lnTo>
                  <a:lnTo>
                    <a:pt x="72" y="141"/>
                  </a:lnTo>
                  <a:lnTo>
                    <a:pt x="61" y="125"/>
                  </a:lnTo>
                  <a:lnTo>
                    <a:pt x="52" y="107"/>
                  </a:lnTo>
                  <a:lnTo>
                    <a:pt x="43" y="88"/>
                  </a:lnTo>
                  <a:lnTo>
                    <a:pt x="33" y="69"/>
                  </a:lnTo>
                  <a:lnTo>
                    <a:pt x="23" y="47"/>
                  </a:lnTo>
                  <a:lnTo>
                    <a:pt x="12" y="24"/>
                  </a:lnTo>
                  <a:lnTo>
                    <a:pt x="0" y="0"/>
                  </a:lnTo>
                  <a:close/>
                </a:path>
              </a:pathLst>
            </a:custGeom>
            <a:solidFill>
              <a:schemeClr val="accent1"/>
            </a:solidFill>
            <a:ln w="9525">
              <a:noFill/>
              <a:miter lim="800000"/>
              <a:headEnd/>
              <a:tailEnd/>
            </a:ln>
          </p:spPr>
          <p:txBody>
            <a:bodyPr/>
            <a:lstStyle/>
            <a:p>
              <a:endParaRPr lang="zh-CN" altLang="en-US"/>
            </a:p>
          </p:txBody>
        </p:sp>
        <p:sp>
          <p:nvSpPr>
            <p:cNvPr id="2070" name="Freeform 39"/>
            <p:cNvSpPr>
              <a:spLocks noChangeArrowheads="1"/>
            </p:cNvSpPr>
            <p:nvPr userDrawn="1"/>
          </p:nvSpPr>
          <p:spPr bwMode="auto">
            <a:xfrm rot="9832527" flipV="1">
              <a:off x="1997" y="858"/>
              <a:ext cx="330" cy="278"/>
            </a:xfrm>
            <a:custGeom>
              <a:avLst/>
              <a:gdLst>
                <a:gd name="T0" fmla="*/ 9729685 w 124"/>
                <a:gd name="T1" fmla="*/ 0 h 110"/>
                <a:gd name="T2" fmla="*/ 15648419 w 124"/>
                <a:gd name="T3" fmla="*/ 7335907 h 110"/>
                <a:gd name="T4" fmla="*/ 15127503 w 124"/>
                <a:gd name="T5" fmla="*/ 7250970 h 110"/>
                <a:gd name="T6" fmla="*/ 13506895 w 124"/>
                <a:gd name="T7" fmla="*/ 7121160 h 110"/>
                <a:gd name="T8" fmla="*/ 11242451 w 124"/>
                <a:gd name="T9" fmla="*/ 6846614 h 110"/>
                <a:gd name="T10" fmla="*/ 8590336 w 124"/>
                <a:gd name="T11" fmla="*/ 6716796 h 110"/>
                <a:gd name="T12" fmla="*/ 5684274 w 124"/>
                <a:gd name="T13" fmla="*/ 6578415 h 110"/>
                <a:gd name="T14" fmla="*/ 3172902 w 124"/>
                <a:gd name="T15" fmla="*/ 6666774 h 110"/>
                <a:gd name="T16" fmla="*/ 1137507 w 124"/>
                <a:gd name="T17" fmla="*/ 6931538 h 110"/>
                <a:gd name="T18" fmla="*/ 0 w 124"/>
                <a:gd name="T19" fmla="*/ 7474275 h 110"/>
                <a:gd name="T20" fmla="*/ 516205 w 124"/>
                <a:gd name="T21" fmla="*/ 6666774 h 110"/>
                <a:gd name="T22" fmla="*/ 999307 w 124"/>
                <a:gd name="T23" fmla="*/ 6047683 h 110"/>
                <a:gd name="T24" fmla="*/ 2027930 w 124"/>
                <a:gd name="T25" fmla="*/ 5560425 h 110"/>
                <a:gd name="T26" fmla="*/ 3172902 w 124"/>
                <a:gd name="T27" fmla="*/ 5155533 h 110"/>
                <a:gd name="T28" fmla="*/ 4546673 w 124"/>
                <a:gd name="T29" fmla="*/ 4891496 h 110"/>
                <a:gd name="T30" fmla="*/ 5932982 w 124"/>
                <a:gd name="T31" fmla="*/ 4803264 h 110"/>
                <a:gd name="T32" fmla="*/ 7445590 w 124"/>
                <a:gd name="T33" fmla="*/ 4803264 h 110"/>
                <a:gd name="T34" fmla="*/ 9105876 w 124"/>
                <a:gd name="T35" fmla="*/ 5025722 h 110"/>
                <a:gd name="T36" fmla="*/ 9193566 w 124"/>
                <a:gd name="T37" fmla="*/ 4803264 h 110"/>
                <a:gd name="T38" fmla="*/ 8819511 w 124"/>
                <a:gd name="T39" fmla="*/ 3814635 h 110"/>
                <a:gd name="T40" fmla="*/ 8444013 w 124"/>
                <a:gd name="T41" fmla="*/ 2582665 h 110"/>
                <a:gd name="T42" fmla="*/ 8195305 w 124"/>
                <a:gd name="T43" fmla="*/ 2039959 h 110"/>
                <a:gd name="T44" fmla="*/ 7968220 w 124"/>
                <a:gd name="T45" fmla="*/ 2039959 h 110"/>
                <a:gd name="T46" fmla="*/ 7681913 w 124"/>
                <a:gd name="T47" fmla="*/ 1955808 h 110"/>
                <a:gd name="T48" fmla="*/ 7445590 w 124"/>
                <a:gd name="T49" fmla="*/ 1776018 h 110"/>
                <a:gd name="T50" fmla="*/ 7218675 w 124"/>
                <a:gd name="T51" fmla="*/ 1564657 h 110"/>
                <a:gd name="T52" fmla="*/ 7218675 w 124"/>
                <a:gd name="T53" fmla="*/ 1286678 h 110"/>
                <a:gd name="T54" fmla="*/ 7445590 w 124"/>
                <a:gd name="T55" fmla="*/ 933878 h 110"/>
                <a:gd name="T56" fmla="*/ 8336311 w 124"/>
                <a:gd name="T57" fmla="*/ 542535 h 110"/>
                <a:gd name="T58" fmla="*/ 9729685 w 124"/>
                <a:gd name="T59" fmla="*/ 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24"/>
                <a:gd name="T91" fmla="*/ 0 h 110"/>
                <a:gd name="T92" fmla="*/ 124 w 124"/>
                <a:gd name="T93" fmla="*/ 110 h 11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24" h="110">
                  <a:moveTo>
                    <a:pt x="77" y="0"/>
                  </a:moveTo>
                  <a:lnTo>
                    <a:pt x="124" y="108"/>
                  </a:lnTo>
                  <a:lnTo>
                    <a:pt x="120" y="107"/>
                  </a:lnTo>
                  <a:lnTo>
                    <a:pt x="107" y="105"/>
                  </a:lnTo>
                  <a:lnTo>
                    <a:pt x="89" y="101"/>
                  </a:lnTo>
                  <a:lnTo>
                    <a:pt x="68" y="99"/>
                  </a:lnTo>
                  <a:lnTo>
                    <a:pt x="45" y="97"/>
                  </a:lnTo>
                  <a:lnTo>
                    <a:pt x="25" y="98"/>
                  </a:lnTo>
                  <a:lnTo>
                    <a:pt x="9" y="102"/>
                  </a:lnTo>
                  <a:lnTo>
                    <a:pt x="0" y="110"/>
                  </a:lnTo>
                  <a:lnTo>
                    <a:pt x="4" y="98"/>
                  </a:lnTo>
                  <a:lnTo>
                    <a:pt x="8" y="89"/>
                  </a:lnTo>
                  <a:lnTo>
                    <a:pt x="16" y="82"/>
                  </a:lnTo>
                  <a:lnTo>
                    <a:pt x="25" y="76"/>
                  </a:lnTo>
                  <a:lnTo>
                    <a:pt x="36" y="72"/>
                  </a:lnTo>
                  <a:lnTo>
                    <a:pt x="47" y="71"/>
                  </a:lnTo>
                  <a:lnTo>
                    <a:pt x="59" y="71"/>
                  </a:lnTo>
                  <a:lnTo>
                    <a:pt x="72" y="74"/>
                  </a:lnTo>
                  <a:lnTo>
                    <a:pt x="73" y="71"/>
                  </a:lnTo>
                  <a:lnTo>
                    <a:pt x="70" y="56"/>
                  </a:lnTo>
                  <a:lnTo>
                    <a:pt x="67" y="38"/>
                  </a:lnTo>
                  <a:lnTo>
                    <a:pt x="65" y="30"/>
                  </a:lnTo>
                  <a:lnTo>
                    <a:pt x="63" y="30"/>
                  </a:lnTo>
                  <a:lnTo>
                    <a:pt x="61" y="29"/>
                  </a:lnTo>
                  <a:lnTo>
                    <a:pt x="59" y="26"/>
                  </a:lnTo>
                  <a:lnTo>
                    <a:pt x="57" y="23"/>
                  </a:lnTo>
                  <a:lnTo>
                    <a:pt x="57" y="19"/>
                  </a:lnTo>
                  <a:lnTo>
                    <a:pt x="59" y="14"/>
                  </a:lnTo>
                  <a:lnTo>
                    <a:pt x="66" y="8"/>
                  </a:lnTo>
                  <a:lnTo>
                    <a:pt x="77" y="0"/>
                  </a:lnTo>
                  <a:close/>
                </a:path>
              </a:pathLst>
            </a:custGeom>
            <a:solidFill>
              <a:schemeClr val="accent1"/>
            </a:solidFill>
            <a:ln w="9525">
              <a:noFill/>
              <a:miter lim="800000"/>
              <a:headEnd/>
              <a:tailEnd/>
            </a:ln>
          </p:spPr>
          <p:txBody>
            <a:bodyPr/>
            <a:lstStyle/>
            <a:p>
              <a:endParaRPr lang="zh-CN" altLang="en-US"/>
            </a:p>
          </p:txBody>
        </p:sp>
        <p:sp>
          <p:nvSpPr>
            <p:cNvPr id="2071" name="Freeform 40"/>
            <p:cNvSpPr>
              <a:spLocks noChangeArrowheads="1"/>
            </p:cNvSpPr>
            <p:nvPr userDrawn="1"/>
          </p:nvSpPr>
          <p:spPr bwMode="auto">
            <a:xfrm rot="9832527" flipV="1">
              <a:off x="2224" y="808"/>
              <a:ext cx="123" cy="233"/>
            </a:xfrm>
            <a:custGeom>
              <a:avLst/>
              <a:gdLst>
                <a:gd name="T0" fmla="*/ 4149501 w 46"/>
                <a:gd name="T1" fmla="*/ 0 h 94"/>
                <a:gd name="T2" fmla="*/ 2655311 w 46"/>
                <a:gd name="T3" fmla="*/ 2041995 h 94"/>
                <a:gd name="T4" fmla="*/ 1999646 w 46"/>
                <a:gd name="T5" fmla="*/ 3344770 h 94"/>
                <a:gd name="T6" fmla="*/ 1461208 w 46"/>
                <a:gd name="T7" fmla="*/ 4256526 h 94"/>
                <a:gd name="T8" fmla="*/ 0 w 46"/>
                <a:gd name="T9" fmla="*/ 5061541 h 94"/>
                <a:gd name="T10" fmla="*/ 1606792 w 46"/>
                <a:gd name="T11" fmla="*/ 4729642 h 94"/>
                <a:gd name="T12" fmla="*/ 3102047 w 46"/>
                <a:gd name="T13" fmla="*/ 4299185 h 94"/>
                <a:gd name="T14" fmla="*/ 4296422 w 46"/>
                <a:gd name="T15" fmla="*/ 3712149 h 94"/>
                <a:gd name="T16" fmla="*/ 5346880 w 46"/>
                <a:gd name="T17" fmla="*/ 3066709 h 94"/>
                <a:gd name="T18" fmla="*/ 5994916 w 46"/>
                <a:gd name="T19" fmla="*/ 2362942 h 94"/>
                <a:gd name="T20" fmla="*/ 6149144 w 46"/>
                <a:gd name="T21" fmla="*/ 1603345 h 94"/>
                <a:gd name="T22" fmla="*/ 5590366 w 46"/>
                <a:gd name="T23" fmla="*/ 804817 h 94"/>
                <a:gd name="T24" fmla="*/ 4149501 w 46"/>
                <a:gd name="T25" fmla="*/ 0 h 9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6"/>
                <a:gd name="T40" fmla="*/ 0 h 94"/>
                <a:gd name="T41" fmla="*/ 46 w 46"/>
                <a:gd name="T42" fmla="*/ 94 h 9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6" h="94">
                  <a:moveTo>
                    <a:pt x="31" y="0"/>
                  </a:moveTo>
                  <a:lnTo>
                    <a:pt x="20" y="38"/>
                  </a:lnTo>
                  <a:lnTo>
                    <a:pt x="15" y="62"/>
                  </a:lnTo>
                  <a:lnTo>
                    <a:pt x="11" y="79"/>
                  </a:lnTo>
                  <a:lnTo>
                    <a:pt x="0" y="94"/>
                  </a:lnTo>
                  <a:lnTo>
                    <a:pt x="12" y="88"/>
                  </a:lnTo>
                  <a:lnTo>
                    <a:pt x="23" y="80"/>
                  </a:lnTo>
                  <a:lnTo>
                    <a:pt x="32" y="69"/>
                  </a:lnTo>
                  <a:lnTo>
                    <a:pt x="40" y="57"/>
                  </a:lnTo>
                  <a:lnTo>
                    <a:pt x="45" y="44"/>
                  </a:lnTo>
                  <a:lnTo>
                    <a:pt x="46" y="30"/>
                  </a:lnTo>
                  <a:lnTo>
                    <a:pt x="42" y="15"/>
                  </a:lnTo>
                  <a:lnTo>
                    <a:pt x="31" y="0"/>
                  </a:lnTo>
                  <a:close/>
                </a:path>
              </a:pathLst>
            </a:custGeom>
            <a:solidFill>
              <a:schemeClr val="accent1"/>
            </a:solidFill>
            <a:ln w="9525">
              <a:noFill/>
              <a:miter lim="800000"/>
              <a:headEnd/>
              <a:tailEnd/>
            </a:ln>
          </p:spPr>
          <p:txBody>
            <a:bodyPr/>
            <a:lstStyle/>
            <a:p>
              <a:endParaRPr lang="zh-CN" altLang="en-US"/>
            </a:p>
          </p:txBody>
        </p:sp>
        <p:sp>
          <p:nvSpPr>
            <p:cNvPr id="2072" name="Freeform 41"/>
            <p:cNvSpPr>
              <a:spLocks noChangeArrowheads="1"/>
            </p:cNvSpPr>
            <p:nvPr userDrawn="1"/>
          </p:nvSpPr>
          <p:spPr bwMode="auto">
            <a:xfrm>
              <a:off x="1603" y="0"/>
              <a:ext cx="124" cy="121"/>
            </a:xfrm>
            <a:custGeom>
              <a:avLst/>
              <a:gdLst>
                <a:gd name="T0" fmla="*/ 124 w 124"/>
                <a:gd name="T1" fmla="*/ 0 h 121"/>
                <a:gd name="T2" fmla="*/ 113 w 124"/>
                <a:gd name="T3" fmla="*/ 9 h 121"/>
                <a:gd name="T4" fmla="*/ 99 w 124"/>
                <a:gd name="T5" fmla="*/ 25 h 121"/>
                <a:gd name="T6" fmla="*/ 81 w 124"/>
                <a:gd name="T7" fmla="*/ 41 h 121"/>
                <a:gd name="T8" fmla="*/ 63 w 124"/>
                <a:gd name="T9" fmla="*/ 54 h 121"/>
                <a:gd name="T10" fmla="*/ 41 w 124"/>
                <a:gd name="T11" fmla="*/ 66 h 121"/>
                <a:gd name="T12" fmla="*/ 22 w 124"/>
                <a:gd name="T13" fmla="*/ 74 h 121"/>
                <a:gd name="T14" fmla="*/ 0 w 124"/>
                <a:gd name="T15" fmla="*/ 75 h 121"/>
                <a:gd name="T16" fmla="*/ 10 w 124"/>
                <a:gd name="T17" fmla="*/ 96 h 121"/>
                <a:gd name="T18" fmla="*/ 23 w 124"/>
                <a:gd name="T19" fmla="*/ 113 h 121"/>
                <a:gd name="T20" fmla="*/ 41 w 124"/>
                <a:gd name="T21" fmla="*/ 121 h 121"/>
                <a:gd name="T22" fmla="*/ 60 w 124"/>
                <a:gd name="T23" fmla="*/ 121 h 121"/>
                <a:gd name="T24" fmla="*/ 83 w 124"/>
                <a:gd name="T25" fmla="*/ 111 h 121"/>
                <a:gd name="T26" fmla="*/ 101 w 124"/>
                <a:gd name="T27" fmla="*/ 88 h 121"/>
                <a:gd name="T28" fmla="*/ 116 w 124"/>
                <a:gd name="T29" fmla="*/ 53 h 121"/>
                <a:gd name="T30" fmla="*/ 124 w 124"/>
                <a:gd name="T31" fmla="*/ 0 h 12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24"/>
                <a:gd name="T49" fmla="*/ 0 h 121"/>
                <a:gd name="T50" fmla="*/ 124 w 124"/>
                <a:gd name="T51" fmla="*/ 121 h 12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24" h="121">
                  <a:moveTo>
                    <a:pt x="124" y="0"/>
                  </a:moveTo>
                  <a:lnTo>
                    <a:pt x="113" y="9"/>
                  </a:lnTo>
                  <a:lnTo>
                    <a:pt x="99" y="25"/>
                  </a:lnTo>
                  <a:lnTo>
                    <a:pt x="81" y="41"/>
                  </a:lnTo>
                  <a:lnTo>
                    <a:pt x="63" y="54"/>
                  </a:lnTo>
                  <a:lnTo>
                    <a:pt x="41" y="66"/>
                  </a:lnTo>
                  <a:lnTo>
                    <a:pt x="22" y="74"/>
                  </a:lnTo>
                  <a:lnTo>
                    <a:pt x="0" y="75"/>
                  </a:lnTo>
                  <a:lnTo>
                    <a:pt x="10" y="96"/>
                  </a:lnTo>
                  <a:lnTo>
                    <a:pt x="23" y="113"/>
                  </a:lnTo>
                  <a:lnTo>
                    <a:pt x="41" y="121"/>
                  </a:lnTo>
                  <a:lnTo>
                    <a:pt x="60" y="121"/>
                  </a:lnTo>
                  <a:lnTo>
                    <a:pt x="83" y="111"/>
                  </a:lnTo>
                  <a:lnTo>
                    <a:pt x="101" y="88"/>
                  </a:lnTo>
                  <a:lnTo>
                    <a:pt x="116" y="53"/>
                  </a:lnTo>
                  <a:lnTo>
                    <a:pt x="124" y="0"/>
                  </a:lnTo>
                  <a:close/>
                </a:path>
              </a:pathLst>
            </a:custGeom>
            <a:solidFill>
              <a:schemeClr val="accent1"/>
            </a:solidFill>
            <a:ln w="9525">
              <a:noFill/>
              <a:miter lim="800000"/>
              <a:headEnd/>
              <a:tailEnd/>
            </a:ln>
          </p:spPr>
          <p:txBody>
            <a:bodyPr/>
            <a:lstStyle/>
            <a:p>
              <a:endParaRPr lang="zh-CN" altLang="en-US"/>
            </a:p>
          </p:txBody>
        </p:sp>
        <p:sp>
          <p:nvSpPr>
            <p:cNvPr id="2073" name="Freeform 42"/>
            <p:cNvSpPr>
              <a:spLocks noChangeArrowheads="1"/>
            </p:cNvSpPr>
            <p:nvPr userDrawn="1"/>
          </p:nvSpPr>
          <p:spPr bwMode="auto">
            <a:xfrm rot="9832527" flipV="1">
              <a:off x="2173" y="1238"/>
              <a:ext cx="393" cy="2300"/>
            </a:xfrm>
            <a:custGeom>
              <a:avLst/>
              <a:gdLst>
                <a:gd name="T0" fmla="*/ 0 w 149"/>
                <a:gd name="T1" fmla="*/ 0 h 704"/>
                <a:gd name="T2" fmla="*/ 686524 w 149"/>
                <a:gd name="T3" fmla="*/ 8994545 h 704"/>
                <a:gd name="T4" fmla="*/ 1810765 w 149"/>
                <a:gd name="T5" fmla="*/ 20781356 h 704"/>
                <a:gd name="T6" fmla="*/ 3176775 w 149"/>
                <a:gd name="T7" fmla="*/ 35317232 h 704"/>
                <a:gd name="T8" fmla="*/ 4644643 w 149"/>
                <a:gd name="T9" fmla="*/ 54691710 h 704"/>
                <a:gd name="T10" fmla="*/ 6586786 w 149"/>
                <a:gd name="T11" fmla="*/ 78278383 h 704"/>
                <a:gd name="T12" fmla="*/ 8296201 w 149"/>
                <a:gd name="T13" fmla="*/ 103635246 h 704"/>
                <a:gd name="T14" fmla="*/ 9971230 w 149"/>
                <a:gd name="T15" fmla="*/ 133153658 h 704"/>
                <a:gd name="T16" fmla="*/ 11343908 w 149"/>
                <a:gd name="T17" fmla="*/ 167064015 h 704"/>
                <a:gd name="T18" fmla="*/ 12677201 w 149"/>
                <a:gd name="T19" fmla="*/ 202810396 h 704"/>
                <a:gd name="T20" fmla="*/ 13622992 w 149"/>
                <a:gd name="T21" fmla="*/ 243940336 h 704"/>
                <a:gd name="T22" fmla="*/ 14049230 w 149"/>
                <a:gd name="T23" fmla="*/ 289654270 h 704"/>
                <a:gd name="T24" fmla="*/ 14276617 w 149"/>
                <a:gd name="T25" fmla="*/ 337194901 h 704"/>
                <a:gd name="T26" fmla="*/ 13622992 w 149"/>
                <a:gd name="T27" fmla="*/ 390524792 h 704"/>
                <a:gd name="T28" fmla="*/ 12336935 w 149"/>
                <a:gd name="T29" fmla="*/ 446761889 h 704"/>
                <a:gd name="T30" fmla="*/ 10447377 w 149"/>
                <a:gd name="T31" fmla="*/ 505478638 h 704"/>
                <a:gd name="T32" fmla="*/ 7612344 w 149"/>
                <a:gd name="T33" fmla="*/ 570738312 h 704"/>
                <a:gd name="T34" fmla="*/ 4429550 w 149"/>
                <a:gd name="T35" fmla="*/ 644448304 h 704"/>
                <a:gd name="T36" fmla="*/ 2361184 w 149"/>
                <a:gd name="T37" fmla="*/ 712885820 h 704"/>
                <a:gd name="T38" fmla="*/ 1124220 w 149"/>
                <a:gd name="T39" fmla="*/ 776182781 h 704"/>
                <a:gd name="T40" fmla="*/ 686524 w 149"/>
                <a:gd name="T41" fmla="*/ 836862093 h 704"/>
                <a:gd name="T42" fmla="*/ 686524 w 149"/>
                <a:gd name="T43" fmla="*/ 894783365 h 704"/>
                <a:gd name="T44" fmla="*/ 895207 w 149"/>
                <a:gd name="T45" fmla="*/ 947699825 h 704"/>
                <a:gd name="T46" fmla="*/ 1373039 w 149"/>
                <a:gd name="T47" fmla="*/ 995206246 h 704"/>
                <a:gd name="T48" fmla="*/ 1593251 w 149"/>
                <a:gd name="T49" fmla="*/ 1040955510 h 704"/>
                <a:gd name="T50" fmla="*/ 4644643 w 149"/>
                <a:gd name="T51" fmla="*/ 1017374110 h 704"/>
                <a:gd name="T52" fmla="*/ 4429550 w 149"/>
                <a:gd name="T53" fmla="*/ 1005587260 h 704"/>
                <a:gd name="T54" fmla="*/ 4089521 w 149"/>
                <a:gd name="T55" fmla="*/ 971246244 h 704"/>
                <a:gd name="T56" fmla="*/ 3731564 w 149"/>
                <a:gd name="T57" fmla="*/ 919716296 h 704"/>
                <a:gd name="T58" fmla="*/ 3960965 w 149"/>
                <a:gd name="T59" fmla="*/ 850436196 h 704"/>
                <a:gd name="T60" fmla="*/ 4644643 w 149"/>
                <a:gd name="T61" fmla="*/ 767617280 h 704"/>
                <a:gd name="T62" fmla="*/ 6586786 w 149"/>
                <a:gd name="T63" fmla="*/ 672976684 h 704"/>
                <a:gd name="T64" fmla="*/ 9760857 w 149"/>
                <a:gd name="T65" fmla="*/ 570738312 h 704"/>
                <a:gd name="T66" fmla="*/ 14618350 w 149"/>
                <a:gd name="T67" fmla="*/ 462962684 h 704"/>
                <a:gd name="T68" fmla="*/ 16200080 w 149"/>
                <a:gd name="T69" fmla="*/ 412835596 h 704"/>
                <a:gd name="T70" fmla="*/ 16898066 w 149"/>
                <a:gd name="T71" fmla="*/ 347575572 h 704"/>
                <a:gd name="T72" fmla="*/ 16328781 w 149"/>
                <a:gd name="T73" fmla="*/ 271936031 h 704"/>
                <a:gd name="T74" fmla="*/ 14875920 w 149"/>
                <a:gd name="T75" fmla="*/ 198229806 h 704"/>
                <a:gd name="T76" fmla="*/ 12336935 w 149"/>
                <a:gd name="T77" fmla="*/ 125767751 h 704"/>
                <a:gd name="T78" fmla="*/ 9194214 w 149"/>
                <a:gd name="T79" fmla="*/ 65128558 h 704"/>
                <a:gd name="T80" fmla="*/ 4986524 w 149"/>
                <a:gd name="T81" fmla="*/ 20781356 h 704"/>
                <a:gd name="T82" fmla="*/ 0 w 149"/>
                <a:gd name="T83" fmla="*/ 0 h 70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149"/>
                <a:gd name="T127" fmla="*/ 0 h 704"/>
                <a:gd name="T128" fmla="*/ 149 w 149"/>
                <a:gd name="T129" fmla="*/ 704 h 70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149" h="704">
                  <a:moveTo>
                    <a:pt x="0" y="0"/>
                  </a:moveTo>
                  <a:lnTo>
                    <a:pt x="6" y="6"/>
                  </a:lnTo>
                  <a:lnTo>
                    <a:pt x="16" y="14"/>
                  </a:lnTo>
                  <a:lnTo>
                    <a:pt x="28" y="24"/>
                  </a:lnTo>
                  <a:lnTo>
                    <a:pt x="41" y="37"/>
                  </a:lnTo>
                  <a:lnTo>
                    <a:pt x="58" y="53"/>
                  </a:lnTo>
                  <a:lnTo>
                    <a:pt x="73" y="70"/>
                  </a:lnTo>
                  <a:lnTo>
                    <a:pt x="88" y="90"/>
                  </a:lnTo>
                  <a:lnTo>
                    <a:pt x="100" y="113"/>
                  </a:lnTo>
                  <a:lnTo>
                    <a:pt x="112" y="137"/>
                  </a:lnTo>
                  <a:lnTo>
                    <a:pt x="120" y="165"/>
                  </a:lnTo>
                  <a:lnTo>
                    <a:pt x="124" y="196"/>
                  </a:lnTo>
                  <a:lnTo>
                    <a:pt x="126" y="228"/>
                  </a:lnTo>
                  <a:lnTo>
                    <a:pt x="120" y="264"/>
                  </a:lnTo>
                  <a:lnTo>
                    <a:pt x="109" y="302"/>
                  </a:lnTo>
                  <a:lnTo>
                    <a:pt x="92" y="342"/>
                  </a:lnTo>
                  <a:lnTo>
                    <a:pt x="67" y="386"/>
                  </a:lnTo>
                  <a:lnTo>
                    <a:pt x="39" y="436"/>
                  </a:lnTo>
                  <a:lnTo>
                    <a:pt x="21" y="482"/>
                  </a:lnTo>
                  <a:lnTo>
                    <a:pt x="10" y="525"/>
                  </a:lnTo>
                  <a:lnTo>
                    <a:pt x="6" y="566"/>
                  </a:lnTo>
                  <a:lnTo>
                    <a:pt x="6" y="605"/>
                  </a:lnTo>
                  <a:lnTo>
                    <a:pt x="8" y="641"/>
                  </a:lnTo>
                  <a:lnTo>
                    <a:pt x="12" y="673"/>
                  </a:lnTo>
                  <a:lnTo>
                    <a:pt x="14" y="704"/>
                  </a:lnTo>
                  <a:lnTo>
                    <a:pt x="41" y="688"/>
                  </a:lnTo>
                  <a:lnTo>
                    <a:pt x="39" y="680"/>
                  </a:lnTo>
                  <a:lnTo>
                    <a:pt x="36" y="657"/>
                  </a:lnTo>
                  <a:lnTo>
                    <a:pt x="33" y="622"/>
                  </a:lnTo>
                  <a:lnTo>
                    <a:pt x="35" y="575"/>
                  </a:lnTo>
                  <a:lnTo>
                    <a:pt x="41" y="519"/>
                  </a:lnTo>
                  <a:lnTo>
                    <a:pt x="58" y="455"/>
                  </a:lnTo>
                  <a:lnTo>
                    <a:pt x="86" y="386"/>
                  </a:lnTo>
                  <a:lnTo>
                    <a:pt x="129" y="313"/>
                  </a:lnTo>
                  <a:lnTo>
                    <a:pt x="143" y="279"/>
                  </a:lnTo>
                  <a:lnTo>
                    <a:pt x="149" y="235"/>
                  </a:lnTo>
                  <a:lnTo>
                    <a:pt x="144" y="184"/>
                  </a:lnTo>
                  <a:lnTo>
                    <a:pt x="131" y="134"/>
                  </a:lnTo>
                  <a:lnTo>
                    <a:pt x="109" y="85"/>
                  </a:lnTo>
                  <a:lnTo>
                    <a:pt x="81" y="44"/>
                  </a:lnTo>
                  <a:lnTo>
                    <a:pt x="44" y="14"/>
                  </a:lnTo>
                  <a:lnTo>
                    <a:pt x="0" y="0"/>
                  </a:lnTo>
                  <a:close/>
                </a:path>
              </a:pathLst>
            </a:custGeom>
            <a:solidFill>
              <a:schemeClr val="accent1"/>
            </a:solidFill>
            <a:ln w="9525">
              <a:noFill/>
              <a:miter lim="800000"/>
              <a:headEnd/>
              <a:tailEnd/>
            </a:ln>
          </p:spPr>
          <p:txBody>
            <a:bodyPr/>
            <a:lstStyle/>
            <a:p>
              <a:endParaRPr lang="zh-CN" altLang="en-US"/>
            </a:p>
          </p:txBody>
        </p:sp>
        <p:sp>
          <p:nvSpPr>
            <p:cNvPr id="2074" name="Freeform 43"/>
            <p:cNvSpPr>
              <a:spLocks noChangeArrowheads="1"/>
            </p:cNvSpPr>
            <p:nvPr userDrawn="1"/>
          </p:nvSpPr>
          <p:spPr bwMode="auto">
            <a:xfrm>
              <a:off x="0" y="1848"/>
              <a:ext cx="36" cy="132"/>
            </a:xfrm>
            <a:custGeom>
              <a:avLst/>
              <a:gdLst>
                <a:gd name="T0" fmla="*/ 0 w 36"/>
                <a:gd name="T1" fmla="*/ 0 h 132"/>
                <a:gd name="T2" fmla="*/ 36 w 36"/>
                <a:gd name="T3" fmla="*/ 12 h 132"/>
                <a:gd name="T4" fmla="*/ 0 w 36"/>
                <a:gd name="T5" fmla="*/ 132 h 132"/>
                <a:gd name="T6" fmla="*/ 0 w 36"/>
                <a:gd name="T7" fmla="*/ 0 h 132"/>
                <a:gd name="T8" fmla="*/ 0 60000 65536"/>
                <a:gd name="T9" fmla="*/ 0 60000 65536"/>
                <a:gd name="T10" fmla="*/ 0 60000 65536"/>
                <a:gd name="T11" fmla="*/ 0 60000 65536"/>
                <a:gd name="T12" fmla="*/ 0 w 36"/>
                <a:gd name="T13" fmla="*/ 0 h 132"/>
                <a:gd name="T14" fmla="*/ 36 w 36"/>
                <a:gd name="T15" fmla="*/ 132 h 132"/>
              </a:gdLst>
              <a:ahLst/>
              <a:cxnLst>
                <a:cxn ang="T8">
                  <a:pos x="T0" y="T1"/>
                </a:cxn>
                <a:cxn ang="T9">
                  <a:pos x="T2" y="T3"/>
                </a:cxn>
                <a:cxn ang="T10">
                  <a:pos x="T4" y="T5"/>
                </a:cxn>
                <a:cxn ang="T11">
                  <a:pos x="T6" y="T7"/>
                </a:cxn>
              </a:cxnLst>
              <a:rect l="T12" t="T13" r="T14" b="T15"/>
              <a:pathLst>
                <a:path w="36" h="132">
                  <a:moveTo>
                    <a:pt x="0" y="0"/>
                  </a:moveTo>
                  <a:lnTo>
                    <a:pt x="36" y="12"/>
                  </a:lnTo>
                  <a:lnTo>
                    <a:pt x="0" y="132"/>
                  </a:lnTo>
                  <a:lnTo>
                    <a:pt x="0" y="0"/>
                  </a:lnTo>
                  <a:close/>
                </a:path>
              </a:pathLst>
            </a:custGeom>
            <a:solidFill>
              <a:schemeClr val="folHlink"/>
            </a:solidFill>
            <a:ln w="9525">
              <a:noFill/>
              <a:miter lim="800000"/>
              <a:headEnd/>
              <a:tailEnd/>
            </a:ln>
          </p:spPr>
          <p:txBody>
            <a:bodyPr/>
            <a:lstStyle/>
            <a:p>
              <a:endParaRPr lang="zh-CN" altLang="en-US"/>
            </a:p>
          </p:txBody>
        </p:sp>
      </p:grpSp>
      <p:sp>
        <p:nvSpPr>
          <p:cNvPr id="2051" name="Rectangle 45"/>
          <p:cNvSpPr>
            <a:spLocks noGrp="1" noChangeArrowheads="1"/>
          </p:cNvSpPr>
          <p:nvPr>
            <p:ph type="title"/>
          </p:nvPr>
        </p:nvSpPr>
        <p:spPr bwMode="auto">
          <a:xfrm>
            <a:off x="442913" y="103188"/>
            <a:ext cx="8243887" cy="131445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t>单击此处编辑母版标题样式</a:t>
            </a:r>
          </a:p>
        </p:txBody>
      </p:sp>
      <p:sp>
        <p:nvSpPr>
          <p:cNvPr id="2052" name="Rectangle 46"/>
          <p:cNvSpPr>
            <a:spLocks noGrp="1" noChangeArrowheads="1"/>
          </p:cNvSpPr>
          <p:nvPr>
            <p:ph type="body" idx="1"/>
          </p:nvPr>
        </p:nvSpPr>
        <p:spPr bwMode="auto">
          <a:xfrm>
            <a:off x="457200" y="1600200"/>
            <a:ext cx="8229600" cy="44561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2094" name="Rectangle 44"/>
          <p:cNvSpPr>
            <a:spLocks noGrp="1" noChangeArrowheads="1"/>
          </p:cNvSpPr>
          <p:nvPr>
            <p:ph type="dt" sz="half" idx="2"/>
          </p:nvPr>
        </p:nvSpPr>
        <p:spPr bwMode="auto">
          <a:xfrm>
            <a:off x="457200" y="62484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eaLnBrk="1" hangingPunct="1">
              <a:buFont typeface="Arial" panose="020B0604020202020204" pitchFamily="34" charset="0"/>
              <a:buNone/>
              <a:defRPr sz="1400"/>
            </a:lvl1pPr>
          </a:lstStyle>
          <a:p>
            <a:pPr>
              <a:defRPr/>
            </a:pPr>
            <a:endParaRPr lang="en-US"/>
          </a:p>
        </p:txBody>
      </p:sp>
      <p:sp>
        <p:nvSpPr>
          <p:cNvPr id="2095" name="Rectangle 4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eaLnBrk="1" hangingPunct="1">
              <a:buFont typeface="Arial" panose="020B0604020202020204" pitchFamily="34" charset="0"/>
              <a:buNone/>
              <a:defRPr sz="1400"/>
            </a:lvl1pPr>
          </a:lstStyle>
          <a:p>
            <a:pPr>
              <a:defRPr/>
            </a:pPr>
            <a:endParaRPr lang="en-US"/>
          </a:p>
        </p:txBody>
      </p:sp>
      <p:sp>
        <p:nvSpPr>
          <p:cNvPr id="2096" name="Rectangle 46"/>
          <p:cNvSpPr>
            <a:spLocks noGrp="1" noChangeArrowheads="1"/>
          </p:cNvSpPr>
          <p:nvPr>
            <p:ph type="sldNum" sz="quarter" idx="4"/>
          </p:nvPr>
        </p:nvSpPr>
        <p:spPr bwMode="auto">
          <a:xfrm>
            <a:off x="6553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buFont typeface="Arial" pitchFamily="34" charset="0"/>
              <a:buNone/>
              <a:defRPr sz="1400" smtClean="0"/>
            </a:lvl1pPr>
          </a:lstStyle>
          <a:p>
            <a:pPr>
              <a:defRPr/>
            </a:pPr>
            <a:fld id="{EE90EF28-4CCB-4270-920A-CCE225659C7A}"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txStyles>
    <p:titleStyle>
      <a:lvl1pPr algn="ctr" rtl="0" eaLnBrk="0" fontAlgn="base" hangingPunct="0">
        <a:lnSpc>
          <a:spcPct val="90000"/>
        </a:lnSpc>
        <a:spcBef>
          <a:spcPct val="0"/>
        </a:spcBef>
        <a:spcAft>
          <a:spcPct val="0"/>
        </a:spcAft>
        <a:defRPr sz="4400">
          <a:solidFill>
            <a:schemeClr val="tx2"/>
          </a:solidFill>
          <a:latin typeface="+mj-lt"/>
          <a:ea typeface="+mj-ea"/>
          <a:cs typeface="+mj-cs"/>
        </a:defRPr>
      </a:lvl1pPr>
      <a:lvl2pPr algn="ctr" rtl="0" eaLnBrk="0" fontAlgn="base" hangingPunct="0">
        <a:lnSpc>
          <a:spcPct val="90000"/>
        </a:lnSpc>
        <a:spcBef>
          <a:spcPct val="0"/>
        </a:spcBef>
        <a:spcAft>
          <a:spcPct val="0"/>
        </a:spcAft>
        <a:defRPr sz="4400">
          <a:solidFill>
            <a:schemeClr val="tx2"/>
          </a:solidFill>
          <a:latin typeface="Verdana" pitchFamily="34" charset="0"/>
          <a:ea typeface="宋体" pitchFamily="2" charset="-122"/>
        </a:defRPr>
      </a:lvl2pPr>
      <a:lvl3pPr algn="ctr" rtl="0" eaLnBrk="0" fontAlgn="base" hangingPunct="0">
        <a:lnSpc>
          <a:spcPct val="90000"/>
        </a:lnSpc>
        <a:spcBef>
          <a:spcPct val="0"/>
        </a:spcBef>
        <a:spcAft>
          <a:spcPct val="0"/>
        </a:spcAft>
        <a:defRPr sz="4400">
          <a:solidFill>
            <a:schemeClr val="tx2"/>
          </a:solidFill>
          <a:latin typeface="Verdana" pitchFamily="34" charset="0"/>
          <a:ea typeface="宋体" pitchFamily="2" charset="-122"/>
        </a:defRPr>
      </a:lvl3pPr>
      <a:lvl4pPr algn="ctr" rtl="0" eaLnBrk="0" fontAlgn="base" hangingPunct="0">
        <a:lnSpc>
          <a:spcPct val="90000"/>
        </a:lnSpc>
        <a:spcBef>
          <a:spcPct val="0"/>
        </a:spcBef>
        <a:spcAft>
          <a:spcPct val="0"/>
        </a:spcAft>
        <a:defRPr sz="4400">
          <a:solidFill>
            <a:schemeClr val="tx2"/>
          </a:solidFill>
          <a:latin typeface="Verdana" pitchFamily="34" charset="0"/>
          <a:ea typeface="宋体" pitchFamily="2" charset="-122"/>
        </a:defRPr>
      </a:lvl4pPr>
      <a:lvl5pPr algn="ctr" rtl="0" eaLnBrk="0" fontAlgn="base" hangingPunct="0">
        <a:lnSpc>
          <a:spcPct val="90000"/>
        </a:lnSpc>
        <a:spcBef>
          <a:spcPct val="0"/>
        </a:spcBef>
        <a:spcAft>
          <a:spcPct val="0"/>
        </a:spcAft>
        <a:defRPr sz="4400">
          <a:solidFill>
            <a:schemeClr val="tx2"/>
          </a:solidFill>
          <a:latin typeface="Verdana" pitchFamily="34" charset="0"/>
          <a:ea typeface="宋体" pitchFamily="2" charset="-122"/>
        </a:defRPr>
      </a:lvl5pPr>
      <a:lvl6pPr marL="457200" algn="ctr" rtl="0" eaLnBrk="0" fontAlgn="base" hangingPunct="0">
        <a:lnSpc>
          <a:spcPct val="90000"/>
        </a:lnSpc>
        <a:spcBef>
          <a:spcPct val="0"/>
        </a:spcBef>
        <a:spcAft>
          <a:spcPct val="0"/>
        </a:spcAft>
        <a:defRPr sz="4400">
          <a:solidFill>
            <a:schemeClr val="tx2"/>
          </a:solidFill>
          <a:latin typeface="Verdana" pitchFamily="34" charset="0"/>
          <a:ea typeface="宋体" pitchFamily="2" charset="-122"/>
        </a:defRPr>
      </a:lvl6pPr>
      <a:lvl7pPr marL="914400" algn="ctr" rtl="0" eaLnBrk="0" fontAlgn="base" hangingPunct="0">
        <a:lnSpc>
          <a:spcPct val="90000"/>
        </a:lnSpc>
        <a:spcBef>
          <a:spcPct val="0"/>
        </a:spcBef>
        <a:spcAft>
          <a:spcPct val="0"/>
        </a:spcAft>
        <a:defRPr sz="4400">
          <a:solidFill>
            <a:schemeClr val="tx2"/>
          </a:solidFill>
          <a:latin typeface="Verdana" pitchFamily="34" charset="0"/>
          <a:ea typeface="宋体" pitchFamily="2" charset="-122"/>
        </a:defRPr>
      </a:lvl7pPr>
      <a:lvl8pPr marL="1371600" algn="ctr" rtl="0" eaLnBrk="0" fontAlgn="base" hangingPunct="0">
        <a:lnSpc>
          <a:spcPct val="90000"/>
        </a:lnSpc>
        <a:spcBef>
          <a:spcPct val="0"/>
        </a:spcBef>
        <a:spcAft>
          <a:spcPct val="0"/>
        </a:spcAft>
        <a:defRPr sz="4400">
          <a:solidFill>
            <a:schemeClr val="tx2"/>
          </a:solidFill>
          <a:latin typeface="Verdana" pitchFamily="34" charset="0"/>
          <a:ea typeface="宋体" pitchFamily="2" charset="-122"/>
        </a:defRPr>
      </a:lvl8pPr>
      <a:lvl9pPr marL="1828800" algn="ctr" rtl="0" eaLnBrk="0" fontAlgn="base" hangingPunct="0">
        <a:lnSpc>
          <a:spcPct val="90000"/>
        </a:lnSpc>
        <a:spcBef>
          <a:spcPct val="0"/>
        </a:spcBef>
        <a:spcAft>
          <a:spcPct val="0"/>
        </a:spcAft>
        <a:defRPr sz="4400">
          <a:solidFill>
            <a:schemeClr val="tx2"/>
          </a:solidFill>
          <a:latin typeface="Verdana" pitchFamily="34"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矩形 861185"/>
          <p:cNvSpPr>
            <a:spLocks noChangeArrowheads="1" noChangeShapeType="1" noTextEdit="1"/>
          </p:cNvSpPr>
          <p:nvPr/>
        </p:nvSpPr>
        <p:spPr bwMode="auto">
          <a:xfrm>
            <a:off x="862013" y="442913"/>
            <a:ext cx="7062787" cy="1443037"/>
          </a:xfrm>
          <a:prstGeom prst="rect">
            <a:avLst/>
          </a:prstGeom>
        </p:spPr>
        <p:txBody>
          <a:bodyPr wrap="none" fromWordArt="1">
            <a:prstTxWarp prst="textDeflate">
              <a:avLst>
                <a:gd name="adj" fmla="val 26227"/>
              </a:avLst>
            </a:prstTxWarp>
          </a:bodyPr>
          <a:lstStyle/>
          <a:p>
            <a:pPr algn="ctr"/>
            <a:r>
              <a:rPr lang="zh-CN" altLang="en-US" sz="5400" b="1" kern="10">
                <a:ln w="0">
                  <a:solidFill>
                    <a:srgbClr val="FF0000"/>
                  </a:solidFill>
                  <a:round/>
                  <a:headEnd/>
                  <a:tailEnd/>
                </a:ln>
                <a:solidFill>
                  <a:srgbClr val="FF0000"/>
                </a:solidFill>
                <a:latin typeface="华文隶书"/>
                <a:ea typeface="华文隶书"/>
              </a:rPr>
              <a:t>第二章 实践与认识及发展规律</a:t>
            </a:r>
          </a:p>
        </p:txBody>
      </p:sp>
      <p:sp>
        <p:nvSpPr>
          <p:cNvPr id="3075" name="矩形 861186"/>
          <p:cNvSpPr>
            <a:spLocks noChangeArrowheads="1"/>
          </p:cNvSpPr>
          <p:nvPr/>
        </p:nvSpPr>
        <p:spPr bwMode="auto">
          <a:xfrm>
            <a:off x="1811338" y="1685925"/>
            <a:ext cx="5284787" cy="519113"/>
          </a:xfrm>
          <a:prstGeom prst="rect">
            <a:avLst/>
          </a:prstGeom>
          <a:noFill/>
          <a:ln w="9525">
            <a:noFill/>
            <a:miter lim="800000"/>
            <a:headEnd/>
            <a:tailEnd/>
          </a:ln>
        </p:spPr>
        <p:txBody>
          <a:bodyPr>
            <a:spAutoFit/>
          </a:bodyPr>
          <a:lstStyle/>
          <a:p>
            <a:pPr algn="ctr" eaLnBrk="1" hangingPunct="1"/>
            <a:r>
              <a:rPr lang="en-US" altLang="zh-CN" sz="2800" b="1">
                <a:solidFill>
                  <a:srgbClr val="3333FF"/>
                </a:solidFill>
                <a:latin typeface="黑体" pitchFamily="49" charset="-122"/>
                <a:ea typeface="黑体" pitchFamily="49" charset="-122"/>
              </a:rPr>
              <a:t>(</a:t>
            </a:r>
            <a:r>
              <a:rPr lang="zh-CN" altLang="en-US" sz="2800" b="1">
                <a:solidFill>
                  <a:srgbClr val="3333FF"/>
                </a:solidFill>
                <a:latin typeface="黑体" pitchFamily="49" charset="-122"/>
                <a:ea typeface="黑体" pitchFamily="49" charset="-122"/>
              </a:rPr>
              <a:t>认识论：能动的革命的反映论</a:t>
            </a:r>
            <a:r>
              <a:rPr lang="en-US" altLang="zh-CN" sz="2800" b="1">
                <a:solidFill>
                  <a:srgbClr val="3333FF"/>
                </a:solidFill>
                <a:latin typeface="黑体" pitchFamily="49" charset="-122"/>
                <a:ea typeface="黑体" pitchFamily="49" charset="-122"/>
              </a:rPr>
              <a:t>)</a:t>
            </a:r>
          </a:p>
        </p:txBody>
      </p:sp>
      <p:sp>
        <p:nvSpPr>
          <p:cNvPr id="5" name="文本占位符 693249"/>
          <p:cNvSpPr>
            <a:spLocks noGrp="1" noRot="1" noChangeArrowheads="1"/>
          </p:cNvSpPr>
          <p:nvPr/>
        </p:nvSpPr>
        <p:spPr bwMode="auto">
          <a:xfrm>
            <a:off x="928662" y="2786058"/>
            <a:ext cx="6858048" cy="2366963"/>
          </a:xfrm>
          <a:prstGeom prst="rect">
            <a:avLst/>
          </a:prstGeom>
          <a:solidFill>
            <a:srgbClr val="CCFFCC"/>
          </a:solidFill>
          <a:ln w="28575">
            <a:solidFill>
              <a:srgbClr val="FF0000"/>
            </a:solidFill>
            <a:miter lim="800000"/>
            <a:headEnd/>
            <a:tailEnd/>
          </a:ln>
        </p:spPr>
        <p:txBody>
          <a:bodyPr/>
          <a:lstStyle/>
          <a:p>
            <a:pPr marL="342900" indent="-342900" eaLnBrk="1" hangingPunct="1">
              <a:lnSpc>
                <a:spcPct val="125000"/>
              </a:lnSpc>
            </a:pPr>
            <a:r>
              <a:rPr lang="zh-CN" altLang="en-US" sz="3600" b="1" dirty="0">
                <a:solidFill>
                  <a:srgbClr val="0000FF"/>
                </a:solidFill>
                <a:latin typeface="幼圆" pitchFamily="49" charset="-122"/>
              </a:rPr>
              <a:t>第一节  实践与认识</a:t>
            </a:r>
          </a:p>
          <a:p>
            <a:pPr marL="342900" indent="-342900" eaLnBrk="1" hangingPunct="1">
              <a:lnSpc>
                <a:spcPct val="125000"/>
              </a:lnSpc>
            </a:pPr>
            <a:r>
              <a:rPr lang="zh-CN" altLang="en-US" sz="3600" b="1" dirty="0">
                <a:solidFill>
                  <a:srgbClr val="0000FF"/>
                </a:solidFill>
                <a:latin typeface="幼圆" pitchFamily="49" charset="-122"/>
              </a:rPr>
              <a:t>第二节  真理与价值 </a:t>
            </a:r>
          </a:p>
          <a:p>
            <a:pPr marL="342900" indent="-342900" eaLnBrk="1" hangingPunct="1">
              <a:lnSpc>
                <a:spcPct val="125000"/>
              </a:lnSpc>
            </a:pPr>
            <a:r>
              <a:rPr lang="zh-CN" altLang="en-US" sz="3600" b="1" dirty="0">
                <a:solidFill>
                  <a:srgbClr val="0000FF"/>
                </a:solidFill>
                <a:latin typeface="幼圆" pitchFamily="49" charset="-122"/>
              </a:rPr>
              <a:t>第三节  认识世界和改造世界</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文本框 785409"/>
          <p:cNvSpPr txBox="1">
            <a:spLocks noChangeArrowheads="1"/>
          </p:cNvSpPr>
          <p:nvPr/>
        </p:nvSpPr>
        <p:spPr bwMode="auto">
          <a:xfrm>
            <a:off x="428597" y="214290"/>
            <a:ext cx="2143140" cy="522288"/>
          </a:xfrm>
          <a:prstGeom prst="rect">
            <a:avLst/>
          </a:prstGeom>
          <a:solidFill>
            <a:srgbClr val="FFFF99"/>
          </a:solidFill>
          <a:ln w="9525">
            <a:noFill/>
            <a:miter lim="800000"/>
            <a:headEnd/>
            <a:tailEnd/>
          </a:ln>
        </p:spPr>
        <p:txBody>
          <a:bodyPr wrap="square">
            <a:spAutoFit/>
          </a:bodyPr>
          <a:lstStyle/>
          <a:p>
            <a:pPr eaLnBrk="1" hangingPunct="1">
              <a:spcBef>
                <a:spcPct val="50000"/>
              </a:spcBef>
            </a:pPr>
            <a:r>
              <a:rPr lang="zh-CN" altLang="en-US" sz="2800" b="1" dirty="0">
                <a:solidFill>
                  <a:srgbClr val="990000"/>
                </a:solidFill>
                <a:latin typeface="Times New Roman" pitchFamily="18" charset="0"/>
                <a:ea typeface="华文行楷" pitchFamily="2" charset="-122"/>
              </a:rPr>
              <a:t>   学习目标</a:t>
            </a:r>
          </a:p>
        </p:txBody>
      </p:sp>
      <p:sp>
        <p:nvSpPr>
          <p:cNvPr id="4099" name="矩形 785410"/>
          <p:cNvSpPr>
            <a:spLocks noRot="1" noChangeArrowheads="1"/>
          </p:cNvSpPr>
          <p:nvPr/>
        </p:nvSpPr>
        <p:spPr bwMode="auto">
          <a:xfrm>
            <a:off x="442913" y="820738"/>
            <a:ext cx="8208962" cy="1620837"/>
          </a:xfrm>
          <a:prstGeom prst="rect">
            <a:avLst/>
          </a:prstGeom>
          <a:solidFill>
            <a:srgbClr val="CCFFCC"/>
          </a:solidFill>
          <a:ln w="28575">
            <a:solidFill>
              <a:srgbClr val="FF0000"/>
            </a:solidFill>
            <a:miter lim="800000"/>
            <a:headEnd/>
            <a:tailEnd/>
          </a:ln>
        </p:spPr>
        <p:txBody>
          <a:bodyPr/>
          <a:lstStyle/>
          <a:p>
            <a:pPr eaLnBrk="1" hangingPunct="1">
              <a:lnSpc>
                <a:spcPct val="125000"/>
              </a:lnSpc>
              <a:spcBef>
                <a:spcPct val="20000"/>
              </a:spcBef>
            </a:pPr>
            <a:r>
              <a:rPr lang="en-US" altLang="zh-CN" sz="2000" b="1" dirty="0">
                <a:solidFill>
                  <a:srgbClr val="0000FF"/>
                </a:solidFill>
                <a:latin typeface="华文隶书" pitchFamily="2" charset="-122"/>
                <a:ea typeface="华文隶书" pitchFamily="2" charset="-122"/>
              </a:rPr>
              <a:t>   </a:t>
            </a:r>
            <a:r>
              <a:rPr lang="zh-CN" altLang="en-US" sz="2000" b="1" dirty="0">
                <a:solidFill>
                  <a:srgbClr val="0000FF"/>
                </a:solidFill>
                <a:latin typeface="楷体" pitchFamily="49" charset="-122"/>
                <a:ea typeface="楷体" pitchFamily="49" charset="-122"/>
              </a:rPr>
              <a:t>学习马克思主义的实践观、认识论和价值论的基本观点，掌握实践、认识、真理、价值的本质及其相互关系，树立实践第一的观点,确立正确的价值观，在改造客观世界的同时改造主观世界，坚持守正创新，努力实现理论创新和实践创新的良性互动。</a:t>
            </a:r>
          </a:p>
        </p:txBody>
      </p:sp>
      <p:grpSp>
        <p:nvGrpSpPr>
          <p:cNvPr id="4100" name="组合 2"/>
          <p:cNvGrpSpPr>
            <a:grpSpLocks/>
          </p:cNvGrpSpPr>
          <p:nvPr/>
        </p:nvGrpSpPr>
        <p:grpSpPr bwMode="auto">
          <a:xfrm>
            <a:off x="428596" y="2500306"/>
            <a:ext cx="8169275" cy="3995737"/>
            <a:chOff x="250" y="4185"/>
            <a:chExt cx="12865" cy="6296"/>
          </a:xfrm>
        </p:grpSpPr>
        <p:sp>
          <p:nvSpPr>
            <p:cNvPr id="4101" name="文本框 785411"/>
            <p:cNvSpPr txBox="1">
              <a:spLocks noChangeArrowheads="1"/>
            </p:cNvSpPr>
            <p:nvPr/>
          </p:nvSpPr>
          <p:spPr bwMode="auto">
            <a:xfrm>
              <a:off x="250" y="4185"/>
              <a:ext cx="3379" cy="822"/>
            </a:xfrm>
            <a:prstGeom prst="rect">
              <a:avLst/>
            </a:prstGeom>
            <a:solidFill>
              <a:srgbClr val="FFFF99"/>
            </a:solidFill>
            <a:ln w="9525">
              <a:noFill/>
              <a:miter lim="800000"/>
              <a:headEnd/>
              <a:tailEnd/>
            </a:ln>
          </p:spPr>
          <p:txBody>
            <a:bodyPr>
              <a:spAutoFit/>
            </a:bodyPr>
            <a:lstStyle/>
            <a:p>
              <a:pPr algn="ctr" eaLnBrk="1" hangingPunct="1">
                <a:spcBef>
                  <a:spcPct val="50000"/>
                </a:spcBef>
              </a:pPr>
              <a:r>
                <a:rPr lang="zh-CN" altLang="en-US" sz="2800" b="1" dirty="0">
                  <a:solidFill>
                    <a:srgbClr val="990000"/>
                  </a:solidFill>
                  <a:latin typeface="Times New Roman" pitchFamily="18" charset="0"/>
                  <a:ea typeface="华文行楷" pitchFamily="2" charset="-122"/>
                </a:rPr>
                <a:t>学习要点</a:t>
              </a:r>
            </a:p>
          </p:txBody>
        </p:sp>
        <p:pic>
          <p:nvPicPr>
            <p:cNvPr id="4103" name="图片 785418" descr="image048"/>
            <p:cNvPicPr>
              <a:picLocks noChangeAspect="1" noChangeArrowheads="1"/>
            </p:cNvPicPr>
            <p:nvPr/>
          </p:nvPicPr>
          <p:blipFill>
            <a:blip r:embed="rId2"/>
            <a:srcRect/>
            <a:stretch>
              <a:fillRect/>
            </a:stretch>
          </p:blipFill>
          <p:spPr bwMode="auto">
            <a:xfrm>
              <a:off x="8045" y="5648"/>
              <a:ext cx="5070" cy="3149"/>
            </a:xfrm>
            <a:prstGeom prst="rect">
              <a:avLst/>
            </a:prstGeom>
            <a:noFill/>
            <a:ln w="9525">
              <a:noFill/>
              <a:miter lim="800000"/>
              <a:headEnd/>
              <a:tailEnd/>
            </a:ln>
          </p:spPr>
        </p:pic>
        <p:sp>
          <p:nvSpPr>
            <p:cNvPr id="4104" name="矩形 785422"/>
            <p:cNvSpPr>
              <a:spLocks noRot="1" noChangeArrowheads="1"/>
            </p:cNvSpPr>
            <p:nvPr/>
          </p:nvSpPr>
          <p:spPr bwMode="auto">
            <a:xfrm>
              <a:off x="270" y="5166"/>
              <a:ext cx="7115" cy="5315"/>
            </a:xfrm>
            <a:prstGeom prst="rect">
              <a:avLst/>
            </a:prstGeom>
            <a:solidFill>
              <a:srgbClr val="CCFFCC"/>
            </a:solidFill>
            <a:ln w="28575">
              <a:solidFill>
                <a:srgbClr val="FF0000"/>
              </a:solidFill>
              <a:miter lim="800000"/>
              <a:headEnd/>
              <a:tailEnd/>
            </a:ln>
          </p:spPr>
          <p:txBody>
            <a:bodyPr/>
            <a:lstStyle/>
            <a:p>
              <a:pPr marL="342900" indent="-342900" eaLnBrk="1" hangingPunct="1">
                <a:lnSpc>
                  <a:spcPct val="125000"/>
                </a:lnSpc>
                <a:spcBef>
                  <a:spcPct val="10000"/>
                </a:spcBef>
              </a:pPr>
              <a:r>
                <a:rPr lang="en-US" altLang="zh-CN" sz="2000" b="1" dirty="0">
                  <a:solidFill>
                    <a:srgbClr val="0000FF"/>
                  </a:solidFill>
                  <a:latin typeface="楷体" pitchFamily="49" charset="-122"/>
                  <a:ea typeface="楷体" pitchFamily="49" charset="-122"/>
                </a:rPr>
                <a:t>— </a:t>
              </a:r>
              <a:r>
                <a:rPr lang="zh-CN" altLang="en-US" sz="2000" b="1" dirty="0">
                  <a:solidFill>
                    <a:srgbClr val="0000FF"/>
                  </a:solidFill>
                  <a:latin typeface="楷体" pitchFamily="49" charset="-122"/>
                  <a:ea typeface="楷体" pitchFamily="49" charset="-122"/>
                </a:rPr>
                <a:t>科学实践观及其意义 </a:t>
              </a:r>
            </a:p>
            <a:p>
              <a:pPr marL="342900" indent="-342900" eaLnBrk="1" hangingPunct="1">
                <a:lnSpc>
                  <a:spcPct val="125000"/>
                </a:lnSpc>
                <a:spcBef>
                  <a:spcPct val="10000"/>
                </a:spcBef>
              </a:pPr>
              <a:r>
                <a:rPr lang="en-US" altLang="zh-CN" sz="2000" b="1" dirty="0">
                  <a:solidFill>
                    <a:srgbClr val="0000FF"/>
                  </a:solidFill>
                  <a:latin typeface="楷体" pitchFamily="49" charset="-122"/>
                  <a:ea typeface="楷体" pitchFamily="49" charset="-122"/>
                </a:rPr>
                <a:t>— </a:t>
              </a:r>
              <a:r>
                <a:rPr lang="zh-CN" altLang="en-US" sz="2000" b="1" dirty="0">
                  <a:solidFill>
                    <a:srgbClr val="0000FF"/>
                  </a:solidFill>
                  <a:latin typeface="楷体" pitchFamily="49" charset="-122"/>
                  <a:ea typeface="楷体" pitchFamily="49" charset="-122"/>
                </a:rPr>
                <a:t>实践的本质与基本结构</a:t>
              </a:r>
            </a:p>
            <a:p>
              <a:pPr marL="342900" indent="-342900" eaLnBrk="1" hangingPunct="1">
                <a:lnSpc>
                  <a:spcPct val="125000"/>
                </a:lnSpc>
                <a:spcBef>
                  <a:spcPct val="10000"/>
                </a:spcBef>
              </a:pPr>
              <a:r>
                <a:rPr lang="en-US" altLang="zh-CN" sz="2000" b="1" dirty="0">
                  <a:solidFill>
                    <a:srgbClr val="0000FF"/>
                  </a:solidFill>
                  <a:latin typeface="楷体" pitchFamily="49" charset="-122"/>
                  <a:ea typeface="楷体" pitchFamily="49" charset="-122"/>
                </a:rPr>
                <a:t>— </a:t>
              </a:r>
              <a:r>
                <a:rPr lang="zh-CN" altLang="en-US" sz="2000" b="1" dirty="0">
                  <a:solidFill>
                    <a:srgbClr val="0000FF"/>
                  </a:solidFill>
                  <a:latin typeface="楷体" pitchFamily="49" charset="-122"/>
                  <a:ea typeface="楷体" pitchFamily="49" charset="-122"/>
                </a:rPr>
                <a:t>认识的本质和发展规律</a:t>
              </a:r>
            </a:p>
            <a:p>
              <a:pPr marL="342900" indent="-342900" eaLnBrk="1" hangingPunct="1">
                <a:lnSpc>
                  <a:spcPct val="125000"/>
                </a:lnSpc>
                <a:spcBef>
                  <a:spcPct val="10000"/>
                </a:spcBef>
              </a:pPr>
              <a:r>
                <a:rPr lang="en-US" altLang="zh-CN" sz="2000" b="1" dirty="0">
                  <a:solidFill>
                    <a:srgbClr val="0000FF"/>
                  </a:solidFill>
                  <a:latin typeface="楷体" pitchFamily="49" charset="-122"/>
                  <a:ea typeface="楷体" pitchFamily="49" charset="-122"/>
                </a:rPr>
                <a:t>— </a:t>
              </a:r>
              <a:r>
                <a:rPr lang="zh-CN" altLang="en-US" sz="2000" b="1" dirty="0">
                  <a:solidFill>
                    <a:srgbClr val="0000FF"/>
                  </a:solidFill>
                  <a:latin typeface="楷体" pitchFamily="49" charset="-122"/>
                  <a:ea typeface="楷体" pitchFamily="49" charset="-122"/>
                </a:rPr>
                <a:t>真理的客观性、绝对性和相对性</a:t>
              </a:r>
            </a:p>
            <a:p>
              <a:pPr marL="342900" indent="-342900" eaLnBrk="1" hangingPunct="1">
                <a:lnSpc>
                  <a:spcPct val="125000"/>
                </a:lnSpc>
                <a:spcBef>
                  <a:spcPct val="10000"/>
                </a:spcBef>
              </a:pPr>
              <a:r>
                <a:rPr lang="en-US" altLang="zh-CN" sz="2000" b="1" dirty="0">
                  <a:solidFill>
                    <a:srgbClr val="0000FF"/>
                  </a:solidFill>
                  <a:latin typeface="楷体" pitchFamily="49" charset="-122"/>
                  <a:ea typeface="楷体" pitchFamily="49" charset="-122"/>
                </a:rPr>
                <a:t>— </a:t>
              </a:r>
              <a:r>
                <a:rPr lang="zh-CN" altLang="en-US" sz="2000" b="1" dirty="0">
                  <a:solidFill>
                    <a:srgbClr val="0000FF"/>
                  </a:solidFill>
                  <a:latin typeface="楷体" pitchFamily="49" charset="-122"/>
                  <a:ea typeface="楷体" pitchFamily="49" charset="-122"/>
                </a:rPr>
                <a:t>真理与价值的辩证统一</a:t>
              </a:r>
            </a:p>
            <a:p>
              <a:pPr marL="342900" indent="-342900" eaLnBrk="1" hangingPunct="1">
                <a:lnSpc>
                  <a:spcPct val="125000"/>
                </a:lnSpc>
                <a:spcBef>
                  <a:spcPct val="10000"/>
                </a:spcBef>
              </a:pPr>
              <a:r>
                <a:rPr lang="en-US" altLang="zh-CN" sz="2000" b="1" dirty="0">
                  <a:solidFill>
                    <a:srgbClr val="0000FF"/>
                  </a:solidFill>
                  <a:latin typeface="楷体" pitchFamily="49" charset="-122"/>
                  <a:ea typeface="楷体" pitchFamily="49" charset="-122"/>
                </a:rPr>
                <a:t>— </a:t>
              </a:r>
              <a:r>
                <a:rPr lang="zh-CN" altLang="en-US" sz="2000" b="1" dirty="0">
                  <a:solidFill>
                    <a:srgbClr val="0000FF"/>
                  </a:solidFill>
                  <a:latin typeface="楷体" pitchFamily="49" charset="-122"/>
                  <a:ea typeface="楷体" pitchFamily="49" charset="-122"/>
                </a:rPr>
                <a:t>认识论与思想路线</a:t>
              </a:r>
            </a:p>
            <a:p>
              <a:pPr marL="342900" indent="-342900" eaLnBrk="1" hangingPunct="1">
                <a:lnSpc>
                  <a:spcPct val="125000"/>
                </a:lnSpc>
                <a:spcBef>
                  <a:spcPct val="10000"/>
                </a:spcBef>
              </a:pPr>
              <a:r>
                <a:rPr lang="en-US" altLang="zh-CN" sz="2000" b="1" dirty="0">
                  <a:solidFill>
                    <a:srgbClr val="0000FF"/>
                  </a:solidFill>
                  <a:latin typeface="楷体" pitchFamily="49" charset="-122"/>
                  <a:ea typeface="楷体" pitchFamily="49" charset="-122"/>
                </a:rPr>
                <a:t>— </a:t>
              </a:r>
              <a:r>
                <a:rPr lang="zh-CN" altLang="en-US" sz="2000" b="1" dirty="0">
                  <a:solidFill>
                    <a:srgbClr val="0000FF"/>
                  </a:solidFill>
                  <a:latin typeface="楷体" pitchFamily="49" charset="-122"/>
                  <a:ea typeface="楷体" pitchFamily="49" charset="-122"/>
                </a:rPr>
                <a:t>实现理论创新和实践创新良性互动</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矩形 698373"/>
          <p:cNvSpPr>
            <a:spLocks noChangeArrowheads="1"/>
          </p:cNvSpPr>
          <p:nvPr/>
        </p:nvSpPr>
        <p:spPr bwMode="auto">
          <a:xfrm>
            <a:off x="533400" y="2590800"/>
            <a:ext cx="8153400" cy="2554545"/>
          </a:xfrm>
          <a:prstGeom prst="rect">
            <a:avLst/>
          </a:prstGeom>
          <a:noFill/>
          <a:ln w="9525">
            <a:noFill/>
            <a:miter lim="800000"/>
            <a:headEnd/>
            <a:tailEnd/>
          </a:ln>
        </p:spPr>
        <p:txBody>
          <a:bodyPr wrap="square">
            <a:spAutoFit/>
          </a:bodyPr>
          <a:lstStyle/>
          <a:p>
            <a:pPr eaLnBrk="1" hangingPunct="1">
              <a:lnSpc>
                <a:spcPct val="125000"/>
              </a:lnSpc>
            </a:pPr>
            <a:r>
              <a:rPr lang="zh-CN" altLang="en-US" sz="3200" b="1" noProof="1">
                <a:solidFill>
                  <a:srgbClr val="000000"/>
                </a:solidFill>
                <a:latin typeface="楷体" pitchFamily="49" charset="-122"/>
                <a:ea typeface="楷体" pitchFamily="49" charset="-122"/>
              </a:rPr>
              <a:t>一、科学的实践观及其意义</a:t>
            </a:r>
            <a:endParaRPr lang="en-US" altLang="zh-CN" sz="3200" b="1" noProof="1">
              <a:solidFill>
                <a:srgbClr val="000000"/>
              </a:solidFill>
              <a:latin typeface="楷体" pitchFamily="49" charset="-122"/>
              <a:ea typeface="楷体" pitchFamily="49" charset="-122"/>
            </a:endParaRPr>
          </a:p>
          <a:p>
            <a:pPr eaLnBrk="1" hangingPunct="1">
              <a:lnSpc>
                <a:spcPct val="125000"/>
              </a:lnSpc>
            </a:pPr>
            <a:r>
              <a:rPr lang="zh-CN" altLang="en-US" sz="3200" b="1" noProof="1">
                <a:solidFill>
                  <a:srgbClr val="000000"/>
                </a:solidFill>
                <a:latin typeface="楷体" pitchFamily="49" charset="-122"/>
                <a:ea typeface="楷体" pitchFamily="49" charset="-122"/>
              </a:rPr>
              <a:t>二、实践的本质与基本结构</a:t>
            </a:r>
          </a:p>
          <a:p>
            <a:pPr eaLnBrk="1" hangingPunct="1">
              <a:lnSpc>
                <a:spcPct val="125000"/>
              </a:lnSpc>
            </a:pPr>
            <a:r>
              <a:rPr lang="zh-CN" altLang="en-US" sz="3200" b="1" noProof="1">
                <a:solidFill>
                  <a:srgbClr val="000000"/>
                </a:solidFill>
                <a:latin typeface="楷体" pitchFamily="49" charset="-122"/>
                <a:ea typeface="楷体" pitchFamily="49" charset="-122"/>
              </a:rPr>
              <a:t>三、认识的本质与过程</a:t>
            </a:r>
          </a:p>
          <a:p>
            <a:pPr eaLnBrk="1" hangingPunct="1">
              <a:lnSpc>
                <a:spcPct val="125000"/>
              </a:lnSpc>
            </a:pPr>
            <a:r>
              <a:rPr lang="zh-CN" altLang="en-US" sz="3200" b="1" noProof="1">
                <a:solidFill>
                  <a:srgbClr val="000000"/>
                </a:solidFill>
                <a:latin typeface="楷体" pitchFamily="49" charset="-122"/>
                <a:ea typeface="楷体" pitchFamily="49" charset="-122"/>
              </a:rPr>
              <a:t>四、实践与认识的的辩证运动及其规律</a:t>
            </a:r>
          </a:p>
        </p:txBody>
      </p:sp>
      <p:sp>
        <p:nvSpPr>
          <p:cNvPr id="4" name="矩形 698373"/>
          <p:cNvSpPr>
            <a:spLocks noChangeArrowheads="1"/>
          </p:cNvSpPr>
          <p:nvPr/>
        </p:nvSpPr>
        <p:spPr bwMode="auto">
          <a:xfrm>
            <a:off x="571472" y="928670"/>
            <a:ext cx="8153400" cy="1246495"/>
          </a:xfrm>
          <a:prstGeom prst="rect">
            <a:avLst/>
          </a:prstGeom>
          <a:noFill/>
          <a:ln w="9525">
            <a:noFill/>
            <a:miter lim="800000"/>
            <a:headEnd/>
            <a:tailEnd/>
          </a:ln>
        </p:spPr>
        <p:txBody>
          <a:bodyPr wrap="square">
            <a:spAutoFit/>
          </a:bodyPr>
          <a:lstStyle/>
          <a:p>
            <a:pPr algn="ctr" eaLnBrk="1" hangingPunct="1">
              <a:lnSpc>
                <a:spcPct val="125000"/>
              </a:lnSpc>
            </a:pPr>
            <a:r>
              <a:rPr lang="zh-CN" altLang="en-US" sz="6000" b="1" noProof="1">
                <a:solidFill>
                  <a:srgbClr val="000000"/>
                </a:solidFill>
                <a:latin typeface="楷体" pitchFamily="49" charset="-122"/>
                <a:ea typeface="楷体" pitchFamily="49" charset="-122"/>
              </a:rPr>
              <a:t>第一节 实践与认识</a:t>
            </a:r>
            <a:endParaRPr lang="en-US" altLang="zh-CN" sz="6000" b="1" noProof="1">
              <a:solidFill>
                <a:srgbClr val="000000"/>
              </a:solidFill>
              <a:latin typeface="楷体" pitchFamily="49" charset="-122"/>
              <a:ea typeface="楷体" pitchFamily="49"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标注 5">
            <a:extLst>
              <a:ext uri="{FF2B5EF4-FFF2-40B4-BE49-F238E27FC236}">
                <a16:creationId xmlns:a16="http://schemas.microsoft.com/office/drawing/2014/main" id="{8BE1FCAE-0EA7-4253-8CAF-85B7D1666348}"/>
              </a:ext>
            </a:extLst>
          </p:cNvPr>
          <p:cNvSpPr/>
          <p:nvPr/>
        </p:nvSpPr>
        <p:spPr>
          <a:xfrm>
            <a:off x="5357818" y="214291"/>
            <a:ext cx="3286148" cy="1500197"/>
          </a:xfrm>
          <a:prstGeom prst="wedgeRoundRectCallout">
            <a:avLst>
              <a:gd name="adj1" fmla="val -5813"/>
              <a:gd name="adj2" fmla="val 49732"/>
              <a:gd name="adj3" fmla="val 16667"/>
            </a:avLst>
          </a:prstGeom>
          <a:ln>
            <a:headEnd type="none" w="med" len="med"/>
            <a:tailEnd type="none" w="med" len="med"/>
          </a:ln>
        </p:spPr>
        <p:style>
          <a:lnRef idx="1">
            <a:schemeClr val="accent3"/>
          </a:lnRef>
          <a:fillRef idx="2">
            <a:schemeClr val="accent3"/>
          </a:fillRef>
          <a:effectRef idx="1">
            <a:schemeClr val="accent3"/>
          </a:effectRef>
          <a:fontRef idx="minor">
            <a:schemeClr val="dk1"/>
          </a:fontRef>
        </p:style>
        <p:txBody>
          <a:bodyPr/>
          <a:lstStyle/>
          <a:p>
            <a:pPr>
              <a:lnSpc>
                <a:spcPct val="125000"/>
              </a:lnSpc>
            </a:pPr>
            <a:r>
              <a:rPr lang="zh-CN" altLang="en-US" sz="1600" b="1" noProof="1">
                <a:solidFill>
                  <a:schemeClr val="tx1"/>
                </a:solidFill>
              </a:rPr>
              <a:t>     马克思在</a:t>
            </a:r>
            <a:r>
              <a:rPr lang="en-US" altLang="zh-CN" sz="1600" b="1" noProof="1">
                <a:solidFill>
                  <a:schemeClr val="tx1"/>
                </a:solidFill>
              </a:rPr>
              <a:t>《</a:t>
            </a:r>
            <a:r>
              <a:rPr lang="zh-CN" altLang="en-US" sz="1600" b="1" noProof="1">
                <a:solidFill>
                  <a:schemeClr val="tx1"/>
                </a:solidFill>
              </a:rPr>
              <a:t>关于费尔巴哈的提纲</a:t>
            </a:r>
            <a:r>
              <a:rPr lang="en-US" altLang="zh-CN" sz="1600" b="1" noProof="1">
                <a:solidFill>
                  <a:schemeClr val="tx1"/>
                </a:solidFill>
              </a:rPr>
              <a:t>》</a:t>
            </a:r>
            <a:r>
              <a:rPr lang="zh-CN" altLang="en-US" sz="1600" b="1" noProof="1">
                <a:solidFill>
                  <a:schemeClr val="tx1"/>
                </a:solidFill>
              </a:rPr>
              <a:t>中阐述了科学的实践观。阐明了实践的本质，以及实践在认识世界、改造世界中的作用。</a:t>
            </a:r>
            <a:endParaRPr lang="zh-CN" altLang="en-US" b="1" noProof="1">
              <a:solidFill>
                <a:schemeClr val="tx1"/>
              </a:solidFill>
            </a:endParaRPr>
          </a:p>
        </p:txBody>
      </p:sp>
      <p:sp>
        <p:nvSpPr>
          <p:cNvPr id="12" name="文本框 827402">
            <a:extLst>
              <a:ext uri="{FF2B5EF4-FFF2-40B4-BE49-F238E27FC236}">
                <a16:creationId xmlns:a16="http://schemas.microsoft.com/office/drawing/2014/main" id="{068F3AAE-B588-4458-9466-293260B7DF58}"/>
              </a:ext>
            </a:extLst>
          </p:cNvPr>
          <p:cNvSpPr txBox="1">
            <a:spLocks noChangeArrowheads="1"/>
          </p:cNvSpPr>
          <p:nvPr/>
        </p:nvSpPr>
        <p:spPr bwMode="auto">
          <a:xfrm>
            <a:off x="357158" y="1000108"/>
            <a:ext cx="4643470" cy="553998"/>
          </a:xfrm>
          <a:prstGeom prst="rect">
            <a:avLst/>
          </a:prstGeom>
          <a:ln/>
        </p:spPr>
        <p:style>
          <a:lnRef idx="1">
            <a:schemeClr val="accent2"/>
          </a:lnRef>
          <a:fillRef idx="2">
            <a:schemeClr val="accent2"/>
          </a:fillRef>
          <a:effectRef idx="1">
            <a:schemeClr val="accent2"/>
          </a:effectRef>
          <a:fontRef idx="minor">
            <a:schemeClr val="dk1"/>
          </a:fontRef>
        </p:style>
        <p:txBody>
          <a:bodyPr wrap="square">
            <a:spAutoFit/>
          </a:bodyPr>
          <a:lstStyle>
            <a:lvl1pPr>
              <a:defRPr>
                <a:solidFill>
                  <a:schemeClr val="tx1"/>
                </a:solidFill>
                <a:latin typeface="Arial" panose="020B0604020202020204" pitchFamily="34" charset="0"/>
                <a:ea typeface="幼圆" pitchFamily="49" charset="-122"/>
              </a:defRPr>
            </a:lvl1pPr>
            <a:lvl2pPr>
              <a:defRPr>
                <a:solidFill>
                  <a:schemeClr val="tx1"/>
                </a:solidFill>
                <a:latin typeface="Arial" panose="020B0604020202020204" pitchFamily="34" charset="0"/>
                <a:ea typeface="幼圆" pitchFamily="49" charset="-122"/>
              </a:defRPr>
            </a:lvl2pPr>
            <a:lvl3pPr>
              <a:defRPr>
                <a:solidFill>
                  <a:schemeClr val="tx1"/>
                </a:solidFill>
                <a:latin typeface="Arial" panose="020B0604020202020204" pitchFamily="34" charset="0"/>
                <a:ea typeface="幼圆" pitchFamily="49" charset="-122"/>
              </a:defRPr>
            </a:lvl3pPr>
            <a:lvl4pPr>
              <a:defRPr>
                <a:solidFill>
                  <a:schemeClr val="tx1"/>
                </a:solidFill>
                <a:latin typeface="Arial" panose="020B0604020202020204" pitchFamily="34" charset="0"/>
                <a:ea typeface="幼圆" pitchFamily="49" charset="-122"/>
              </a:defRPr>
            </a:lvl4pPr>
            <a:lvl5pPr>
              <a:defRPr>
                <a:solidFill>
                  <a:schemeClr val="tx1"/>
                </a:solidFill>
                <a:latin typeface="Arial" panose="020B0604020202020204" pitchFamily="34" charset="0"/>
                <a:ea typeface="幼圆" pitchFamily="49"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幼圆" pitchFamily="49"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幼圆" pitchFamily="49"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幼圆" pitchFamily="49"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幼圆" pitchFamily="49" charset="-122"/>
              </a:defRPr>
            </a:lvl9pPr>
          </a:lstStyle>
          <a:p>
            <a:pPr>
              <a:lnSpc>
                <a:spcPct val="125000"/>
              </a:lnSpc>
            </a:pPr>
            <a:r>
              <a:rPr lang="zh-CN" altLang="en-US" sz="2400" b="1" dirty="0">
                <a:latin typeface="楷体" panose="02010609060101010101" pitchFamily="49" charset="-122"/>
                <a:ea typeface="楷体" panose="02010609060101010101" pitchFamily="49" charset="-122"/>
              </a:rPr>
              <a:t>（一）科学实践观的创立与发展</a:t>
            </a:r>
          </a:p>
        </p:txBody>
      </p:sp>
      <p:sp>
        <p:nvSpPr>
          <p:cNvPr id="15" name="文本占位符 827396"/>
          <p:cNvSpPr txBox="1">
            <a:spLocks noRot="1" noChangeArrowheads="1"/>
          </p:cNvSpPr>
          <p:nvPr/>
        </p:nvSpPr>
        <p:spPr>
          <a:xfrm>
            <a:off x="357158" y="1857364"/>
            <a:ext cx="8286808" cy="1214446"/>
          </a:xfrm>
          <a:prstGeom prst="rect">
            <a:avLst/>
          </a:prstGeom>
          <a:solidFill>
            <a:srgbClr val="F0FDA1"/>
          </a:solidFill>
          <a:ln w="19050">
            <a:solidFill>
              <a:schemeClr val="tx1"/>
            </a:solidFill>
          </a:ln>
        </p:spPr>
        <p:txBody>
          <a:bodyPr/>
          <a:lstStyle/>
          <a:p>
            <a:pPr>
              <a:lnSpc>
                <a:spcPct val="125000"/>
              </a:lnSpc>
              <a:spcBef>
                <a:spcPct val="20000"/>
              </a:spcBef>
              <a:defRPr/>
            </a:pPr>
            <a:r>
              <a:rPr kumimoji="0" lang="en-US" altLang="zh-CN" sz="2000" b="1" i="0" u="none" strike="noStrike" kern="0" cap="none" spc="0" normalizeH="0" baseline="0" noProof="0" dirty="0">
                <a:ln>
                  <a:noFill/>
                </a:ln>
                <a:solidFill>
                  <a:srgbClr val="0000FF"/>
                </a:solidFill>
                <a:effectLst/>
                <a:uLnTx/>
                <a:uFillTx/>
                <a:latin typeface="+mn-lt"/>
                <a:ea typeface="楷体_GB2312" pitchFamily="49" charset="-122"/>
                <a:cs typeface="+mn-cs"/>
              </a:rPr>
              <a:t>     </a:t>
            </a:r>
            <a:r>
              <a:rPr kumimoji="0" lang="zh-CN" altLang="en-US" sz="2000" b="1" i="0" u="none" strike="noStrike" kern="0" cap="none" spc="0" normalizeH="0" baseline="0" noProof="0" dirty="0">
                <a:ln>
                  <a:noFill/>
                </a:ln>
                <a:solidFill>
                  <a:srgbClr val="0000FF"/>
                </a:solidFill>
                <a:effectLst/>
                <a:uLnTx/>
                <a:uFillTx/>
                <a:latin typeface="楷体" pitchFamily="49" charset="-122"/>
                <a:ea typeface="楷体" pitchFamily="49" charset="-122"/>
                <a:cs typeface="+mn-cs"/>
              </a:rPr>
              <a:t>马克思主义哲学吸取了哲学史上关于实践概念的合理因素，正确阐明了实践的本质及其在认识世界和改造世界中的作用，创立了科学的实践观。</a:t>
            </a:r>
            <a:r>
              <a:rPr lang="zh-CN" altLang="en-US" sz="2000" b="1" dirty="0">
                <a:solidFill>
                  <a:srgbClr val="000000"/>
                </a:solidFill>
                <a:latin typeface="楷体" panose="02010609060101010101" pitchFamily="49" charset="-122"/>
                <a:ea typeface="楷体" panose="02010609060101010101" pitchFamily="49" charset="-122"/>
              </a:rPr>
              <a:t>实践：人类</a:t>
            </a:r>
            <a:r>
              <a:rPr lang="zh-CN" altLang="en-US" sz="2000" b="1" u="sng" dirty="0">
                <a:solidFill>
                  <a:srgbClr val="000000"/>
                </a:solidFill>
                <a:latin typeface="楷体" panose="02010609060101010101" pitchFamily="49" charset="-122"/>
                <a:ea typeface="楷体" panose="02010609060101010101" pitchFamily="49" charset="-122"/>
              </a:rPr>
              <a:t>能动</a:t>
            </a:r>
            <a:r>
              <a:rPr lang="zh-CN" altLang="en-US" sz="2000" b="1" dirty="0">
                <a:solidFill>
                  <a:srgbClr val="000000"/>
                </a:solidFill>
                <a:latin typeface="楷体" panose="02010609060101010101" pitchFamily="49" charset="-122"/>
                <a:ea typeface="楷体" panose="02010609060101010101" pitchFamily="49" charset="-122"/>
              </a:rPr>
              <a:t>地</a:t>
            </a:r>
            <a:r>
              <a:rPr lang="zh-CN" altLang="en-US" sz="2000" b="1" u="sng" dirty="0">
                <a:solidFill>
                  <a:srgbClr val="000000"/>
                </a:solidFill>
                <a:latin typeface="楷体" panose="02010609060101010101" pitchFamily="49" charset="-122"/>
                <a:ea typeface="楷体" panose="02010609060101010101" pitchFamily="49" charset="-122"/>
              </a:rPr>
              <a:t>改造世界</a:t>
            </a:r>
            <a:r>
              <a:rPr lang="zh-CN" altLang="en-US" sz="2000" b="1" dirty="0">
                <a:solidFill>
                  <a:srgbClr val="000000"/>
                </a:solidFill>
                <a:latin typeface="楷体" panose="02010609060101010101" pitchFamily="49" charset="-122"/>
                <a:ea typeface="楷体" panose="02010609060101010101" pitchFamily="49" charset="-122"/>
              </a:rPr>
              <a:t>的</a:t>
            </a:r>
            <a:r>
              <a:rPr lang="zh-CN" altLang="en-US" sz="2000" b="1" u="sng" dirty="0">
                <a:solidFill>
                  <a:srgbClr val="000000"/>
                </a:solidFill>
                <a:latin typeface="楷体" panose="02010609060101010101" pitchFamily="49" charset="-122"/>
                <a:ea typeface="楷体" panose="02010609060101010101" pitchFamily="49" charset="-122"/>
              </a:rPr>
              <a:t>社会性</a:t>
            </a:r>
            <a:r>
              <a:rPr lang="zh-CN" altLang="en-US" sz="2000" b="1" dirty="0">
                <a:solidFill>
                  <a:srgbClr val="000000"/>
                </a:solidFill>
                <a:latin typeface="楷体" panose="02010609060101010101" pitchFamily="49" charset="-122"/>
                <a:ea typeface="楷体" panose="02010609060101010101" pitchFamily="49" charset="-122"/>
              </a:rPr>
              <a:t>的</a:t>
            </a:r>
            <a:r>
              <a:rPr lang="zh-CN" altLang="en-US" sz="2000" b="1" u="sng" dirty="0">
                <a:solidFill>
                  <a:srgbClr val="000000"/>
                </a:solidFill>
                <a:latin typeface="楷体" panose="02010609060101010101" pitchFamily="49" charset="-122"/>
                <a:ea typeface="楷体" panose="02010609060101010101" pitchFamily="49" charset="-122"/>
              </a:rPr>
              <a:t>物质活动</a:t>
            </a:r>
            <a:r>
              <a:rPr lang="zh-CN" altLang="en-US" sz="2000" b="1" dirty="0">
                <a:latin typeface="楷体" panose="02010609060101010101" pitchFamily="49" charset="-122"/>
                <a:ea typeface="楷体" panose="02010609060101010101" pitchFamily="49" charset="-122"/>
              </a:rPr>
              <a:t>。</a:t>
            </a:r>
          </a:p>
          <a:p>
            <a:pPr marL="0" marR="0" lvl="0" indent="0" algn="l" defTabSz="914400" rtl="0" eaLnBrk="0" fontAlgn="base" latinLnBrk="0" hangingPunct="0">
              <a:lnSpc>
                <a:spcPct val="125000"/>
              </a:lnSpc>
              <a:spcBef>
                <a:spcPct val="20000"/>
              </a:spcBef>
              <a:spcAft>
                <a:spcPct val="0"/>
              </a:spcAft>
              <a:buClrTx/>
              <a:buSzTx/>
              <a:buFontTx/>
              <a:buNone/>
              <a:tabLst/>
              <a:defRPr/>
            </a:pPr>
            <a:endParaRPr kumimoji="0" lang="zh-CN" altLang="en-US" sz="2000" b="0" i="0" u="none" strike="noStrike" kern="0" cap="none" spc="0" normalizeH="0" baseline="0" noProof="0" dirty="0">
              <a:ln>
                <a:noFill/>
              </a:ln>
              <a:solidFill>
                <a:srgbClr val="0000FF"/>
              </a:solidFill>
              <a:effectLst/>
              <a:uLnTx/>
              <a:uFillTx/>
              <a:latin typeface="楷体" pitchFamily="49" charset="-122"/>
              <a:ea typeface="楷体" pitchFamily="49" charset="-122"/>
              <a:cs typeface="+mn-cs"/>
            </a:endParaRPr>
          </a:p>
        </p:txBody>
      </p:sp>
      <p:sp>
        <p:nvSpPr>
          <p:cNvPr id="16" name="矩形 701443"/>
          <p:cNvSpPr>
            <a:spLocks noChangeArrowheads="1"/>
          </p:cNvSpPr>
          <p:nvPr/>
        </p:nvSpPr>
        <p:spPr bwMode="auto">
          <a:xfrm>
            <a:off x="357158" y="357166"/>
            <a:ext cx="4643470" cy="556884"/>
          </a:xfrm>
          <a:prstGeom prst="rect">
            <a:avLst/>
          </a:prstGeom>
          <a:solidFill>
            <a:srgbClr val="CCECFF"/>
          </a:solidFill>
          <a:ln w="38100">
            <a:noFill/>
            <a:miter lim="800000"/>
            <a:headEnd/>
            <a:tailEnd/>
          </a:ln>
        </p:spPr>
        <p:txBody>
          <a:bodyPr wrap="square">
            <a:spAutoFit/>
          </a:bodyPr>
          <a:lstStyle/>
          <a:p>
            <a:pPr>
              <a:lnSpc>
                <a:spcPct val="125000"/>
              </a:lnSpc>
              <a:spcBef>
                <a:spcPct val="50000"/>
              </a:spcBef>
            </a:pPr>
            <a:r>
              <a:rPr lang="zh-CN" altLang="en-US" sz="2800" b="1" noProof="1">
                <a:solidFill>
                  <a:srgbClr val="FF0066"/>
                </a:solidFill>
                <a:latin typeface="幼圆" pitchFamily="49" charset="-122"/>
              </a:rPr>
              <a:t>一、科学的实践观及其意义</a:t>
            </a:r>
          </a:p>
        </p:txBody>
      </p:sp>
      <p:sp>
        <p:nvSpPr>
          <p:cNvPr id="17" name="文本框 827402">
            <a:extLst>
              <a:ext uri="{FF2B5EF4-FFF2-40B4-BE49-F238E27FC236}">
                <a16:creationId xmlns:a16="http://schemas.microsoft.com/office/drawing/2014/main" id="{068F3AAE-B588-4458-9466-293260B7DF58}"/>
              </a:ext>
            </a:extLst>
          </p:cNvPr>
          <p:cNvSpPr txBox="1">
            <a:spLocks noChangeArrowheads="1"/>
          </p:cNvSpPr>
          <p:nvPr/>
        </p:nvSpPr>
        <p:spPr bwMode="auto">
          <a:xfrm>
            <a:off x="357158" y="3509192"/>
            <a:ext cx="4643470" cy="553998"/>
          </a:xfrm>
          <a:prstGeom prst="rect">
            <a:avLst/>
          </a:prstGeom>
          <a:ln/>
        </p:spPr>
        <p:style>
          <a:lnRef idx="1">
            <a:schemeClr val="accent2"/>
          </a:lnRef>
          <a:fillRef idx="2">
            <a:schemeClr val="accent2"/>
          </a:fillRef>
          <a:effectRef idx="1">
            <a:schemeClr val="accent2"/>
          </a:effectRef>
          <a:fontRef idx="minor">
            <a:schemeClr val="dk1"/>
          </a:fontRef>
        </p:style>
        <p:txBody>
          <a:bodyPr wrap="square">
            <a:spAutoFit/>
          </a:bodyPr>
          <a:lstStyle>
            <a:lvl1pPr>
              <a:defRPr>
                <a:solidFill>
                  <a:schemeClr val="tx1"/>
                </a:solidFill>
                <a:latin typeface="Arial" panose="020B0604020202020204" pitchFamily="34" charset="0"/>
                <a:ea typeface="幼圆" pitchFamily="49" charset="-122"/>
              </a:defRPr>
            </a:lvl1pPr>
            <a:lvl2pPr>
              <a:defRPr>
                <a:solidFill>
                  <a:schemeClr val="tx1"/>
                </a:solidFill>
                <a:latin typeface="Arial" panose="020B0604020202020204" pitchFamily="34" charset="0"/>
                <a:ea typeface="幼圆" pitchFamily="49" charset="-122"/>
              </a:defRPr>
            </a:lvl2pPr>
            <a:lvl3pPr>
              <a:defRPr>
                <a:solidFill>
                  <a:schemeClr val="tx1"/>
                </a:solidFill>
                <a:latin typeface="Arial" panose="020B0604020202020204" pitchFamily="34" charset="0"/>
                <a:ea typeface="幼圆" pitchFamily="49" charset="-122"/>
              </a:defRPr>
            </a:lvl3pPr>
            <a:lvl4pPr>
              <a:defRPr>
                <a:solidFill>
                  <a:schemeClr val="tx1"/>
                </a:solidFill>
                <a:latin typeface="Arial" panose="020B0604020202020204" pitchFamily="34" charset="0"/>
                <a:ea typeface="幼圆" pitchFamily="49" charset="-122"/>
              </a:defRPr>
            </a:lvl4pPr>
            <a:lvl5pPr>
              <a:defRPr>
                <a:solidFill>
                  <a:schemeClr val="tx1"/>
                </a:solidFill>
                <a:latin typeface="Arial" panose="020B0604020202020204" pitchFamily="34" charset="0"/>
                <a:ea typeface="幼圆" pitchFamily="49"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幼圆" pitchFamily="49"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幼圆" pitchFamily="49"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幼圆" pitchFamily="49"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幼圆" pitchFamily="49" charset="-122"/>
              </a:defRPr>
            </a:lvl9pPr>
          </a:lstStyle>
          <a:p>
            <a:pPr>
              <a:lnSpc>
                <a:spcPct val="125000"/>
              </a:lnSpc>
            </a:pPr>
            <a:r>
              <a:rPr lang="zh-CN" altLang="en-US" sz="2400" b="1" dirty="0">
                <a:latin typeface="楷体" panose="02010609060101010101" pitchFamily="49" charset="-122"/>
                <a:ea typeface="楷体" panose="02010609060101010101" pitchFamily="49" charset="-122"/>
              </a:rPr>
              <a:t>（二）科学实践观的意义</a:t>
            </a:r>
          </a:p>
        </p:txBody>
      </p:sp>
      <p:sp>
        <p:nvSpPr>
          <p:cNvPr id="18" name="矩形 701468"/>
          <p:cNvSpPr>
            <a:spLocks noChangeArrowheads="1"/>
          </p:cNvSpPr>
          <p:nvPr/>
        </p:nvSpPr>
        <p:spPr bwMode="auto">
          <a:xfrm>
            <a:off x="357158" y="4282127"/>
            <a:ext cx="8286808" cy="369332"/>
          </a:xfrm>
          <a:prstGeom prst="rect">
            <a:avLst/>
          </a:prstGeom>
          <a:solidFill>
            <a:srgbClr val="CCFFFF"/>
          </a:solidFill>
          <a:ln w="12700">
            <a:solidFill>
              <a:srgbClr val="FF3300"/>
            </a:solidFill>
            <a:miter lim="800000"/>
            <a:headEnd/>
            <a:tailEnd/>
          </a:ln>
        </p:spPr>
        <p:txBody>
          <a:bodyPr wrap="square">
            <a:spAutoFit/>
          </a:bodyPr>
          <a:lstStyle/>
          <a:p>
            <a:pPr eaLnBrk="1" hangingPunct="1"/>
            <a:r>
              <a:rPr lang="zh-CN" altLang="en-US" b="1" dirty="0">
                <a:solidFill>
                  <a:srgbClr val="0000FF"/>
                </a:solidFill>
                <a:latin typeface="楷体" pitchFamily="49" charset="-122"/>
                <a:ea typeface="楷体" pitchFamily="49" charset="-122"/>
              </a:rPr>
              <a:t>第一，克服了旧唯物主义的根本缺陷，为辩证唯物主义奠定了科学的理论基础。</a:t>
            </a:r>
            <a:endParaRPr lang="zh-CN" altLang="en-US" b="1" dirty="0">
              <a:solidFill>
                <a:schemeClr val="accent2"/>
              </a:solidFill>
              <a:latin typeface="楷体" pitchFamily="49" charset="-122"/>
              <a:ea typeface="楷体" pitchFamily="49" charset="-122"/>
            </a:endParaRPr>
          </a:p>
        </p:txBody>
      </p:sp>
      <p:sp>
        <p:nvSpPr>
          <p:cNvPr id="19" name="矩形 701459"/>
          <p:cNvSpPr>
            <a:spLocks noChangeArrowheads="1"/>
          </p:cNvSpPr>
          <p:nvPr/>
        </p:nvSpPr>
        <p:spPr bwMode="auto">
          <a:xfrm>
            <a:off x="357158" y="4764408"/>
            <a:ext cx="8286808" cy="646331"/>
          </a:xfrm>
          <a:prstGeom prst="rect">
            <a:avLst/>
          </a:prstGeom>
          <a:solidFill>
            <a:srgbClr val="CCFFFF"/>
          </a:solidFill>
          <a:ln w="12700">
            <a:solidFill>
              <a:srgbClr val="FF3300"/>
            </a:solidFill>
            <a:miter lim="800000"/>
            <a:headEnd/>
            <a:tailEnd/>
          </a:ln>
        </p:spPr>
        <p:txBody>
          <a:bodyPr wrap="square">
            <a:spAutoFit/>
          </a:bodyPr>
          <a:lstStyle/>
          <a:p>
            <a:pPr eaLnBrk="1" hangingPunct="1"/>
            <a:r>
              <a:rPr lang="zh-CN" altLang="en-US" b="1" dirty="0">
                <a:solidFill>
                  <a:srgbClr val="0000FF"/>
                </a:solidFill>
                <a:latin typeface="楷体" pitchFamily="49" charset="-122"/>
                <a:ea typeface="楷体" pitchFamily="49" charset="-122"/>
              </a:rPr>
              <a:t>第二，揭示了实践对认识的决定作用，为能动的、革命的反映论的创立奠定了科学的理论基础</a:t>
            </a:r>
          </a:p>
        </p:txBody>
      </p:sp>
      <p:sp>
        <p:nvSpPr>
          <p:cNvPr id="20" name="矩形 701459"/>
          <p:cNvSpPr>
            <a:spLocks noChangeArrowheads="1"/>
          </p:cNvSpPr>
          <p:nvPr/>
        </p:nvSpPr>
        <p:spPr bwMode="auto">
          <a:xfrm>
            <a:off x="357158" y="5500702"/>
            <a:ext cx="8286808" cy="646331"/>
          </a:xfrm>
          <a:prstGeom prst="rect">
            <a:avLst/>
          </a:prstGeom>
          <a:solidFill>
            <a:srgbClr val="CCFFFF"/>
          </a:solidFill>
          <a:ln w="12700">
            <a:solidFill>
              <a:srgbClr val="FF3300"/>
            </a:solidFill>
            <a:miter lim="800000"/>
            <a:headEnd/>
            <a:tailEnd/>
          </a:ln>
        </p:spPr>
        <p:txBody>
          <a:bodyPr wrap="square">
            <a:spAutoFit/>
          </a:bodyPr>
          <a:lstStyle/>
          <a:p>
            <a:pPr eaLnBrk="1" hangingPunct="1">
              <a:buClr>
                <a:schemeClr val="bg1"/>
              </a:buClr>
            </a:pPr>
            <a:r>
              <a:rPr lang="zh-CN" altLang="en-US" b="1" dirty="0">
                <a:solidFill>
                  <a:srgbClr val="0000FF"/>
                </a:solidFill>
                <a:latin typeface="楷体" pitchFamily="49" charset="-122"/>
                <a:ea typeface="楷体" pitchFamily="49" charset="-122"/>
              </a:rPr>
              <a:t>第三，在人类思想史上第一次揭示了社会生活的实践本质，为创建科学的历史观奠定了理论基础。</a:t>
            </a:r>
          </a:p>
        </p:txBody>
      </p:sp>
      <p:sp>
        <p:nvSpPr>
          <p:cNvPr id="21" name="矩形 701459"/>
          <p:cNvSpPr>
            <a:spLocks noChangeArrowheads="1"/>
          </p:cNvSpPr>
          <p:nvPr/>
        </p:nvSpPr>
        <p:spPr bwMode="auto">
          <a:xfrm>
            <a:off x="357158" y="6215082"/>
            <a:ext cx="8286808" cy="369332"/>
          </a:xfrm>
          <a:prstGeom prst="rect">
            <a:avLst/>
          </a:prstGeom>
          <a:solidFill>
            <a:srgbClr val="CCFFFF"/>
          </a:solidFill>
          <a:ln w="12700">
            <a:solidFill>
              <a:srgbClr val="FF3300"/>
            </a:solidFill>
            <a:miter lim="800000"/>
            <a:headEnd/>
            <a:tailEnd/>
          </a:ln>
        </p:spPr>
        <p:txBody>
          <a:bodyPr wrap="square">
            <a:spAutoFit/>
          </a:bodyPr>
          <a:lstStyle/>
          <a:p>
            <a:pPr eaLnBrk="1" hangingPunct="1">
              <a:buClr>
                <a:schemeClr val="bg1"/>
              </a:buClr>
            </a:pPr>
            <a:r>
              <a:rPr lang="zh-CN" altLang="en-US" b="1" dirty="0">
                <a:solidFill>
                  <a:srgbClr val="0000FF"/>
                </a:solidFill>
                <a:latin typeface="楷体" pitchFamily="49" charset="-122"/>
                <a:ea typeface="楷体" pitchFamily="49" charset="-122"/>
              </a:rPr>
              <a:t>第四，为人们能动地认识世界和改造世界提供了基本的思想方法和工作方法。</a:t>
            </a:r>
          </a:p>
        </p:txBody>
      </p:sp>
    </p:spTree>
    <p:extLst>
      <p:ext uri="{BB962C8B-B14F-4D97-AF65-F5344CB8AC3E}">
        <p14:creationId xmlns:p14="http://schemas.microsoft.com/office/powerpoint/2010/main" val="1772740751"/>
      </p:ext>
    </p:extLst>
  </p:cSld>
  <p:clrMapOvr>
    <a:masterClrMapping/>
  </p:clrMapOvr>
  <mc:AlternateContent xmlns:mc="http://schemas.openxmlformats.org/markup-compatibility/2006" xmlns:p14="http://schemas.microsoft.com/office/powerpoint/2010/main">
    <mc:Choice Requires="p14">
      <p:transition spd="slow" p14:dur="1600" advClick="0" advTm="0">
        <p:blinds dir="vert"/>
      </p:transition>
    </mc:Choice>
    <mc:Fallback xmlns="">
      <p:transition spd="slow" advClick="0" advTm="0">
        <p:blinds dir="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矩形 701443"/>
          <p:cNvSpPr>
            <a:spLocks noChangeArrowheads="1"/>
          </p:cNvSpPr>
          <p:nvPr/>
        </p:nvSpPr>
        <p:spPr bwMode="auto">
          <a:xfrm>
            <a:off x="369888" y="404813"/>
            <a:ext cx="4562152" cy="556884"/>
          </a:xfrm>
          <a:prstGeom prst="rect">
            <a:avLst/>
          </a:prstGeom>
          <a:solidFill>
            <a:srgbClr val="CCECFF"/>
          </a:solidFill>
          <a:ln w="38100">
            <a:noFill/>
            <a:miter lim="800000"/>
            <a:headEnd/>
            <a:tailEnd/>
          </a:ln>
        </p:spPr>
        <p:txBody>
          <a:bodyPr wrap="square">
            <a:spAutoFit/>
          </a:bodyPr>
          <a:lstStyle/>
          <a:p>
            <a:pPr>
              <a:lnSpc>
                <a:spcPct val="125000"/>
              </a:lnSpc>
              <a:spcBef>
                <a:spcPct val="50000"/>
              </a:spcBef>
            </a:pPr>
            <a:r>
              <a:rPr lang="zh-CN" altLang="en-US" sz="2800" b="1" noProof="1">
                <a:solidFill>
                  <a:srgbClr val="FF0066"/>
                </a:solidFill>
                <a:latin typeface="幼圆" pitchFamily="49" charset="-122"/>
              </a:rPr>
              <a:t>二、实践的本质与基本结构</a:t>
            </a:r>
          </a:p>
        </p:txBody>
      </p:sp>
      <p:sp>
        <p:nvSpPr>
          <p:cNvPr id="7174" name="矩形 701459"/>
          <p:cNvSpPr>
            <a:spLocks noChangeArrowheads="1"/>
          </p:cNvSpPr>
          <p:nvPr/>
        </p:nvSpPr>
        <p:spPr bwMode="auto">
          <a:xfrm>
            <a:off x="285720" y="3643314"/>
            <a:ext cx="3727450" cy="460375"/>
          </a:xfrm>
          <a:prstGeom prst="rect">
            <a:avLst/>
          </a:prstGeom>
          <a:solidFill>
            <a:srgbClr val="CCFFFF"/>
          </a:solidFill>
          <a:ln w="12700">
            <a:solidFill>
              <a:srgbClr val="FF3300"/>
            </a:solidFill>
            <a:miter lim="800000"/>
            <a:headEnd/>
            <a:tailEnd/>
          </a:ln>
        </p:spPr>
        <p:txBody>
          <a:bodyPr>
            <a:spAutoFit/>
          </a:bodyPr>
          <a:lstStyle/>
          <a:p>
            <a:pPr eaLnBrk="1" hangingPunct="1"/>
            <a:r>
              <a:rPr lang="zh-CN" altLang="en-US" sz="2400" b="1">
                <a:solidFill>
                  <a:srgbClr val="0000FF"/>
                </a:solidFill>
                <a:latin typeface="黑体" pitchFamily="49" charset="-122"/>
                <a:ea typeface="黑体" pitchFamily="49" charset="-122"/>
              </a:rPr>
              <a:t>（二）实践的基本结构</a:t>
            </a:r>
            <a:endParaRPr lang="zh-CN" altLang="en-US" sz="2400" b="1">
              <a:solidFill>
                <a:schemeClr val="accent2"/>
              </a:solidFill>
              <a:latin typeface="黑体" pitchFamily="49" charset="-122"/>
              <a:ea typeface="黑体" pitchFamily="49" charset="-122"/>
            </a:endParaRPr>
          </a:p>
        </p:txBody>
      </p:sp>
      <p:sp>
        <p:nvSpPr>
          <p:cNvPr id="7175" name="矩形 701468"/>
          <p:cNvSpPr>
            <a:spLocks noChangeArrowheads="1"/>
          </p:cNvSpPr>
          <p:nvPr/>
        </p:nvSpPr>
        <p:spPr bwMode="auto">
          <a:xfrm>
            <a:off x="357158" y="1928802"/>
            <a:ext cx="3727450" cy="460375"/>
          </a:xfrm>
          <a:prstGeom prst="rect">
            <a:avLst/>
          </a:prstGeom>
          <a:solidFill>
            <a:srgbClr val="CCFFFF"/>
          </a:solidFill>
          <a:ln w="12700">
            <a:solidFill>
              <a:srgbClr val="FF3300"/>
            </a:solidFill>
            <a:miter lim="800000"/>
            <a:headEnd/>
            <a:tailEnd/>
          </a:ln>
        </p:spPr>
        <p:txBody>
          <a:bodyPr>
            <a:spAutoFit/>
          </a:bodyPr>
          <a:lstStyle/>
          <a:p>
            <a:pPr eaLnBrk="1" hangingPunct="1"/>
            <a:r>
              <a:rPr lang="zh-CN" altLang="en-US" sz="2400" b="1">
                <a:solidFill>
                  <a:srgbClr val="0000FF"/>
                </a:solidFill>
                <a:latin typeface="黑体" pitchFamily="49" charset="-122"/>
                <a:ea typeface="黑体" pitchFamily="49" charset="-122"/>
              </a:rPr>
              <a:t>（一）实践的本质</a:t>
            </a:r>
            <a:endParaRPr lang="zh-CN" altLang="en-US" sz="2400" b="1">
              <a:solidFill>
                <a:schemeClr val="accent2"/>
              </a:solidFill>
              <a:latin typeface="黑体" pitchFamily="49" charset="-122"/>
              <a:ea typeface="黑体" pitchFamily="49" charset="-122"/>
            </a:endParaRPr>
          </a:p>
        </p:txBody>
      </p:sp>
      <p:sp>
        <p:nvSpPr>
          <p:cNvPr id="12" name="圆角矩形 6"/>
          <p:cNvSpPr>
            <a:spLocks noChangeArrowheads="1"/>
          </p:cNvSpPr>
          <p:nvPr/>
        </p:nvSpPr>
        <p:spPr bwMode="auto">
          <a:xfrm>
            <a:off x="4429124" y="1099815"/>
            <a:ext cx="4429156" cy="1971996"/>
          </a:xfrm>
          <a:prstGeom prst="roundRect">
            <a:avLst>
              <a:gd name="adj" fmla="val 16667"/>
            </a:avLst>
          </a:prstGeom>
          <a:solidFill>
            <a:srgbClr val="FFFFCC"/>
          </a:solidFill>
          <a:ln w="28575">
            <a:solidFill>
              <a:srgbClr val="FF00FF"/>
            </a:solidFill>
            <a:round/>
            <a:headEnd/>
            <a:tailEnd/>
          </a:ln>
        </p:spPr>
        <p:txBody>
          <a:bodyPr/>
          <a:lstStyle/>
          <a:p>
            <a:pPr eaLnBrk="1" hangingPunct="1">
              <a:lnSpc>
                <a:spcPct val="125000"/>
              </a:lnSpc>
            </a:pPr>
            <a:r>
              <a:rPr lang="en-US" altLang="zh-CN" b="1" dirty="0">
                <a:solidFill>
                  <a:srgbClr val="0000FF"/>
                </a:solidFill>
                <a:latin typeface="楷体" pitchFamily="49" charset="-122"/>
                <a:ea typeface="楷体" pitchFamily="49" charset="-122"/>
              </a:rPr>
              <a:t>   </a:t>
            </a:r>
            <a:r>
              <a:rPr lang="zh-CN" altLang="en-US" sz="2400" b="1" dirty="0">
                <a:solidFill>
                  <a:srgbClr val="0000FF"/>
                </a:solidFill>
                <a:latin typeface="楷体" pitchFamily="49" charset="-122"/>
                <a:ea typeface="楷体" pitchFamily="49" charset="-122"/>
              </a:rPr>
              <a:t>实践是人类</a:t>
            </a:r>
            <a:r>
              <a:rPr lang="zh-CN" altLang="en-US" sz="2400" b="1" dirty="0">
                <a:solidFill>
                  <a:srgbClr val="FF0000"/>
                </a:solidFill>
                <a:latin typeface="楷体" pitchFamily="49" charset="-122"/>
                <a:ea typeface="楷体" pitchFamily="49" charset="-122"/>
              </a:rPr>
              <a:t>能动地</a:t>
            </a:r>
            <a:r>
              <a:rPr lang="zh-CN" altLang="en-US" sz="2400" b="1" dirty="0">
                <a:solidFill>
                  <a:srgbClr val="0000FF"/>
                </a:solidFill>
                <a:latin typeface="楷体" pitchFamily="49" charset="-122"/>
                <a:ea typeface="楷体" pitchFamily="49" charset="-122"/>
              </a:rPr>
              <a:t>改造世界的</a:t>
            </a:r>
            <a:r>
              <a:rPr lang="zh-CN" altLang="en-US" sz="2400" b="1" dirty="0">
                <a:solidFill>
                  <a:srgbClr val="FF0000"/>
                </a:solidFill>
                <a:latin typeface="楷体" pitchFamily="49" charset="-122"/>
                <a:ea typeface="楷体" pitchFamily="49" charset="-122"/>
              </a:rPr>
              <a:t>社会性</a:t>
            </a:r>
            <a:r>
              <a:rPr lang="zh-CN" altLang="en-US" sz="2400" b="1" dirty="0">
                <a:solidFill>
                  <a:srgbClr val="0000FF"/>
                </a:solidFill>
                <a:latin typeface="楷体" pitchFamily="49" charset="-122"/>
                <a:ea typeface="楷体" pitchFamily="49" charset="-122"/>
              </a:rPr>
              <a:t>的</a:t>
            </a:r>
            <a:r>
              <a:rPr lang="zh-CN" altLang="en-US" sz="2400" b="1" dirty="0">
                <a:solidFill>
                  <a:srgbClr val="FF0000"/>
                </a:solidFill>
                <a:latin typeface="楷体" pitchFamily="49" charset="-122"/>
                <a:ea typeface="楷体" pitchFamily="49" charset="-122"/>
              </a:rPr>
              <a:t>物质活动</a:t>
            </a:r>
            <a:r>
              <a:rPr lang="zh-CN" altLang="en-US" sz="2400" b="1" dirty="0">
                <a:solidFill>
                  <a:srgbClr val="0000FF"/>
                </a:solidFill>
                <a:latin typeface="楷体" pitchFamily="49" charset="-122"/>
                <a:ea typeface="楷体" pitchFamily="49" charset="-122"/>
              </a:rPr>
              <a:t>，具有客观实在性、自觉能动性和社会历史性三个基本特征。</a:t>
            </a:r>
          </a:p>
        </p:txBody>
      </p:sp>
      <p:sp>
        <p:nvSpPr>
          <p:cNvPr id="13" name="圆角矩形 6"/>
          <p:cNvSpPr>
            <a:spLocks noChangeArrowheads="1"/>
          </p:cNvSpPr>
          <p:nvPr/>
        </p:nvSpPr>
        <p:spPr bwMode="auto">
          <a:xfrm>
            <a:off x="4429124" y="3214686"/>
            <a:ext cx="4429156" cy="1171569"/>
          </a:xfrm>
          <a:prstGeom prst="roundRect">
            <a:avLst>
              <a:gd name="adj" fmla="val 16667"/>
            </a:avLst>
          </a:prstGeom>
          <a:solidFill>
            <a:srgbClr val="FFFFCC"/>
          </a:solidFill>
          <a:ln w="28575">
            <a:solidFill>
              <a:srgbClr val="FF00FF"/>
            </a:solidFill>
            <a:round/>
            <a:headEnd/>
            <a:tailEnd/>
          </a:ln>
        </p:spPr>
        <p:txBody>
          <a:bodyPr/>
          <a:lstStyle/>
          <a:p>
            <a:pPr eaLnBrk="1" hangingPunct="1">
              <a:lnSpc>
                <a:spcPct val="125000"/>
              </a:lnSpc>
            </a:pPr>
            <a:r>
              <a:rPr lang="zh-CN" altLang="en-US" sz="2400" b="1" dirty="0">
                <a:solidFill>
                  <a:srgbClr val="0000FF"/>
                </a:solidFill>
                <a:latin typeface="楷体" pitchFamily="49" charset="-122"/>
                <a:ea typeface="楷体" pitchFamily="49" charset="-122"/>
              </a:rPr>
              <a:t>实践的主体、客体和中介是实践活动的三项基本要素。</a:t>
            </a:r>
          </a:p>
        </p:txBody>
      </p:sp>
      <p:grpSp>
        <p:nvGrpSpPr>
          <p:cNvPr id="14" name="组合 833554"/>
          <p:cNvGrpSpPr>
            <a:grpSpLocks/>
          </p:cNvGrpSpPr>
          <p:nvPr/>
        </p:nvGrpSpPr>
        <p:grpSpPr bwMode="auto">
          <a:xfrm>
            <a:off x="4429124" y="4500569"/>
            <a:ext cx="4500594" cy="571505"/>
            <a:chOff x="1338" y="1109"/>
            <a:chExt cx="3696" cy="384"/>
          </a:xfrm>
        </p:grpSpPr>
        <p:sp>
          <p:nvSpPr>
            <p:cNvPr id="15" name="圆角矩形 833555"/>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16" name="文本框 833556"/>
            <p:cNvSpPr txBox="1">
              <a:spLocks noChangeArrowheads="1"/>
            </p:cNvSpPr>
            <p:nvPr/>
          </p:nvSpPr>
          <p:spPr bwMode="auto">
            <a:xfrm>
              <a:off x="1397" y="1148"/>
              <a:ext cx="3594" cy="330"/>
            </a:xfrm>
            <a:prstGeom prst="rect">
              <a:avLst/>
            </a:prstGeom>
            <a:noFill/>
            <a:ln w="9525">
              <a:noFill/>
              <a:miter lim="800000"/>
              <a:headEnd/>
              <a:tailEnd/>
            </a:ln>
          </p:spPr>
          <p:txBody>
            <a:bodyPr wrap="square">
              <a:spAutoFit/>
            </a:bodyPr>
            <a:lstStyle/>
            <a:p>
              <a:pPr eaLnBrk="1" hangingPunct="1">
                <a:lnSpc>
                  <a:spcPct val="125000"/>
                </a:lnSpc>
              </a:pPr>
              <a:r>
                <a:rPr lang="zh-CN" altLang="en-US" sz="2400" b="1" dirty="0">
                  <a:solidFill>
                    <a:schemeClr val="bg1"/>
                  </a:solidFill>
                  <a:latin typeface="楷体" pitchFamily="49" charset="-122"/>
                  <a:ea typeface="楷体" pitchFamily="49" charset="-122"/>
                  <a:sym typeface="宋体" pitchFamily="2" charset="-122"/>
                </a:rPr>
                <a:t>实践的主体、客体和中介</a:t>
              </a:r>
              <a:endParaRPr lang="zh-CN" altLang="en-US" sz="2400" b="1" dirty="0">
                <a:solidFill>
                  <a:schemeClr val="bg1"/>
                </a:solidFill>
                <a:latin typeface="楷体" pitchFamily="49" charset="-122"/>
                <a:ea typeface="楷体" pitchFamily="49" charset="-122"/>
              </a:endParaRPr>
            </a:p>
          </p:txBody>
        </p:sp>
      </p:grpSp>
      <p:grpSp>
        <p:nvGrpSpPr>
          <p:cNvPr id="17" name="组合 833554"/>
          <p:cNvGrpSpPr>
            <a:grpSpLocks/>
          </p:cNvGrpSpPr>
          <p:nvPr/>
        </p:nvGrpSpPr>
        <p:grpSpPr bwMode="auto">
          <a:xfrm>
            <a:off x="4429124" y="5214950"/>
            <a:ext cx="4495800" cy="576262"/>
            <a:chOff x="1338" y="1109"/>
            <a:chExt cx="3696" cy="384"/>
          </a:xfrm>
        </p:grpSpPr>
        <p:sp>
          <p:nvSpPr>
            <p:cNvPr id="18" name="圆角矩形 833555"/>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19" name="文本框 833556"/>
            <p:cNvSpPr txBox="1">
              <a:spLocks noChangeArrowheads="1"/>
            </p:cNvSpPr>
            <p:nvPr/>
          </p:nvSpPr>
          <p:spPr bwMode="auto">
            <a:xfrm>
              <a:off x="1397" y="1122"/>
              <a:ext cx="3594" cy="327"/>
            </a:xfrm>
            <a:prstGeom prst="rect">
              <a:avLst/>
            </a:prstGeom>
            <a:noFill/>
            <a:ln w="9525">
              <a:noFill/>
              <a:miter lim="800000"/>
              <a:headEnd/>
              <a:tailEnd/>
            </a:ln>
          </p:spPr>
          <p:txBody>
            <a:bodyPr wrap="square">
              <a:spAutoFit/>
            </a:bodyPr>
            <a:lstStyle/>
            <a:p>
              <a:pPr eaLnBrk="1" hangingPunct="1">
                <a:lnSpc>
                  <a:spcPct val="125000"/>
                </a:lnSpc>
              </a:pPr>
              <a:r>
                <a:rPr lang="zh-CN" altLang="en-US" sz="2400" b="1" dirty="0">
                  <a:solidFill>
                    <a:schemeClr val="bg1"/>
                  </a:solidFill>
                  <a:latin typeface="楷体" pitchFamily="49" charset="-122"/>
                  <a:ea typeface="楷体" pitchFamily="49" charset="-122"/>
                </a:rPr>
                <a:t>主客体相互作用的关系</a:t>
              </a:r>
            </a:p>
          </p:txBody>
        </p:sp>
      </p:grpSp>
      <p:grpSp>
        <p:nvGrpSpPr>
          <p:cNvPr id="20" name="组合 833554"/>
          <p:cNvGrpSpPr>
            <a:grpSpLocks/>
          </p:cNvGrpSpPr>
          <p:nvPr/>
        </p:nvGrpSpPr>
        <p:grpSpPr bwMode="auto">
          <a:xfrm>
            <a:off x="4429124" y="5929330"/>
            <a:ext cx="4500594" cy="576262"/>
            <a:chOff x="1338" y="1109"/>
            <a:chExt cx="3696" cy="384"/>
          </a:xfrm>
        </p:grpSpPr>
        <p:sp>
          <p:nvSpPr>
            <p:cNvPr id="21" name="圆角矩形 833555"/>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22" name="文本框 833556"/>
            <p:cNvSpPr txBox="1">
              <a:spLocks noChangeArrowheads="1"/>
            </p:cNvSpPr>
            <p:nvPr/>
          </p:nvSpPr>
          <p:spPr bwMode="auto">
            <a:xfrm>
              <a:off x="1441" y="1122"/>
              <a:ext cx="3550" cy="327"/>
            </a:xfrm>
            <a:prstGeom prst="rect">
              <a:avLst/>
            </a:prstGeom>
            <a:noFill/>
            <a:ln w="9525">
              <a:noFill/>
              <a:miter lim="800000"/>
              <a:headEnd/>
              <a:tailEnd/>
            </a:ln>
          </p:spPr>
          <p:txBody>
            <a:bodyPr>
              <a:spAutoFit/>
            </a:bodyPr>
            <a:lstStyle/>
            <a:p>
              <a:pPr eaLnBrk="1" hangingPunct="1">
                <a:lnSpc>
                  <a:spcPct val="125000"/>
                </a:lnSpc>
              </a:pPr>
              <a:r>
                <a:rPr lang="zh-CN" altLang="en-US" sz="2400" b="1" dirty="0">
                  <a:solidFill>
                    <a:schemeClr val="bg1"/>
                  </a:solidFill>
                  <a:latin typeface="楷体" pitchFamily="49" charset="-122"/>
                  <a:ea typeface="楷体" pitchFamily="49" charset="-122"/>
                </a:rPr>
                <a:t>三要素的变化发展与双向运动</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矩形 836614"/>
          <p:cNvSpPr>
            <a:spLocks noChangeArrowheads="1"/>
          </p:cNvSpPr>
          <p:nvPr/>
        </p:nvSpPr>
        <p:spPr bwMode="auto">
          <a:xfrm>
            <a:off x="179388" y="5483225"/>
            <a:ext cx="1708150" cy="457200"/>
          </a:xfrm>
          <a:prstGeom prst="rect">
            <a:avLst/>
          </a:prstGeom>
          <a:noFill/>
          <a:ln w="9525">
            <a:noFill/>
            <a:miter lim="800000"/>
            <a:headEnd/>
            <a:tailEnd/>
          </a:ln>
        </p:spPr>
        <p:txBody>
          <a:bodyPr anchor="ctr">
            <a:spAutoFit/>
          </a:bodyPr>
          <a:lstStyle/>
          <a:p>
            <a:pPr algn="ctr" eaLnBrk="1" hangingPunct="1"/>
            <a:endParaRPr lang="zh-CN" altLang="zh-CN" sz="2400">
              <a:solidFill>
                <a:srgbClr val="A50021"/>
              </a:solidFill>
              <a:latin typeface="楷体_GB2312" pitchFamily="49" charset="-122"/>
              <a:ea typeface="楷体_GB2312" pitchFamily="49" charset="-122"/>
            </a:endParaRPr>
          </a:p>
        </p:txBody>
      </p:sp>
      <p:sp>
        <p:nvSpPr>
          <p:cNvPr id="24579" name="矩形 836616"/>
          <p:cNvSpPr>
            <a:spLocks noChangeArrowheads="1"/>
          </p:cNvSpPr>
          <p:nvPr/>
        </p:nvSpPr>
        <p:spPr bwMode="auto">
          <a:xfrm>
            <a:off x="2843213" y="6308725"/>
            <a:ext cx="4451350" cy="396875"/>
          </a:xfrm>
          <a:prstGeom prst="rect">
            <a:avLst/>
          </a:prstGeom>
          <a:noFill/>
          <a:ln w="9525">
            <a:noFill/>
            <a:miter lim="800000"/>
            <a:headEnd/>
            <a:tailEnd/>
          </a:ln>
        </p:spPr>
        <p:txBody>
          <a:bodyPr anchor="ctr">
            <a:spAutoFit/>
          </a:bodyPr>
          <a:lstStyle/>
          <a:p>
            <a:pPr algn="ctr" eaLnBrk="1" hangingPunct="1"/>
            <a:endParaRPr lang="zh-CN" altLang="zh-CN" sz="2000">
              <a:solidFill>
                <a:srgbClr val="A50021"/>
              </a:solidFill>
              <a:ea typeface="楷体_GB2312" pitchFamily="49" charset="-122"/>
            </a:endParaRPr>
          </a:p>
        </p:txBody>
      </p:sp>
      <p:sp>
        <p:nvSpPr>
          <p:cNvPr id="24580" name="矩形 836617"/>
          <p:cNvSpPr>
            <a:spLocks noChangeArrowheads="1"/>
          </p:cNvSpPr>
          <p:nvPr/>
        </p:nvSpPr>
        <p:spPr bwMode="auto">
          <a:xfrm>
            <a:off x="4716463" y="5521325"/>
            <a:ext cx="3959225" cy="457200"/>
          </a:xfrm>
          <a:prstGeom prst="rect">
            <a:avLst/>
          </a:prstGeom>
          <a:noFill/>
          <a:ln w="9525">
            <a:noFill/>
            <a:miter lim="800000"/>
            <a:headEnd/>
            <a:tailEnd/>
          </a:ln>
        </p:spPr>
        <p:txBody>
          <a:bodyPr anchor="ctr">
            <a:spAutoFit/>
          </a:bodyPr>
          <a:lstStyle/>
          <a:p>
            <a:pPr algn="ctr" eaLnBrk="1" hangingPunct="1"/>
            <a:endParaRPr lang="zh-CN" altLang="zh-CN" sz="2400">
              <a:solidFill>
                <a:srgbClr val="A50021"/>
              </a:solidFill>
              <a:latin typeface="楷体_GB2312" pitchFamily="49" charset="-122"/>
              <a:ea typeface="楷体_GB2312" pitchFamily="49" charset="-122"/>
            </a:endParaRPr>
          </a:p>
        </p:txBody>
      </p:sp>
      <p:sp>
        <p:nvSpPr>
          <p:cNvPr id="24582" name="矩形 701459"/>
          <p:cNvSpPr>
            <a:spLocks noChangeArrowheads="1"/>
          </p:cNvSpPr>
          <p:nvPr/>
        </p:nvSpPr>
        <p:spPr bwMode="auto">
          <a:xfrm>
            <a:off x="357158" y="500042"/>
            <a:ext cx="3862384" cy="460375"/>
          </a:xfrm>
          <a:prstGeom prst="rect">
            <a:avLst/>
          </a:prstGeom>
          <a:solidFill>
            <a:srgbClr val="CCFFFF"/>
          </a:solidFill>
          <a:ln w="12700">
            <a:solidFill>
              <a:srgbClr val="FF3300"/>
            </a:solidFill>
            <a:miter lim="800000"/>
            <a:headEnd/>
            <a:tailEnd/>
          </a:ln>
        </p:spPr>
        <p:txBody>
          <a:bodyPr wrap="square">
            <a:spAutoFit/>
          </a:bodyPr>
          <a:lstStyle/>
          <a:p>
            <a:pPr eaLnBrk="1" hangingPunct="1">
              <a:buClr>
                <a:schemeClr val="bg1"/>
              </a:buClr>
            </a:pPr>
            <a:r>
              <a:rPr lang="zh-CN" altLang="en-US" sz="2400" b="1" dirty="0">
                <a:solidFill>
                  <a:srgbClr val="0000FF"/>
                </a:solidFill>
                <a:latin typeface="黑体" pitchFamily="49" charset="-122"/>
                <a:ea typeface="黑体" pitchFamily="49" charset="-122"/>
              </a:rPr>
              <a:t>（三）实践形式的多样性</a:t>
            </a:r>
            <a:endParaRPr lang="zh-CN" altLang="en-US" sz="2400" b="1" dirty="0">
              <a:solidFill>
                <a:schemeClr val="accent2"/>
              </a:solidFill>
              <a:latin typeface="黑体" pitchFamily="49" charset="-122"/>
              <a:ea typeface="黑体" pitchFamily="49" charset="-122"/>
            </a:endParaRPr>
          </a:p>
        </p:txBody>
      </p:sp>
      <p:grpSp>
        <p:nvGrpSpPr>
          <p:cNvPr id="24583" name="组合 833554"/>
          <p:cNvGrpSpPr>
            <a:grpSpLocks/>
          </p:cNvGrpSpPr>
          <p:nvPr/>
        </p:nvGrpSpPr>
        <p:grpSpPr bwMode="auto">
          <a:xfrm>
            <a:off x="214282" y="1785926"/>
            <a:ext cx="3778250" cy="576263"/>
            <a:chOff x="1338" y="1109"/>
            <a:chExt cx="3696" cy="384"/>
          </a:xfrm>
        </p:grpSpPr>
        <p:sp>
          <p:nvSpPr>
            <p:cNvPr id="24594" name="圆角矩形 833555"/>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24595" name="文本框 833556"/>
            <p:cNvSpPr txBox="1">
              <a:spLocks noChangeArrowheads="1"/>
            </p:cNvSpPr>
            <p:nvPr/>
          </p:nvSpPr>
          <p:spPr bwMode="auto">
            <a:xfrm>
              <a:off x="1441" y="1109"/>
              <a:ext cx="3550" cy="327"/>
            </a:xfrm>
            <a:prstGeom prst="rect">
              <a:avLst/>
            </a:prstGeom>
            <a:noFill/>
            <a:ln w="9525">
              <a:noFill/>
              <a:miter lim="800000"/>
              <a:headEnd/>
              <a:tailEnd/>
            </a:ln>
          </p:spPr>
          <p:txBody>
            <a:bodyPr>
              <a:spAutoFit/>
            </a:bodyPr>
            <a:lstStyle/>
            <a:p>
              <a:pPr eaLnBrk="1" hangingPunct="1">
                <a:lnSpc>
                  <a:spcPct val="125000"/>
                </a:lnSpc>
              </a:pPr>
              <a:r>
                <a:rPr lang="en-US" altLang="zh-CN" sz="2400" b="1">
                  <a:solidFill>
                    <a:schemeClr val="bg1"/>
                  </a:solidFill>
                  <a:latin typeface="楷体" pitchFamily="49" charset="-122"/>
                  <a:ea typeface="楷体" pitchFamily="49" charset="-122"/>
                </a:rPr>
                <a:t>1 </a:t>
              </a:r>
              <a:r>
                <a:rPr lang="zh-CN" altLang="en-US" sz="2400" b="1">
                  <a:solidFill>
                    <a:schemeClr val="bg1"/>
                  </a:solidFill>
                  <a:latin typeface="楷体" pitchFamily="49" charset="-122"/>
                  <a:ea typeface="楷体" pitchFamily="49" charset="-122"/>
                </a:rPr>
                <a:t>实践的三种基本类型 </a:t>
              </a:r>
            </a:p>
          </p:txBody>
        </p:sp>
      </p:grpSp>
      <p:grpSp>
        <p:nvGrpSpPr>
          <p:cNvPr id="24584" name="组合 833554"/>
          <p:cNvGrpSpPr>
            <a:grpSpLocks/>
          </p:cNvGrpSpPr>
          <p:nvPr/>
        </p:nvGrpSpPr>
        <p:grpSpPr bwMode="auto">
          <a:xfrm>
            <a:off x="214282" y="4071942"/>
            <a:ext cx="3779837" cy="576262"/>
            <a:chOff x="1338" y="1109"/>
            <a:chExt cx="3696" cy="384"/>
          </a:xfrm>
        </p:grpSpPr>
        <p:sp>
          <p:nvSpPr>
            <p:cNvPr id="24592" name="圆角矩形 833555"/>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24593" name="文本框 833556"/>
            <p:cNvSpPr txBox="1">
              <a:spLocks noChangeArrowheads="1"/>
            </p:cNvSpPr>
            <p:nvPr/>
          </p:nvSpPr>
          <p:spPr bwMode="auto">
            <a:xfrm>
              <a:off x="1441" y="1109"/>
              <a:ext cx="3550" cy="327"/>
            </a:xfrm>
            <a:prstGeom prst="rect">
              <a:avLst/>
            </a:prstGeom>
            <a:noFill/>
            <a:ln w="9525">
              <a:noFill/>
              <a:miter lim="800000"/>
              <a:headEnd/>
              <a:tailEnd/>
            </a:ln>
          </p:spPr>
          <p:txBody>
            <a:bodyPr>
              <a:spAutoFit/>
            </a:bodyPr>
            <a:lstStyle/>
            <a:p>
              <a:pPr eaLnBrk="1" hangingPunct="1">
                <a:lnSpc>
                  <a:spcPct val="125000"/>
                </a:lnSpc>
              </a:pPr>
              <a:r>
                <a:rPr lang="en-US" altLang="zh-CN" sz="2400" b="1">
                  <a:solidFill>
                    <a:schemeClr val="bg1"/>
                  </a:solidFill>
                  <a:latin typeface="楷体" pitchFamily="49" charset="-122"/>
                  <a:ea typeface="楷体" pitchFamily="49" charset="-122"/>
                </a:rPr>
                <a:t>2 </a:t>
              </a:r>
              <a:r>
                <a:rPr lang="zh-CN" altLang="en-US" sz="2400" b="1">
                  <a:solidFill>
                    <a:schemeClr val="bg1"/>
                  </a:solidFill>
                  <a:latin typeface="楷体" pitchFamily="49" charset="-122"/>
                  <a:ea typeface="楷体" pitchFamily="49" charset="-122"/>
                </a:rPr>
                <a:t>三种实践类型的关系</a:t>
              </a:r>
            </a:p>
          </p:txBody>
        </p:sp>
      </p:grpSp>
      <p:grpSp>
        <p:nvGrpSpPr>
          <p:cNvPr id="24585" name="组合 833554"/>
          <p:cNvGrpSpPr>
            <a:grpSpLocks/>
          </p:cNvGrpSpPr>
          <p:nvPr/>
        </p:nvGrpSpPr>
        <p:grpSpPr bwMode="auto">
          <a:xfrm>
            <a:off x="214282" y="5857892"/>
            <a:ext cx="2597150" cy="576262"/>
            <a:chOff x="1338" y="1109"/>
            <a:chExt cx="3696" cy="384"/>
          </a:xfrm>
        </p:grpSpPr>
        <p:sp>
          <p:nvSpPr>
            <p:cNvPr id="24590" name="圆角矩形 833555"/>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24591" name="文本框 833556"/>
            <p:cNvSpPr txBox="1">
              <a:spLocks noChangeArrowheads="1"/>
            </p:cNvSpPr>
            <p:nvPr/>
          </p:nvSpPr>
          <p:spPr bwMode="auto">
            <a:xfrm>
              <a:off x="1441" y="1109"/>
              <a:ext cx="3550" cy="327"/>
            </a:xfrm>
            <a:prstGeom prst="rect">
              <a:avLst/>
            </a:prstGeom>
            <a:noFill/>
            <a:ln w="9525">
              <a:noFill/>
              <a:miter lim="800000"/>
              <a:headEnd/>
              <a:tailEnd/>
            </a:ln>
          </p:spPr>
          <p:txBody>
            <a:bodyPr>
              <a:spAutoFit/>
            </a:bodyPr>
            <a:lstStyle/>
            <a:p>
              <a:pPr eaLnBrk="1" hangingPunct="1">
                <a:lnSpc>
                  <a:spcPct val="125000"/>
                </a:lnSpc>
              </a:pPr>
              <a:r>
                <a:rPr lang="en-US" altLang="zh-CN" sz="2400" b="1" dirty="0">
                  <a:solidFill>
                    <a:schemeClr val="bg1"/>
                  </a:solidFill>
                  <a:latin typeface="楷体" pitchFamily="49" charset="-122"/>
                  <a:ea typeface="楷体" pitchFamily="49" charset="-122"/>
                </a:rPr>
                <a:t>3 </a:t>
              </a:r>
              <a:r>
                <a:rPr lang="zh-CN" altLang="en-US" sz="2400" b="1" dirty="0">
                  <a:solidFill>
                    <a:schemeClr val="bg1"/>
                  </a:solidFill>
                  <a:latin typeface="楷体" pitchFamily="49" charset="-122"/>
                  <a:ea typeface="楷体" pitchFamily="49" charset="-122"/>
                </a:rPr>
                <a:t>虚拟实践</a:t>
              </a:r>
            </a:p>
          </p:txBody>
        </p:sp>
      </p:grpSp>
      <p:grpSp>
        <p:nvGrpSpPr>
          <p:cNvPr id="20" name="组合 2079"/>
          <p:cNvGrpSpPr>
            <a:grpSpLocks/>
          </p:cNvGrpSpPr>
          <p:nvPr/>
        </p:nvGrpSpPr>
        <p:grpSpPr bwMode="auto">
          <a:xfrm>
            <a:off x="4429124" y="1071546"/>
            <a:ext cx="2414588" cy="504825"/>
            <a:chOff x="0" y="0"/>
            <a:chExt cx="3696" cy="384"/>
          </a:xfrm>
        </p:grpSpPr>
        <p:sp>
          <p:nvSpPr>
            <p:cNvPr id="21" name="圆角矩形 2080"/>
            <p:cNvSpPr>
              <a:spLocks noChangeArrowheads="1"/>
            </p:cNvSpPr>
            <p:nvPr/>
          </p:nvSpPr>
          <p:spPr bwMode="auto">
            <a:xfrm>
              <a:off x="0" y="0"/>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22" name="文本框 2081"/>
            <p:cNvSpPr txBox="1">
              <a:spLocks noChangeArrowheads="1"/>
            </p:cNvSpPr>
            <p:nvPr/>
          </p:nvSpPr>
          <p:spPr bwMode="auto">
            <a:xfrm>
              <a:off x="100" y="13"/>
              <a:ext cx="3551" cy="362"/>
            </a:xfrm>
            <a:prstGeom prst="rect">
              <a:avLst/>
            </a:prstGeom>
            <a:solidFill>
              <a:srgbClr val="CCFFFF"/>
            </a:solidFill>
            <a:ln w="9525">
              <a:noFill/>
              <a:miter lim="800000"/>
              <a:headEnd/>
              <a:tailEnd/>
            </a:ln>
          </p:spPr>
          <p:txBody>
            <a:bodyPr>
              <a:spAutoFit/>
            </a:bodyPr>
            <a:lstStyle/>
            <a:p>
              <a:pPr algn="ctr" eaLnBrk="1" hangingPunct="1">
                <a:lnSpc>
                  <a:spcPct val="125000"/>
                </a:lnSpc>
              </a:pPr>
              <a:r>
                <a:rPr lang="en-US" altLang="zh-CN" sz="2000" b="1">
                  <a:solidFill>
                    <a:srgbClr val="0000FF"/>
                  </a:solidFill>
                  <a:latin typeface="楷体" pitchFamily="49" charset="-122"/>
                  <a:ea typeface="楷体" pitchFamily="49" charset="-122"/>
                </a:rPr>
                <a:t>1</a:t>
              </a:r>
              <a:r>
                <a:rPr lang="zh-CN" altLang="en-US" sz="2000" b="1">
                  <a:solidFill>
                    <a:srgbClr val="0000FF"/>
                  </a:solidFill>
                  <a:latin typeface="楷体" pitchFamily="49" charset="-122"/>
                  <a:ea typeface="楷体" pitchFamily="49" charset="-122"/>
                </a:rPr>
                <a:t>）物质生产实践</a:t>
              </a:r>
            </a:p>
          </p:txBody>
        </p:sp>
      </p:grpSp>
      <p:grpSp>
        <p:nvGrpSpPr>
          <p:cNvPr id="23" name="组合 2079"/>
          <p:cNvGrpSpPr>
            <a:grpSpLocks/>
          </p:cNvGrpSpPr>
          <p:nvPr/>
        </p:nvGrpSpPr>
        <p:grpSpPr bwMode="auto">
          <a:xfrm>
            <a:off x="4429124" y="1785926"/>
            <a:ext cx="2414587" cy="504825"/>
            <a:chOff x="0" y="0"/>
            <a:chExt cx="3696" cy="384"/>
          </a:xfrm>
        </p:grpSpPr>
        <p:sp>
          <p:nvSpPr>
            <p:cNvPr id="24" name="圆角矩形 2080"/>
            <p:cNvSpPr>
              <a:spLocks noChangeArrowheads="1"/>
            </p:cNvSpPr>
            <p:nvPr/>
          </p:nvSpPr>
          <p:spPr bwMode="auto">
            <a:xfrm>
              <a:off x="0" y="0"/>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25" name="文本框 2081"/>
            <p:cNvSpPr txBox="1">
              <a:spLocks noChangeArrowheads="1"/>
            </p:cNvSpPr>
            <p:nvPr/>
          </p:nvSpPr>
          <p:spPr bwMode="auto">
            <a:xfrm>
              <a:off x="100" y="13"/>
              <a:ext cx="3551" cy="362"/>
            </a:xfrm>
            <a:prstGeom prst="rect">
              <a:avLst/>
            </a:prstGeom>
            <a:solidFill>
              <a:srgbClr val="CCFFFF"/>
            </a:solidFill>
            <a:ln w="9525">
              <a:noFill/>
              <a:miter lim="800000"/>
              <a:headEnd/>
              <a:tailEnd/>
            </a:ln>
          </p:spPr>
          <p:txBody>
            <a:bodyPr>
              <a:spAutoFit/>
            </a:bodyPr>
            <a:lstStyle/>
            <a:p>
              <a:pPr algn="ctr" eaLnBrk="1" hangingPunct="1">
                <a:lnSpc>
                  <a:spcPct val="125000"/>
                </a:lnSpc>
              </a:pPr>
              <a:r>
                <a:rPr lang="en-US" altLang="zh-CN" sz="2000" b="1" dirty="0">
                  <a:solidFill>
                    <a:srgbClr val="0000FF"/>
                  </a:solidFill>
                  <a:latin typeface="楷体" pitchFamily="49" charset="-122"/>
                  <a:ea typeface="楷体" pitchFamily="49" charset="-122"/>
                </a:rPr>
                <a:t>2</a:t>
              </a:r>
              <a:r>
                <a:rPr lang="zh-CN" altLang="en-US" sz="2000" b="1" dirty="0">
                  <a:solidFill>
                    <a:srgbClr val="0000FF"/>
                  </a:solidFill>
                  <a:latin typeface="楷体" pitchFamily="49" charset="-122"/>
                  <a:ea typeface="楷体" pitchFamily="49" charset="-122"/>
                </a:rPr>
                <a:t>）社会政治实践</a:t>
              </a:r>
            </a:p>
          </p:txBody>
        </p:sp>
      </p:grpSp>
      <p:grpSp>
        <p:nvGrpSpPr>
          <p:cNvPr id="26" name="组合 2079"/>
          <p:cNvGrpSpPr>
            <a:grpSpLocks/>
          </p:cNvGrpSpPr>
          <p:nvPr/>
        </p:nvGrpSpPr>
        <p:grpSpPr bwMode="auto">
          <a:xfrm>
            <a:off x="4429124" y="2500306"/>
            <a:ext cx="2414588" cy="504825"/>
            <a:chOff x="0" y="0"/>
            <a:chExt cx="3696" cy="384"/>
          </a:xfrm>
        </p:grpSpPr>
        <p:sp>
          <p:nvSpPr>
            <p:cNvPr id="27" name="圆角矩形 2080"/>
            <p:cNvSpPr>
              <a:spLocks noChangeArrowheads="1"/>
            </p:cNvSpPr>
            <p:nvPr/>
          </p:nvSpPr>
          <p:spPr bwMode="auto">
            <a:xfrm>
              <a:off x="0" y="0"/>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28" name="文本框 2081"/>
            <p:cNvSpPr txBox="1">
              <a:spLocks noChangeArrowheads="1"/>
            </p:cNvSpPr>
            <p:nvPr/>
          </p:nvSpPr>
          <p:spPr bwMode="auto">
            <a:xfrm>
              <a:off x="100" y="13"/>
              <a:ext cx="3551" cy="362"/>
            </a:xfrm>
            <a:prstGeom prst="rect">
              <a:avLst/>
            </a:prstGeom>
            <a:solidFill>
              <a:srgbClr val="CCFFFF"/>
            </a:solidFill>
            <a:ln w="9525">
              <a:noFill/>
              <a:miter lim="800000"/>
              <a:headEnd/>
              <a:tailEnd/>
            </a:ln>
          </p:spPr>
          <p:txBody>
            <a:bodyPr>
              <a:spAutoFit/>
            </a:bodyPr>
            <a:lstStyle/>
            <a:p>
              <a:pPr algn="ctr" eaLnBrk="1" hangingPunct="1">
                <a:lnSpc>
                  <a:spcPct val="125000"/>
                </a:lnSpc>
              </a:pPr>
              <a:r>
                <a:rPr lang="en-US" altLang="zh-CN" sz="2000" b="1" dirty="0">
                  <a:solidFill>
                    <a:srgbClr val="0000FF"/>
                  </a:solidFill>
                  <a:latin typeface="楷体" pitchFamily="49" charset="-122"/>
                  <a:ea typeface="楷体" pitchFamily="49" charset="-122"/>
                </a:rPr>
                <a:t>3</a:t>
              </a:r>
              <a:r>
                <a:rPr lang="zh-CN" altLang="en-US" sz="2000" b="1" dirty="0">
                  <a:solidFill>
                    <a:srgbClr val="0000FF"/>
                  </a:solidFill>
                  <a:latin typeface="楷体" pitchFamily="49" charset="-122"/>
                  <a:ea typeface="楷体" pitchFamily="49" charset="-122"/>
                </a:rPr>
                <a:t>）科学文化实践</a:t>
              </a:r>
            </a:p>
          </p:txBody>
        </p:sp>
      </p:grpSp>
      <p:sp>
        <p:nvSpPr>
          <p:cNvPr id="29" name="左大括号 28"/>
          <p:cNvSpPr/>
          <p:nvPr/>
        </p:nvSpPr>
        <p:spPr bwMode="auto">
          <a:xfrm>
            <a:off x="4071934" y="1357298"/>
            <a:ext cx="285752" cy="1428760"/>
          </a:xfrm>
          <a:prstGeom prst="leftBrace">
            <a:avLst/>
          </a:prstGeom>
          <a:ln>
            <a:headEnd type="none" w="med" len="med"/>
            <a:tailEnd type="none" w="med" len="med"/>
          </a:ln>
          <a:extLst>
            <a:ext uri="{AF507438-7753-43E0-B8FC-AC1667EBCBE1}">
              <a14:hiddenEffects xmlns:a14="http://schemas.microsoft.com/office/drawing/2010/main">
                <a:effectLst>
                  <a:outerShdw dist="35921" dir="2700000" algn="ctr" rotWithShape="0">
                    <a:schemeClr val="bg2"/>
                  </a:outerShdw>
                </a:effectLst>
              </a14:hiddenEffects>
            </a:ext>
          </a:extLst>
        </p:spPr>
        <p:style>
          <a:lnRef idx="3">
            <a:schemeClr val="accent4"/>
          </a:lnRef>
          <a:fillRef idx="0">
            <a:schemeClr val="accent4"/>
          </a:fillRef>
          <a:effectRef idx="2">
            <a:schemeClr val="accent4"/>
          </a:effectRef>
          <a:fontRef idx="minor">
            <a:schemeClr val="tx1"/>
          </a:fontRef>
        </p:style>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Verdana" pitchFamily="34" charset="0"/>
              <a:ea typeface="宋体" pitchFamily="2" charset="-122"/>
            </a:endParaRPr>
          </a:p>
        </p:txBody>
      </p:sp>
      <p:sp>
        <p:nvSpPr>
          <p:cNvPr id="30" name="矩形 838658"/>
          <p:cNvSpPr>
            <a:spLocks noChangeArrowheads="1"/>
          </p:cNvSpPr>
          <p:nvPr/>
        </p:nvSpPr>
        <p:spPr bwMode="auto">
          <a:xfrm>
            <a:off x="4214810" y="3130849"/>
            <a:ext cx="4786346" cy="2475999"/>
          </a:xfrm>
          <a:prstGeom prst="rect">
            <a:avLst/>
          </a:prstGeom>
          <a:solidFill>
            <a:srgbClr val="F0FDA1"/>
          </a:solidFill>
          <a:ln w="19050">
            <a:solidFill>
              <a:schemeClr val="tx1"/>
            </a:solidFill>
            <a:miter lim="800000"/>
            <a:headEnd/>
            <a:tailEnd/>
          </a:ln>
        </p:spPr>
        <p:txBody>
          <a:bodyPr wrap="square" anchor="ctr">
            <a:spAutoFit/>
          </a:bodyPr>
          <a:lstStyle/>
          <a:p>
            <a:pPr marL="179388" lvl="1" eaLnBrk="1" hangingPunct="1">
              <a:lnSpc>
                <a:spcPct val="120000"/>
              </a:lnSpc>
              <a:buFont typeface="Arial" pitchFamily="34" charset="0"/>
              <a:buNone/>
            </a:pPr>
            <a:r>
              <a:rPr lang="en-US" altLang="zh-CN" sz="2200" b="1" dirty="0">
                <a:solidFill>
                  <a:srgbClr val="0000FF"/>
                </a:solidFill>
                <a:latin typeface="楷体" pitchFamily="49" charset="-122"/>
                <a:ea typeface="楷体" pitchFamily="49" charset="-122"/>
              </a:rPr>
              <a:t>- </a:t>
            </a:r>
            <a:r>
              <a:rPr lang="zh-CN" altLang="en-US" sz="2200" b="1" dirty="0">
                <a:solidFill>
                  <a:srgbClr val="0000FF"/>
                </a:solidFill>
                <a:latin typeface="楷体" pitchFamily="49" charset="-122"/>
                <a:ea typeface="楷体" pitchFamily="49" charset="-122"/>
              </a:rPr>
              <a:t>物质生产实践是最基本的实践活动，它构成全部社会生活的基础，</a:t>
            </a:r>
          </a:p>
          <a:p>
            <a:pPr marL="179388" lvl="1" eaLnBrk="1" hangingPunct="1">
              <a:lnSpc>
                <a:spcPct val="120000"/>
              </a:lnSpc>
              <a:buFont typeface="Arial" pitchFamily="34" charset="0"/>
              <a:buNone/>
            </a:pPr>
            <a:r>
              <a:rPr lang="en-US" altLang="zh-CN" sz="2200" b="1" dirty="0">
                <a:solidFill>
                  <a:srgbClr val="0000FF"/>
                </a:solidFill>
                <a:latin typeface="楷体" pitchFamily="49" charset="-122"/>
                <a:ea typeface="楷体" pitchFamily="49" charset="-122"/>
              </a:rPr>
              <a:t>- </a:t>
            </a:r>
            <a:r>
              <a:rPr lang="zh-CN" altLang="en-US" sz="2200" b="1" dirty="0">
                <a:solidFill>
                  <a:srgbClr val="0000FF"/>
                </a:solidFill>
                <a:latin typeface="楷体" pitchFamily="49" charset="-122"/>
                <a:ea typeface="楷体" pitchFamily="49" charset="-122"/>
              </a:rPr>
              <a:t>社会政治实践和科学文化实践在物质生产实践基础上产生和发展起来，受物质生产实践的制约并对其产生能动的反作用。</a:t>
            </a:r>
          </a:p>
        </p:txBody>
      </p:sp>
      <p:sp>
        <p:nvSpPr>
          <p:cNvPr id="31" name="矩形 842770" descr="白色大理石"/>
          <p:cNvSpPr>
            <a:spLocks noChangeArrowheads="1" noChangeShapeType="1" noTextEdit="1"/>
          </p:cNvSpPr>
          <p:nvPr/>
        </p:nvSpPr>
        <p:spPr bwMode="auto">
          <a:xfrm>
            <a:off x="4214810" y="6000768"/>
            <a:ext cx="3721100" cy="3429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zh-CN" altLang="en-US" sz="3600" kern="10" dirty="0">
                <a:ln w="9525">
                  <a:round/>
                  <a:headEnd/>
                  <a:tailEnd/>
                </a:ln>
                <a:blipFill dpi="0" rotWithShape="0">
                  <a:blip r:embed="rId2"/>
                  <a:srcRect/>
                  <a:tile tx="0" ty="0" sx="100000" sy="100000" flip="none" algn="tl"/>
                </a:blipFill>
                <a:latin typeface="宋体"/>
                <a:ea typeface="宋体"/>
              </a:rPr>
              <a:t>社会实践活动的派生形式</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矩形 711686"/>
          <p:cNvSpPr>
            <a:spLocks noChangeArrowheads="1"/>
          </p:cNvSpPr>
          <p:nvPr/>
        </p:nvSpPr>
        <p:spPr bwMode="auto">
          <a:xfrm>
            <a:off x="246063" y="447675"/>
            <a:ext cx="4540251" cy="490519"/>
          </a:xfrm>
          <a:prstGeom prst="rect">
            <a:avLst/>
          </a:prstGeom>
          <a:solidFill>
            <a:srgbClr val="CCFFFF"/>
          </a:solidFill>
          <a:ln w="12700">
            <a:solidFill>
              <a:srgbClr val="FF3300"/>
            </a:solidFill>
            <a:miter lim="800000"/>
            <a:headEnd/>
            <a:tailEnd/>
          </a:ln>
        </p:spPr>
        <p:txBody>
          <a:bodyPr wrap="square">
            <a:spAutoFit/>
          </a:bodyPr>
          <a:lstStyle/>
          <a:p>
            <a:pPr eaLnBrk="1" hangingPunct="1">
              <a:lnSpc>
                <a:spcPct val="125000"/>
              </a:lnSpc>
            </a:pPr>
            <a:r>
              <a:rPr lang="zh-CN" altLang="en-US" sz="2400" b="1" dirty="0">
                <a:solidFill>
                  <a:srgbClr val="0000FF"/>
                </a:solidFill>
                <a:latin typeface="黑体" pitchFamily="49" charset="-122"/>
                <a:ea typeface="黑体" pitchFamily="49" charset="-122"/>
              </a:rPr>
              <a:t>（四）实践对认识的决定作用</a:t>
            </a:r>
            <a:endParaRPr lang="zh-CN" altLang="en-US" sz="2400" b="1" dirty="0">
              <a:solidFill>
                <a:schemeClr val="accent2"/>
              </a:solidFill>
              <a:latin typeface="黑体" pitchFamily="49" charset="-122"/>
              <a:ea typeface="黑体" pitchFamily="49" charset="-122"/>
            </a:endParaRPr>
          </a:p>
        </p:txBody>
      </p:sp>
      <p:grpSp>
        <p:nvGrpSpPr>
          <p:cNvPr id="30723" name="组合 711698"/>
          <p:cNvGrpSpPr>
            <a:grpSpLocks/>
          </p:cNvGrpSpPr>
          <p:nvPr/>
        </p:nvGrpSpPr>
        <p:grpSpPr bwMode="auto">
          <a:xfrm>
            <a:off x="425450" y="3121025"/>
            <a:ext cx="3360732" cy="609600"/>
            <a:chOff x="1338" y="1109"/>
            <a:chExt cx="3696" cy="384"/>
          </a:xfrm>
        </p:grpSpPr>
        <p:sp>
          <p:nvSpPr>
            <p:cNvPr id="30735" name="圆角矩形 711699"/>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30736" name="文本框 711700"/>
            <p:cNvSpPr txBox="1">
              <a:spLocks noChangeArrowheads="1"/>
            </p:cNvSpPr>
            <p:nvPr/>
          </p:nvSpPr>
          <p:spPr bwMode="auto">
            <a:xfrm>
              <a:off x="1441" y="1122"/>
              <a:ext cx="3549" cy="309"/>
            </a:xfrm>
            <a:prstGeom prst="rect">
              <a:avLst/>
            </a:prstGeom>
            <a:noFill/>
            <a:ln w="9525">
              <a:noFill/>
              <a:miter lim="800000"/>
              <a:headEnd/>
              <a:tailEnd/>
            </a:ln>
          </p:spPr>
          <p:txBody>
            <a:bodyPr>
              <a:spAutoFit/>
            </a:bodyPr>
            <a:lstStyle/>
            <a:p>
              <a:pPr eaLnBrk="1" hangingPunct="1">
                <a:lnSpc>
                  <a:spcPct val="125000"/>
                </a:lnSpc>
              </a:pPr>
              <a:r>
                <a:rPr lang="en-US" altLang="zh-CN" sz="2000" b="1" dirty="0">
                  <a:solidFill>
                    <a:schemeClr val="bg1"/>
                  </a:solidFill>
                  <a:latin typeface="楷体" pitchFamily="49" charset="-122"/>
                  <a:ea typeface="楷体" pitchFamily="49" charset="-122"/>
                </a:rPr>
                <a:t>1 </a:t>
              </a:r>
              <a:r>
                <a:rPr lang="zh-CN" altLang="en-US" sz="2000" b="1" dirty="0">
                  <a:solidFill>
                    <a:schemeClr val="bg1"/>
                  </a:solidFill>
                  <a:latin typeface="楷体" pitchFamily="49" charset="-122"/>
                  <a:ea typeface="楷体" pitchFamily="49" charset="-122"/>
                </a:rPr>
                <a:t>实践是认识的来源</a:t>
              </a:r>
              <a:r>
                <a:rPr lang="zh-CN" altLang="en-US" sz="2400" b="1" dirty="0">
                  <a:solidFill>
                    <a:schemeClr val="bg1"/>
                  </a:solidFill>
                  <a:latin typeface="楷体" pitchFamily="49" charset="-122"/>
                  <a:ea typeface="楷体" pitchFamily="49" charset="-122"/>
                </a:rPr>
                <a:t> </a:t>
              </a:r>
            </a:p>
          </p:txBody>
        </p:sp>
      </p:grpSp>
      <p:grpSp>
        <p:nvGrpSpPr>
          <p:cNvPr id="30724" name="组合 711701"/>
          <p:cNvGrpSpPr>
            <a:grpSpLocks/>
          </p:cNvGrpSpPr>
          <p:nvPr/>
        </p:nvGrpSpPr>
        <p:grpSpPr bwMode="auto">
          <a:xfrm>
            <a:off x="409575" y="3975100"/>
            <a:ext cx="3359150" cy="609600"/>
            <a:chOff x="1338" y="1109"/>
            <a:chExt cx="3696" cy="384"/>
          </a:xfrm>
        </p:grpSpPr>
        <p:sp>
          <p:nvSpPr>
            <p:cNvPr id="30733" name="圆角矩形 711702"/>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30734" name="文本框 711703"/>
            <p:cNvSpPr txBox="1">
              <a:spLocks noChangeArrowheads="1"/>
            </p:cNvSpPr>
            <p:nvPr/>
          </p:nvSpPr>
          <p:spPr bwMode="auto">
            <a:xfrm>
              <a:off x="1441" y="1122"/>
              <a:ext cx="3549" cy="309"/>
            </a:xfrm>
            <a:prstGeom prst="rect">
              <a:avLst/>
            </a:prstGeom>
            <a:noFill/>
            <a:ln w="9525">
              <a:noFill/>
              <a:miter lim="800000"/>
              <a:headEnd/>
              <a:tailEnd/>
            </a:ln>
          </p:spPr>
          <p:txBody>
            <a:bodyPr>
              <a:spAutoFit/>
            </a:bodyPr>
            <a:lstStyle/>
            <a:p>
              <a:pPr eaLnBrk="1" hangingPunct="1">
                <a:lnSpc>
                  <a:spcPct val="125000"/>
                </a:lnSpc>
              </a:pPr>
              <a:r>
                <a:rPr lang="en-US" altLang="zh-CN" sz="2000" b="1">
                  <a:solidFill>
                    <a:schemeClr val="bg1"/>
                  </a:solidFill>
                  <a:latin typeface="楷体" pitchFamily="49" charset="-122"/>
                  <a:ea typeface="楷体" pitchFamily="49" charset="-122"/>
                </a:rPr>
                <a:t>2 </a:t>
              </a:r>
              <a:r>
                <a:rPr lang="zh-CN" altLang="en-US" sz="2000" b="1">
                  <a:solidFill>
                    <a:schemeClr val="bg1"/>
                  </a:solidFill>
                  <a:latin typeface="楷体" pitchFamily="49" charset="-122"/>
                  <a:ea typeface="楷体" pitchFamily="49" charset="-122"/>
                </a:rPr>
                <a:t>实践是认识发展的动力</a:t>
              </a:r>
              <a:r>
                <a:rPr lang="zh-CN" altLang="en-US" sz="2400" b="1">
                  <a:solidFill>
                    <a:schemeClr val="bg1"/>
                  </a:solidFill>
                  <a:latin typeface="楷体" pitchFamily="49" charset="-122"/>
                  <a:ea typeface="楷体" pitchFamily="49" charset="-122"/>
                </a:rPr>
                <a:t> </a:t>
              </a:r>
              <a:endParaRPr lang="zh-CN" altLang="en-US">
                <a:latin typeface="楷体" pitchFamily="49" charset="-122"/>
                <a:ea typeface="楷体" pitchFamily="49" charset="-122"/>
              </a:endParaRPr>
            </a:p>
          </p:txBody>
        </p:sp>
      </p:grpSp>
      <p:grpSp>
        <p:nvGrpSpPr>
          <p:cNvPr id="30725" name="组合 711704"/>
          <p:cNvGrpSpPr>
            <a:grpSpLocks/>
          </p:cNvGrpSpPr>
          <p:nvPr/>
        </p:nvGrpSpPr>
        <p:grpSpPr bwMode="auto">
          <a:xfrm>
            <a:off x="409575" y="4800600"/>
            <a:ext cx="3376607" cy="609600"/>
            <a:chOff x="1338" y="1109"/>
            <a:chExt cx="3696" cy="384"/>
          </a:xfrm>
        </p:grpSpPr>
        <p:sp>
          <p:nvSpPr>
            <p:cNvPr id="30731" name="圆角矩形 711705"/>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30732" name="文本框 711706"/>
            <p:cNvSpPr txBox="1">
              <a:spLocks noChangeArrowheads="1"/>
            </p:cNvSpPr>
            <p:nvPr/>
          </p:nvSpPr>
          <p:spPr bwMode="auto">
            <a:xfrm>
              <a:off x="1441" y="1122"/>
              <a:ext cx="3549" cy="309"/>
            </a:xfrm>
            <a:prstGeom prst="rect">
              <a:avLst/>
            </a:prstGeom>
            <a:noFill/>
            <a:ln w="9525">
              <a:noFill/>
              <a:miter lim="800000"/>
              <a:headEnd/>
              <a:tailEnd/>
            </a:ln>
          </p:spPr>
          <p:txBody>
            <a:bodyPr>
              <a:spAutoFit/>
            </a:bodyPr>
            <a:lstStyle/>
            <a:p>
              <a:pPr eaLnBrk="1" hangingPunct="1">
                <a:lnSpc>
                  <a:spcPct val="125000"/>
                </a:lnSpc>
              </a:pPr>
              <a:r>
                <a:rPr lang="en-US" altLang="zh-CN" sz="2000" b="1" dirty="0">
                  <a:solidFill>
                    <a:schemeClr val="bg1"/>
                  </a:solidFill>
                  <a:latin typeface="楷体" pitchFamily="49" charset="-122"/>
                  <a:ea typeface="楷体" pitchFamily="49" charset="-122"/>
                </a:rPr>
                <a:t>3 </a:t>
              </a:r>
              <a:r>
                <a:rPr lang="zh-CN" altLang="en-US" sz="2000" b="1" dirty="0">
                  <a:solidFill>
                    <a:schemeClr val="bg1"/>
                  </a:solidFill>
                  <a:latin typeface="楷体" pitchFamily="49" charset="-122"/>
                  <a:ea typeface="楷体" pitchFamily="49" charset="-122"/>
                </a:rPr>
                <a:t>实践是认识的目的</a:t>
              </a:r>
              <a:r>
                <a:rPr lang="zh-CN" altLang="en-US" sz="2400" b="1" dirty="0">
                  <a:solidFill>
                    <a:schemeClr val="bg1"/>
                  </a:solidFill>
                  <a:latin typeface="楷体" pitchFamily="49" charset="-122"/>
                  <a:ea typeface="楷体" pitchFamily="49" charset="-122"/>
                </a:rPr>
                <a:t> </a:t>
              </a:r>
            </a:p>
          </p:txBody>
        </p:sp>
      </p:grpSp>
      <p:grpSp>
        <p:nvGrpSpPr>
          <p:cNvPr id="30726" name="组合 711707"/>
          <p:cNvGrpSpPr>
            <a:grpSpLocks/>
          </p:cNvGrpSpPr>
          <p:nvPr/>
        </p:nvGrpSpPr>
        <p:grpSpPr bwMode="auto">
          <a:xfrm>
            <a:off x="425450" y="5638800"/>
            <a:ext cx="5095875" cy="547688"/>
            <a:chOff x="1338" y="1109"/>
            <a:chExt cx="3696" cy="384"/>
          </a:xfrm>
        </p:grpSpPr>
        <p:sp>
          <p:nvSpPr>
            <p:cNvPr id="30729" name="圆角矩形 711708"/>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30730" name="文本框 711709"/>
            <p:cNvSpPr txBox="1">
              <a:spLocks noChangeArrowheads="1"/>
            </p:cNvSpPr>
            <p:nvPr/>
          </p:nvSpPr>
          <p:spPr bwMode="auto">
            <a:xfrm>
              <a:off x="1392" y="1122"/>
              <a:ext cx="3598" cy="334"/>
            </a:xfrm>
            <a:prstGeom prst="rect">
              <a:avLst/>
            </a:prstGeom>
            <a:noFill/>
            <a:ln w="9525">
              <a:noFill/>
              <a:miter lim="800000"/>
              <a:headEnd/>
              <a:tailEnd/>
            </a:ln>
          </p:spPr>
          <p:txBody>
            <a:bodyPr wrap="square">
              <a:spAutoFit/>
            </a:bodyPr>
            <a:lstStyle/>
            <a:p>
              <a:pPr eaLnBrk="1" hangingPunct="1">
                <a:lnSpc>
                  <a:spcPct val="125000"/>
                </a:lnSpc>
              </a:pPr>
              <a:r>
                <a:rPr lang="en-US" altLang="zh-CN" sz="2000" b="1" dirty="0">
                  <a:solidFill>
                    <a:schemeClr val="bg1"/>
                  </a:solidFill>
                  <a:latin typeface="楷体_GB2312" pitchFamily="49" charset="-122"/>
                  <a:ea typeface="楷体_GB2312" pitchFamily="49" charset="-122"/>
                </a:rPr>
                <a:t>4</a:t>
              </a:r>
              <a:r>
                <a:rPr lang="zh-CN" altLang="en-US" sz="2000" b="1" dirty="0">
                  <a:solidFill>
                    <a:schemeClr val="bg1"/>
                  </a:solidFill>
                  <a:latin typeface="楷体" pitchFamily="49" charset="-122"/>
                  <a:ea typeface="楷体" pitchFamily="49" charset="-122"/>
                </a:rPr>
                <a:t> 实践是检验认识真理性的唯一标准</a:t>
              </a:r>
              <a:r>
                <a:rPr lang="zh-CN" altLang="en-US" sz="2000" b="1" dirty="0">
                  <a:solidFill>
                    <a:schemeClr val="bg1"/>
                  </a:solidFill>
                  <a:latin typeface="楷体_GB2312" pitchFamily="49" charset="-122"/>
                  <a:ea typeface="楷体_GB2312" pitchFamily="49" charset="-122"/>
                </a:rPr>
                <a:t>  </a:t>
              </a:r>
            </a:p>
          </p:txBody>
        </p:sp>
      </p:grpSp>
      <p:sp>
        <p:nvSpPr>
          <p:cNvPr id="30727" name="矩形 711714"/>
          <p:cNvSpPr>
            <a:spLocks noChangeArrowheads="1"/>
          </p:cNvSpPr>
          <p:nvPr/>
        </p:nvSpPr>
        <p:spPr bwMode="auto">
          <a:xfrm>
            <a:off x="246063" y="1447799"/>
            <a:ext cx="8440737" cy="1154113"/>
          </a:xfrm>
          <a:prstGeom prst="rect">
            <a:avLst/>
          </a:prstGeom>
          <a:solidFill>
            <a:srgbClr val="B7E7D2"/>
          </a:solidFill>
          <a:ln w="9525">
            <a:noFill/>
            <a:miter lim="800000"/>
            <a:headEnd/>
            <a:tailEnd/>
          </a:ln>
          <a:effectLst/>
        </p:spPr>
        <p:txBody>
          <a:bodyPr/>
          <a:lstStyle/>
          <a:p>
            <a:pPr eaLnBrk="1" hangingPunct="1">
              <a:lnSpc>
                <a:spcPct val="125000"/>
              </a:lnSpc>
              <a:spcBef>
                <a:spcPct val="20000"/>
              </a:spcBef>
            </a:pPr>
            <a:r>
              <a:rPr lang="zh-CN" altLang="en-US" sz="2400" b="1" dirty="0">
                <a:solidFill>
                  <a:srgbClr val="3333FF"/>
                </a:solidFill>
                <a:latin typeface="幼圆" pitchFamily="49" charset="-122"/>
              </a:rPr>
              <a:t>辩证唯物主义认为，在实践和认识之间，实践是认识的基础，实践在认识活动中起着决定性的作用。</a:t>
            </a:r>
          </a:p>
        </p:txBody>
      </p:sp>
      <p:sp>
        <p:nvSpPr>
          <p:cNvPr id="844823" name="圆角矩形标注 7"/>
          <p:cNvSpPr/>
          <p:nvPr/>
        </p:nvSpPr>
        <p:spPr>
          <a:xfrm>
            <a:off x="4953000" y="3103563"/>
            <a:ext cx="3657600" cy="2208212"/>
          </a:xfrm>
          <a:prstGeom prst="wedgeRoundRectCallout">
            <a:avLst>
              <a:gd name="adj1" fmla="val 30256"/>
              <a:gd name="adj2" fmla="val 49697"/>
              <a:gd name="adj3" fmla="val 16667"/>
            </a:avLst>
          </a:prstGeom>
          <a:blipFill rotWithShape="1">
            <a:blip r:embed="rId2"/>
          </a:blipFill>
          <a:ln w="76200" cap="flat" cmpd="sng">
            <a:solidFill>
              <a:srgbClr val="8585E0"/>
            </a:solidFill>
            <a:prstDash val="solid"/>
            <a:round/>
            <a:headEnd type="none" w="med" len="med"/>
            <a:tailEnd type="none" w="med" len="med"/>
          </a:ln>
        </p:spPr>
        <p:txBody>
          <a:bodyPr/>
          <a:lstStyle/>
          <a:p>
            <a:pPr>
              <a:lnSpc>
                <a:spcPct val="125000"/>
              </a:lnSpc>
              <a:spcBef>
                <a:spcPct val="50000"/>
              </a:spcBef>
              <a:buClr>
                <a:schemeClr val="bg1"/>
              </a:buClr>
              <a:buFont typeface="Arial" panose="020B0604020202020204" pitchFamily="34" charset="0"/>
              <a:buNone/>
              <a:defRPr/>
            </a:pPr>
            <a:r>
              <a:rPr lang="zh-CN" altLang="zh-CN" b="1" noProof="1">
                <a:solidFill>
                  <a:srgbClr val="0000FF"/>
                </a:solidFill>
                <a:effectLst>
                  <a:outerShdw blurRad="38100" dist="38100" dir="2700000" algn="tl">
                    <a:srgbClr val="C0C0C0"/>
                  </a:outerShdw>
                </a:effectLst>
              </a:rPr>
              <a:t>   </a:t>
            </a:r>
            <a:r>
              <a:rPr lang="zh-CN" altLang="zh-CN" b="1" noProof="1">
                <a:solidFill>
                  <a:srgbClr val="0000FF"/>
                </a:solidFill>
                <a:effectLst>
                  <a:outerShdw blurRad="38100" dist="38100" dir="2700000" algn="tl">
                    <a:srgbClr val="C0C0C0"/>
                  </a:outerShdw>
                </a:effectLst>
                <a:latin typeface="楷体" pitchFamily="49" charset="-122"/>
                <a:ea typeface="楷体" pitchFamily="49" charset="-122"/>
              </a:rPr>
              <a:t>  </a:t>
            </a:r>
            <a:r>
              <a:rPr lang="zh-CN" altLang="en-US" sz="2400" b="1" noProof="1">
                <a:solidFill>
                  <a:srgbClr val="0000FF"/>
                </a:solidFill>
                <a:latin typeface="楷体" pitchFamily="49" charset="-122"/>
                <a:ea typeface="楷体" pitchFamily="49" charset="-122"/>
              </a:rPr>
              <a:t>实践的观点是辩证唯物论的认识论之第一的和基本的观点。   </a:t>
            </a:r>
            <a:endParaRPr lang="zh-CN" altLang="zh-CN" sz="2400" b="1" noProof="1">
              <a:solidFill>
                <a:srgbClr val="0000FF"/>
              </a:solidFill>
              <a:latin typeface="楷体" pitchFamily="49" charset="-122"/>
              <a:ea typeface="楷体" pitchFamily="49" charset="-122"/>
            </a:endParaRPr>
          </a:p>
          <a:p>
            <a:pPr algn="r">
              <a:lnSpc>
                <a:spcPct val="125000"/>
              </a:lnSpc>
              <a:spcBef>
                <a:spcPct val="50000"/>
              </a:spcBef>
              <a:buClr>
                <a:schemeClr val="bg1"/>
              </a:buClr>
              <a:buFont typeface="Arial" panose="020B0604020202020204" pitchFamily="34" charset="0"/>
              <a:buNone/>
              <a:defRPr/>
            </a:pPr>
            <a:r>
              <a:rPr lang="zh-CN" altLang="zh-CN" sz="2400" b="1" noProof="1">
                <a:solidFill>
                  <a:srgbClr val="0000FF"/>
                </a:solidFill>
                <a:latin typeface="楷体" pitchFamily="49" charset="-122"/>
                <a:ea typeface="楷体" pitchFamily="49" charset="-122"/>
              </a:rPr>
              <a:t>——</a:t>
            </a:r>
            <a:r>
              <a:rPr lang="zh-CN" altLang="en-US" sz="2400" b="1" noProof="1">
                <a:solidFill>
                  <a:srgbClr val="0000FF"/>
                </a:solidFill>
                <a:latin typeface="楷体" pitchFamily="49" charset="-122"/>
                <a:ea typeface="楷体" pitchFamily="49" charset="-122"/>
              </a:rPr>
              <a:t>毛泽东</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468" name="矩形 702467"/>
          <p:cNvSpPr/>
          <p:nvPr/>
        </p:nvSpPr>
        <p:spPr>
          <a:xfrm>
            <a:off x="311150" y="303213"/>
            <a:ext cx="4117975" cy="540725"/>
          </a:xfrm>
          <a:prstGeom prst="rect">
            <a:avLst/>
          </a:prstGeom>
          <a:solidFill>
            <a:srgbClr val="CCECFF"/>
          </a:solidFill>
          <a:ln w="38100">
            <a:noFill/>
          </a:ln>
        </p:spPr>
        <p:txBody>
          <a:bodyPr>
            <a:spAutoFit/>
          </a:bodyPr>
          <a:lstStyle/>
          <a:p>
            <a:pPr>
              <a:lnSpc>
                <a:spcPct val="120000"/>
              </a:lnSpc>
              <a:spcBef>
                <a:spcPct val="50000"/>
              </a:spcBef>
              <a:buFont typeface="Arial" panose="020B0604020202020204" pitchFamily="34" charset="0"/>
              <a:buNone/>
              <a:defRPr/>
            </a:pPr>
            <a:r>
              <a:rPr lang="zh-CN" altLang="en-US" sz="2800" b="1" noProof="1">
                <a:solidFill>
                  <a:srgbClr val="FF0066"/>
                </a:solidFill>
                <a:latin typeface="幼圆" pitchFamily="49" charset="-122"/>
              </a:rPr>
              <a:t>三、认识的本质与过程</a:t>
            </a:r>
          </a:p>
        </p:txBody>
      </p:sp>
      <p:sp>
        <p:nvSpPr>
          <p:cNvPr id="36867" name="矩形 702469"/>
          <p:cNvSpPr>
            <a:spLocks noChangeArrowheads="1"/>
          </p:cNvSpPr>
          <p:nvPr/>
        </p:nvSpPr>
        <p:spPr bwMode="auto">
          <a:xfrm>
            <a:off x="937255" y="4822627"/>
            <a:ext cx="2679700" cy="423862"/>
          </a:xfrm>
          <a:prstGeom prst="rect">
            <a:avLst/>
          </a:prstGeom>
          <a:solidFill>
            <a:srgbClr val="CCFFFF"/>
          </a:solidFill>
          <a:ln w="12700">
            <a:solidFill>
              <a:srgbClr val="FF3300"/>
            </a:solidFill>
            <a:miter lim="800000"/>
            <a:headEnd/>
            <a:tailEnd/>
          </a:ln>
        </p:spPr>
        <p:txBody>
          <a:bodyPr>
            <a:spAutoFit/>
          </a:bodyPr>
          <a:lstStyle/>
          <a:p>
            <a:pPr eaLnBrk="1" hangingPunct="1">
              <a:lnSpc>
                <a:spcPct val="125000"/>
              </a:lnSpc>
            </a:pPr>
            <a:r>
              <a:rPr lang="zh-CN" altLang="en-US" sz="2000" b="1" dirty="0">
                <a:solidFill>
                  <a:srgbClr val="0000FF"/>
                </a:solidFill>
                <a:latin typeface="黑体" pitchFamily="49" charset="-122"/>
                <a:ea typeface="黑体" pitchFamily="49" charset="-122"/>
              </a:rPr>
              <a:t>（一）认识的本质</a:t>
            </a:r>
            <a:endParaRPr lang="zh-CN" altLang="en-US" sz="2000" b="1" dirty="0">
              <a:solidFill>
                <a:schemeClr val="accent2"/>
              </a:solidFill>
              <a:latin typeface="黑体" pitchFamily="49" charset="-122"/>
              <a:ea typeface="黑体" pitchFamily="49" charset="-122"/>
            </a:endParaRPr>
          </a:p>
        </p:txBody>
      </p:sp>
      <p:sp>
        <p:nvSpPr>
          <p:cNvPr id="36868" name="矩形 702470"/>
          <p:cNvSpPr>
            <a:spLocks noChangeArrowheads="1"/>
          </p:cNvSpPr>
          <p:nvPr/>
        </p:nvSpPr>
        <p:spPr bwMode="auto">
          <a:xfrm>
            <a:off x="928662" y="5445224"/>
            <a:ext cx="2679700" cy="477837"/>
          </a:xfrm>
          <a:prstGeom prst="rect">
            <a:avLst/>
          </a:prstGeom>
          <a:solidFill>
            <a:srgbClr val="CCFFFF"/>
          </a:solidFill>
          <a:ln w="12700">
            <a:solidFill>
              <a:srgbClr val="FF3300"/>
            </a:solidFill>
            <a:miter lim="800000"/>
            <a:headEnd/>
            <a:tailEnd/>
          </a:ln>
        </p:spPr>
        <p:txBody>
          <a:bodyPr>
            <a:spAutoFit/>
          </a:bodyPr>
          <a:lstStyle/>
          <a:p>
            <a:pPr eaLnBrk="1" hangingPunct="1">
              <a:lnSpc>
                <a:spcPct val="125000"/>
              </a:lnSpc>
            </a:pPr>
            <a:r>
              <a:rPr lang="zh-CN" altLang="en-US" sz="2000" b="1">
                <a:solidFill>
                  <a:srgbClr val="0000FF"/>
                </a:solidFill>
                <a:latin typeface="黑体" pitchFamily="49" charset="-122"/>
                <a:ea typeface="黑体" pitchFamily="49" charset="-122"/>
              </a:rPr>
              <a:t>（二）从实践到认识</a:t>
            </a:r>
            <a:endParaRPr lang="zh-CN" altLang="en-US" sz="2000" b="1">
              <a:solidFill>
                <a:schemeClr val="accent2"/>
              </a:solidFill>
              <a:latin typeface="黑体" pitchFamily="49" charset="-122"/>
              <a:ea typeface="黑体" pitchFamily="49" charset="-122"/>
            </a:endParaRPr>
          </a:p>
        </p:txBody>
      </p:sp>
      <p:sp>
        <p:nvSpPr>
          <p:cNvPr id="36869" name="矩形 702474"/>
          <p:cNvSpPr>
            <a:spLocks noChangeArrowheads="1"/>
          </p:cNvSpPr>
          <p:nvPr/>
        </p:nvSpPr>
        <p:spPr bwMode="auto">
          <a:xfrm>
            <a:off x="928662" y="6130924"/>
            <a:ext cx="2679700" cy="423863"/>
          </a:xfrm>
          <a:prstGeom prst="rect">
            <a:avLst/>
          </a:prstGeom>
          <a:solidFill>
            <a:srgbClr val="CCFFFF"/>
          </a:solidFill>
          <a:ln w="12700">
            <a:solidFill>
              <a:srgbClr val="FF3300"/>
            </a:solidFill>
            <a:miter lim="800000"/>
            <a:headEnd/>
            <a:tailEnd/>
          </a:ln>
        </p:spPr>
        <p:txBody>
          <a:bodyPr>
            <a:spAutoFit/>
          </a:bodyPr>
          <a:lstStyle/>
          <a:p>
            <a:pPr eaLnBrk="1" hangingPunct="1">
              <a:lnSpc>
                <a:spcPct val="125000"/>
              </a:lnSpc>
            </a:pPr>
            <a:r>
              <a:rPr lang="zh-CN" altLang="en-US" sz="2000" b="1">
                <a:solidFill>
                  <a:srgbClr val="0000FF"/>
                </a:solidFill>
                <a:latin typeface="黑体" pitchFamily="49" charset="-122"/>
                <a:ea typeface="黑体" pitchFamily="49" charset="-122"/>
              </a:rPr>
              <a:t>（三）从认识到实践</a:t>
            </a:r>
            <a:endParaRPr lang="zh-CN" altLang="en-US" sz="2000" b="1">
              <a:solidFill>
                <a:schemeClr val="accent2"/>
              </a:solidFill>
              <a:latin typeface="黑体" pitchFamily="49" charset="-122"/>
              <a:ea typeface="黑体" pitchFamily="49" charset="-122"/>
            </a:endParaRPr>
          </a:p>
        </p:txBody>
      </p:sp>
      <p:sp>
        <p:nvSpPr>
          <p:cNvPr id="36870" name="圆角矩形 6"/>
          <p:cNvSpPr>
            <a:spLocks noChangeArrowheads="1"/>
          </p:cNvSpPr>
          <p:nvPr/>
        </p:nvSpPr>
        <p:spPr bwMode="auto">
          <a:xfrm>
            <a:off x="214282" y="980728"/>
            <a:ext cx="8664604" cy="3528392"/>
          </a:xfrm>
          <a:prstGeom prst="roundRect">
            <a:avLst>
              <a:gd name="adj" fmla="val 16667"/>
            </a:avLst>
          </a:prstGeom>
          <a:solidFill>
            <a:srgbClr val="FFFFCC"/>
          </a:solidFill>
          <a:ln w="28575">
            <a:solidFill>
              <a:srgbClr val="FF00FF"/>
            </a:solidFill>
            <a:round/>
            <a:headEnd/>
            <a:tailEnd/>
          </a:ln>
        </p:spPr>
        <p:txBody>
          <a:bodyPr/>
          <a:lstStyle/>
          <a:p>
            <a:pPr eaLnBrk="1" hangingPunct="1">
              <a:lnSpc>
                <a:spcPct val="125000"/>
              </a:lnSpc>
            </a:pPr>
            <a:r>
              <a:rPr lang="en-US" altLang="zh-CN" sz="2000" b="1" dirty="0">
                <a:solidFill>
                  <a:srgbClr val="0000FF"/>
                </a:solidFill>
                <a:latin typeface="楷体" pitchFamily="49" charset="-122"/>
                <a:ea typeface="楷体" pitchFamily="49" charset="-122"/>
              </a:rPr>
              <a:t>    </a:t>
            </a:r>
            <a:r>
              <a:rPr lang="zh-CN" altLang="en-US" sz="2400" b="1" dirty="0">
                <a:solidFill>
                  <a:srgbClr val="0000FF"/>
                </a:solidFill>
                <a:latin typeface="楷体" pitchFamily="49" charset="-122"/>
                <a:ea typeface="楷体" pitchFamily="49" charset="-122"/>
                <a:sym typeface="宋体" pitchFamily="2" charset="-122"/>
              </a:rPr>
              <a:t>要深刻而全面地理解和把握人的认识活动，必须厘清认识的本质。</a:t>
            </a:r>
            <a:r>
              <a:rPr lang="zh-CN" altLang="en-US" sz="2400" b="1" dirty="0">
                <a:solidFill>
                  <a:srgbClr val="FF0000"/>
                </a:solidFill>
                <a:latin typeface="幼圆" pitchFamily="49" charset="-122"/>
                <a:sym typeface="宋体" pitchFamily="2" charset="-122"/>
              </a:rPr>
              <a:t>认识的本质是主体在实践基础上对客体的能动反映</a:t>
            </a:r>
            <a:r>
              <a:rPr lang="zh-CN" altLang="en-US" sz="2400" b="1" dirty="0">
                <a:solidFill>
                  <a:srgbClr val="0000FF"/>
                </a:solidFill>
                <a:latin typeface="楷体" pitchFamily="49" charset="-122"/>
                <a:ea typeface="楷体" pitchFamily="49" charset="-122"/>
                <a:sym typeface="宋体" pitchFamily="2" charset="-122"/>
              </a:rPr>
              <a:t>，这是辩证唯物主义认识论对认识本质的科学回答。</a:t>
            </a:r>
            <a:endParaRPr lang="en-US" altLang="zh-CN" sz="2400" b="1" dirty="0">
              <a:solidFill>
                <a:srgbClr val="0000FF"/>
              </a:solidFill>
              <a:latin typeface="楷体" pitchFamily="49" charset="-122"/>
              <a:ea typeface="楷体" pitchFamily="49" charset="-122"/>
              <a:sym typeface="宋体" pitchFamily="2" charset="-122"/>
            </a:endParaRPr>
          </a:p>
          <a:p>
            <a:pPr eaLnBrk="1" hangingPunct="1">
              <a:lnSpc>
                <a:spcPct val="125000"/>
              </a:lnSpc>
            </a:pPr>
            <a:r>
              <a:rPr lang="en-US" altLang="zh-CN" sz="2000" b="1" dirty="0">
                <a:solidFill>
                  <a:srgbClr val="0000FF"/>
                </a:solidFill>
                <a:latin typeface="楷体" pitchFamily="49" charset="-122"/>
                <a:ea typeface="楷体" pitchFamily="49" charset="-122"/>
                <a:sym typeface="宋体" pitchFamily="2" charset="-122"/>
              </a:rPr>
              <a:t>    </a:t>
            </a:r>
            <a:r>
              <a:rPr lang="zh-CN" altLang="en-US" sz="2400" b="1" dirty="0">
                <a:solidFill>
                  <a:srgbClr val="0000FF"/>
                </a:solidFill>
                <a:latin typeface="楷体" pitchFamily="49" charset="-122"/>
                <a:ea typeface="楷体" pitchFamily="49" charset="-122"/>
                <a:sym typeface="宋体" pitchFamily="2" charset="-122"/>
              </a:rPr>
              <a:t>人的认识过程是一个</a:t>
            </a:r>
            <a:r>
              <a:rPr lang="zh-CN" altLang="en-US" sz="2400" b="1" dirty="0">
                <a:solidFill>
                  <a:srgbClr val="FF0000"/>
                </a:solidFill>
                <a:latin typeface="幼圆" pitchFamily="49" charset="-122"/>
                <a:sym typeface="宋体" pitchFamily="2" charset="-122"/>
              </a:rPr>
              <a:t>在实践基础上不断深化的发展过程</a:t>
            </a:r>
            <a:r>
              <a:rPr lang="zh-CN" altLang="en-US" sz="2400" b="1" dirty="0">
                <a:solidFill>
                  <a:srgbClr val="0000FF"/>
                </a:solidFill>
                <a:latin typeface="楷体" pitchFamily="49" charset="-122"/>
                <a:ea typeface="楷体" pitchFamily="49" charset="-122"/>
                <a:sym typeface="宋体" pitchFamily="2" charset="-122"/>
              </a:rPr>
              <a:t>，即表现为实践基础上由感性认识到理性认识，再从理性认识到实践的具体认识过程；又表现为从实践到认识，再从认识到实践的循环往复和无限发展的总过程。</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矩形 702469"/>
          <p:cNvSpPr>
            <a:spLocks noChangeArrowheads="1"/>
          </p:cNvSpPr>
          <p:nvPr/>
        </p:nvSpPr>
        <p:spPr bwMode="auto">
          <a:xfrm>
            <a:off x="390525" y="340210"/>
            <a:ext cx="4259263" cy="630238"/>
          </a:xfrm>
          <a:prstGeom prst="rect">
            <a:avLst/>
          </a:prstGeom>
          <a:solidFill>
            <a:srgbClr val="CCFFFF"/>
          </a:solidFill>
          <a:ln w="12700">
            <a:solidFill>
              <a:srgbClr val="FF3300"/>
            </a:solidFill>
            <a:miter lim="800000"/>
            <a:headEnd/>
            <a:tailEnd/>
          </a:ln>
        </p:spPr>
        <p:txBody>
          <a:bodyPr>
            <a:spAutoFit/>
          </a:bodyPr>
          <a:lstStyle/>
          <a:p>
            <a:pPr eaLnBrk="1" hangingPunct="1">
              <a:lnSpc>
                <a:spcPct val="125000"/>
              </a:lnSpc>
              <a:buClr>
                <a:schemeClr val="bg1"/>
              </a:buClr>
            </a:pPr>
            <a:r>
              <a:rPr lang="zh-CN" altLang="en-US" sz="2800" b="1">
                <a:solidFill>
                  <a:srgbClr val="0000FF"/>
                </a:solidFill>
                <a:latin typeface="黑体" pitchFamily="49" charset="-122"/>
                <a:ea typeface="黑体" pitchFamily="49" charset="-122"/>
              </a:rPr>
              <a:t>（一）认识的本质</a:t>
            </a:r>
            <a:endParaRPr lang="zh-CN" altLang="en-US" sz="2800" b="1">
              <a:solidFill>
                <a:schemeClr val="accent2"/>
              </a:solidFill>
              <a:latin typeface="黑体" pitchFamily="49" charset="-122"/>
              <a:ea typeface="黑体" pitchFamily="49" charset="-122"/>
            </a:endParaRPr>
          </a:p>
        </p:txBody>
      </p:sp>
      <p:grpSp>
        <p:nvGrpSpPr>
          <p:cNvPr id="37892" name="组合 844804"/>
          <p:cNvGrpSpPr>
            <a:grpSpLocks/>
          </p:cNvGrpSpPr>
          <p:nvPr/>
        </p:nvGrpSpPr>
        <p:grpSpPr bwMode="auto">
          <a:xfrm>
            <a:off x="357158" y="1233024"/>
            <a:ext cx="8396317" cy="766754"/>
            <a:chOff x="1338" y="1109"/>
            <a:chExt cx="3696" cy="384"/>
          </a:xfrm>
        </p:grpSpPr>
        <p:sp>
          <p:nvSpPr>
            <p:cNvPr id="37902" name="圆角矩形 844805"/>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37903" name="文本框 844806"/>
            <p:cNvSpPr txBox="1">
              <a:spLocks noChangeArrowheads="1"/>
            </p:cNvSpPr>
            <p:nvPr/>
          </p:nvSpPr>
          <p:spPr bwMode="auto">
            <a:xfrm>
              <a:off x="1424" y="1178"/>
              <a:ext cx="3549" cy="246"/>
            </a:xfrm>
            <a:prstGeom prst="rect">
              <a:avLst/>
            </a:prstGeom>
            <a:noFill/>
            <a:ln w="9525">
              <a:noFill/>
              <a:miter lim="800000"/>
              <a:headEnd/>
              <a:tailEnd/>
            </a:ln>
          </p:spPr>
          <p:txBody>
            <a:bodyPr>
              <a:spAutoFit/>
            </a:bodyPr>
            <a:lstStyle/>
            <a:p>
              <a:pPr eaLnBrk="1" hangingPunct="1">
                <a:lnSpc>
                  <a:spcPct val="125000"/>
                </a:lnSpc>
              </a:pPr>
              <a:r>
                <a:rPr lang="en-US" altLang="zh-CN" sz="2400" b="1" dirty="0">
                  <a:solidFill>
                    <a:schemeClr val="bg1"/>
                  </a:solidFill>
                  <a:latin typeface="楷体" pitchFamily="49" charset="-122"/>
                  <a:ea typeface="楷体" pitchFamily="49" charset="-122"/>
                </a:rPr>
                <a:t>1 </a:t>
              </a:r>
              <a:r>
                <a:rPr lang="zh-CN" altLang="en-US" sz="2400" b="1" dirty="0">
                  <a:solidFill>
                    <a:schemeClr val="bg1"/>
                  </a:solidFill>
                  <a:latin typeface="楷体" pitchFamily="49" charset="-122"/>
                  <a:ea typeface="楷体" pitchFamily="49" charset="-122"/>
                </a:rPr>
                <a:t>各种哲学派别在认识本质问题上的不同观点</a:t>
              </a:r>
            </a:p>
          </p:txBody>
        </p:sp>
      </p:grpSp>
      <p:sp>
        <p:nvSpPr>
          <p:cNvPr id="37901" name="文本框 2081"/>
          <p:cNvSpPr txBox="1">
            <a:spLocks noChangeArrowheads="1"/>
          </p:cNvSpPr>
          <p:nvPr/>
        </p:nvSpPr>
        <p:spPr bwMode="auto">
          <a:xfrm>
            <a:off x="357158" y="2361943"/>
            <a:ext cx="8098974" cy="490578"/>
          </a:xfrm>
          <a:prstGeom prst="rect">
            <a:avLst/>
          </a:prstGeom>
          <a:solidFill>
            <a:srgbClr val="CCFFFF"/>
          </a:solidFill>
          <a:ln w="9525">
            <a:noFill/>
            <a:miter lim="800000"/>
            <a:headEnd/>
            <a:tailEnd/>
          </a:ln>
        </p:spPr>
        <p:txBody>
          <a:bodyPr>
            <a:spAutoFit/>
          </a:bodyPr>
          <a:lstStyle/>
          <a:p>
            <a:pPr eaLnBrk="1" hangingPunct="1">
              <a:lnSpc>
                <a:spcPct val="125000"/>
              </a:lnSpc>
            </a:pPr>
            <a:r>
              <a:rPr lang="en-US" altLang="zh-CN" sz="2400" b="1" dirty="0">
                <a:solidFill>
                  <a:srgbClr val="0000FF"/>
                </a:solidFill>
                <a:latin typeface="楷体" pitchFamily="49" charset="-122"/>
                <a:ea typeface="楷体" pitchFamily="49" charset="-122"/>
              </a:rPr>
              <a:t>1</a:t>
            </a:r>
            <a:r>
              <a:rPr lang="zh-CN" altLang="en-US" sz="2400" b="1" dirty="0">
                <a:solidFill>
                  <a:srgbClr val="0000FF"/>
                </a:solidFill>
                <a:latin typeface="楷体" pitchFamily="49" charset="-122"/>
                <a:ea typeface="楷体" pitchFamily="49" charset="-122"/>
              </a:rPr>
              <a:t>）</a:t>
            </a:r>
            <a:r>
              <a:rPr lang="en-US" altLang="zh-CN" sz="2400" b="1" dirty="0" err="1">
                <a:solidFill>
                  <a:srgbClr val="0000FF"/>
                </a:solidFill>
                <a:latin typeface="楷体" pitchFamily="49" charset="-122"/>
                <a:ea typeface="楷体" pitchFamily="49" charset="-122"/>
              </a:rPr>
              <a:t>唯物主义和唯心主义对认识本质的不同回答</a:t>
            </a:r>
            <a:endParaRPr lang="en-US" altLang="zh-CN" sz="2400" b="1" dirty="0">
              <a:solidFill>
                <a:srgbClr val="0000FF"/>
              </a:solidFill>
              <a:latin typeface="楷体" pitchFamily="49" charset="-122"/>
              <a:ea typeface="楷体" pitchFamily="49" charset="-122"/>
            </a:endParaRPr>
          </a:p>
        </p:txBody>
      </p:sp>
      <p:sp>
        <p:nvSpPr>
          <p:cNvPr id="16" name="矩形 712723"/>
          <p:cNvSpPr>
            <a:spLocks noChangeArrowheads="1"/>
          </p:cNvSpPr>
          <p:nvPr/>
        </p:nvSpPr>
        <p:spPr bwMode="auto">
          <a:xfrm>
            <a:off x="357159" y="3214686"/>
            <a:ext cx="8429683" cy="812800"/>
          </a:xfrm>
          <a:prstGeom prst="rect">
            <a:avLst/>
          </a:prstGeom>
          <a:solidFill>
            <a:srgbClr val="B7E7D2"/>
          </a:solidFill>
          <a:ln w="9525">
            <a:noFill/>
            <a:miter lim="800000"/>
            <a:headEnd/>
            <a:tailEnd/>
          </a:ln>
          <a:effectLst/>
        </p:spPr>
        <p:txBody>
          <a:bodyPr/>
          <a:lstStyle/>
          <a:p>
            <a:pPr eaLnBrk="1" hangingPunct="1">
              <a:lnSpc>
                <a:spcPct val="125000"/>
              </a:lnSpc>
              <a:spcBef>
                <a:spcPct val="20000"/>
              </a:spcBef>
            </a:pPr>
            <a:r>
              <a:rPr lang="en-US" altLang="zh-CN" b="1" dirty="0">
                <a:solidFill>
                  <a:srgbClr val="3333FF"/>
                </a:solidFill>
                <a:latin typeface="幼圆" pitchFamily="49" charset="-122"/>
              </a:rPr>
              <a:t>  </a:t>
            </a:r>
            <a:r>
              <a:rPr lang="zh-CN" altLang="en-US" b="1" dirty="0">
                <a:solidFill>
                  <a:srgbClr val="3333FF"/>
                </a:solidFill>
                <a:latin typeface="幼圆" pitchFamily="49" charset="-122"/>
              </a:rPr>
              <a:t>在认识的本质问题上，存在着两种根本对立的认识路线：一条是坚持</a:t>
            </a:r>
            <a:r>
              <a:rPr lang="zh-CN" altLang="en-US" b="1" dirty="0">
                <a:solidFill>
                  <a:srgbClr val="FF0000"/>
                </a:solidFill>
                <a:latin typeface="幼圆" pitchFamily="49" charset="-122"/>
              </a:rPr>
              <a:t>从物到感觉和思想的唯物主义路线</a:t>
            </a:r>
            <a:r>
              <a:rPr lang="zh-CN" altLang="en-US" b="1" dirty="0">
                <a:solidFill>
                  <a:srgbClr val="3333FF"/>
                </a:solidFill>
                <a:latin typeface="幼圆" pitchFamily="49" charset="-122"/>
              </a:rPr>
              <a:t>，另一条是坚持</a:t>
            </a:r>
            <a:r>
              <a:rPr lang="zh-CN" altLang="en-US" b="1" dirty="0">
                <a:solidFill>
                  <a:srgbClr val="FF0000"/>
                </a:solidFill>
                <a:latin typeface="幼圆" pitchFamily="49" charset="-122"/>
              </a:rPr>
              <a:t>从思想和感觉到物的唯心主义路线</a:t>
            </a:r>
            <a:r>
              <a:rPr lang="zh-CN" altLang="en-US" b="1" dirty="0">
                <a:solidFill>
                  <a:srgbClr val="3333FF"/>
                </a:solidFill>
                <a:latin typeface="幼圆" pitchFamily="49" charset="-122"/>
              </a:rPr>
              <a:t>。</a:t>
            </a:r>
          </a:p>
        </p:txBody>
      </p:sp>
      <p:grpSp>
        <p:nvGrpSpPr>
          <p:cNvPr id="17" name="组合 712740"/>
          <p:cNvGrpSpPr/>
          <p:nvPr/>
        </p:nvGrpSpPr>
        <p:grpSpPr>
          <a:xfrm>
            <a:off x="357158" y="4286256"/>
            <a:ext cx="2927985" cy="412311"/>
            <a:chOff x="1338" y="1109"/>
            <a:chExt cx="3696" cy="384"/>
          </a:xfrm>
          <a:solidFill>
            <a:srgbClr val="FF0000"/>
          </a:solidFill>
        </p:grpSpPr>
        <p:sp>
          <p:nvSpPr>
            <p:cNvPr id="18" name="圆角矩形 712741"/>
            <p:cNvSpPr/>
            <p:nvPr/>
          </p:nvSpPr>
          <p:spPr>
            <a:xfrm>
              <a:off x="1338" y="1109"/>
              <a:ext cx="3696" cy="384"/>
            </a:xfrm>
            <a:prstGeom prst="roundRect">
              <a:avLst>
                <a:gd name="adj" fmla="val 11921"/>
              </a:avLst>
            </a:prstGeom>
            <a:grpFill/>
            <a:ln w="25400" cap="flat" cmpd="sng">
              <a:solidFill>
                <a:srgbClr val="FEFEFE"/>
              </a:solidFill>
              <a:prstDash val="solid"/>
              <a:round/>
              <a:headEnd type="none" w="med" len="med"/>
              <a:tailEnd type="none" w="med" len="med"/>
            </a:ln>
            <a:effectLst>
              <a:outerShdw dist="53882" dir="2699999" algn="ctr" rotWithShape="0">
                <a:srgbClr val="000000">
                  <a:alpha val="50000"/>
                </a:srgbClr>
              </a:outerShdw>
            </a:effectLst>
          </p:spPr>
          <p:txBody>
            <a:bodyPr/>
            <a:lstStyle/>
            <a:p>
              <a:pPr algn="ctr" eaLnBrk="1" hangingPunct="1">
                <a:buFont typeface="Arial" panose="020B0604020202020204" pitchFamily="34" charset="0"/>
                <a:buNone/>
                <a:defRPr/>
              </a:pPr>
              <a:endParaRPr lang="zh-CN" altLang="en-US" noProof="1"/>
            </a:p>
          </p:txBody>
        </p:sp>
        <p:sp>
          <p:nvSpPr>
            <p:cNvPr id="19" name="文本框 712742"/>
            <p:cNvSpPr txBox="1"/>
            <p:nvPr/>
          </p:nvSpPr>
          <p:spPr>
            <a:xfrm>
              <a:off x="1442" y="1122"/>
              <a:ext cx="3548" cy="371"/>
            </a:xfrm>
            <a:prstGeom prst="rect">
              <a:avLst/>
            </a:prstGeom>
            <a:grpFill/>
            <a:ln w="9525">
              <a:noFill/>
            </a:ln>
          </p:spPr>
          <p:txBody>
            <a:bodyPr>
              <a:spAutoFit/>
            </a:bodyPr>
            <a:lstStyle/>
            <a:p>
              <a:pPr algn="ctr" eaLnBrk="1" hangingPunct="1">
                <a:buFont typeface="Arial" panose="020B0604020202020204" pitchFamily="34" charset="0"/>
                <a:buNone/>
                <a:defRPr/>
              </a:pPr>
              <a:r>
                <a:rPr lang="zh-CN" altLang="en-US" sz="2000" b="1" noProof="1">
                  <a:solidFill>
                    <a:schemeClr val="bg1"/>
                  </a:solidFill>
                  <a:latin typeface="楷体" panose="02010609060101010101" charset="-122"/>
                  <a:ea typeface="楷体" panose="02010609060101010101" charset="-122"/>
                </a:rPr>
                <a:t>唯物主义哲学：反映论</a:t>
              </a:r>
            </a:p>
          </p:txBody>
        </p:sp>
      </p:grpSp>
      <p:grpSp>
        <p:nvGrpSpPr>
          <p:cNvPr id="20" name="组合 804898"/>
          <p:cNvGrpSpPr/>
          <p:nvPr/>
        </p:nvGrpSpPr>
        <p:grpSpPr>
          <a:xfrm>
            <a:off x="357158" y="5072074"/>
            <a:ext cx="2969895" cy="412115"/>
            <a:chOff x="1338" y="1109"/>
            <a:chExt cx="3696" cy="406"/>
          </a:xfrm>
          <a:solidFill>
            <a:srgbClr val="FF0000"/>
          </a:solidFill>
        </p:grpSpPr>
        <p:sp>
          <p:nvSpPr>
            <p:cNvPr id="21" name="圆角矩形 804899"/>
            <p:cNvSpPr/>
            <p:nvPr/>
          </p:nvSpPr>
          <p:spPr>
            <a:xfrm>
              <a:off x="1338" y="1109"/>
              <a:ext cx="3696" cy="384"/>
            </a:xfrm>
            <a:prstGeom prst="roundRect">
              <a:avLst>
                <a:gd name="adj" fmla="val 11921"/>
              </a:avLst>
            </a:prstGeom>
            <a:grpFill/>
            <a:ln w="25400" cap="flat" cmpd="sng">
              <a:solidFill>
                <a:srgbClr val="FEFEFE"/>
              </a:solidFill>
              <a:prstDash val="solid"/>
              <a:round/>
              <a:headEnd type="none" w="med" len="med"/>
              <a:tailEnd type="none" w="med" len="med"/>
            </a:ln>
            <a:effectLst>
              <a:outerShdw dist="53882" dir="2699999" algn="ctr" rotWithShape="0">
                <a:srgbClr val="000000">
                  <a:alpha val="50000"/>
                </a:srgbClr>
              </a:outerShdw>
            </a:effectLst>
          </p:spPr>
          <p:txBody>
            <a:bodyPr/>
            <a:lstStyle/>
            <a:p>
              <a:pPr algn="ctr" eaLnBrk="1" hangingPunct="1">
                <a:buFont typeface="Arial" panose="020B0604020202020204" pitchFamily="34" charset="0"/>
                <a:buNone/>
                <a:defRPr/>
              </a:pPr>
              <a:endParaRPr lang="zh-CN" altLang="en-US" noProof="1"/>
            </a:p>
          </p:txBody>
        </p:sp>
        <p:sp>
          <p:nvSpPr>
            <p:cNvPr id="22" name="文本框 804900"/>
            <p:cNvSpPr txBox="1"/>
            <p:nvPr/>
          </p:nvSpPr>
          <p:spPr>
            <a:xfrm>
              <a:off x="1442" y="1122"/>
              <a:ext cx="3548" cy="393"/>
            </a:xfrm>
            <a:prstGeom prst="rect">
              <a:avLst/>
            </a:prstGeom>
            <a:grpFill/>
            <a:ln w="9525">
              <a:noFill/>
            </a:ln>
          </p:spPr>
          <p:txBody>
            <a:bodyPr>
              <a:spAutoFit/>
            </a:bodyPr>
            <a:lstStyle/>
            <a:p>
              <a:pPr algn="ctr" eaLnBrk="1" hangingPunct="1">
                <a:buFont typeface="Arial" panose="020B0604020202020204" pitchFamily="34" charset="0"/>
                <a:buNone/>
                <a:defRPr/>
              </a:pPr>
              <a:r>
                <a:rPr lang="zh-CN" altLang="en-US" sz="2000" b="1" noProof="1">
                  <a:solidFill>
                    <a:schemeClr val="bg1"/>
                  </a:solidFill>
                  <a:latin typeface="楷体" panose="02010609060101010101" charset="-122"/>
                  <a:ea typeface="楷体" panose="02010609060101010101" charset="-122"/>
                </a:rPr>
                <a:t>唯心主义哲学：先验论</a:t>
              </a:r>
            </a:p>
          </p:txBody>
        </p:sp>
      </p:grpSp>
      <p:sp>
        <p:nvSpPr>
          <p:cNvPr id="23" name="矩形 712711"/>
          <p:cNvSpPr/>
          <p:nvPr/>
        </p:nvSpPr>
        <p:spPr>
          <a:xfrm>
            <a:off x="3714744" y="4214818"/>
            <a:ext cx="3357586" cy="477054"/>
          </a:xfrm>
          <a:prstGeom prst="rect">
            <a:avLst/>
          </a:prstGeom>
          <a:solidFill>
            <a:srgbClr val="FFFF99"/>
          </a:solidFill>
          <a:ln w="19050" cap="flat" cmpd="sng">
            <a:solidFill>
              <a:srgbClr val="800000"/>
            </a:solidFill>
            <a:prstDash val="solid"/>
            <a:miter/>
            <a:headEnd type="none" w="med" len="med"/>
            <a:tailEnd type="none" w="med" len="med"/>
          </a:ln>
          <a:effectLst>
            <a:innerShdw blurRad="63500" dist="50800" dir="18900000">
              <a:prstClr val="black">
                <a:alpha val="50000"/>
              </a:prstClr>
            </a:innerShdw>
          </a:effectLst>
        </p:spPr>
        <p:txBody>
          <a:bodyPr wrap="square" anchor="ctr">
            <a:spAutoFit/>
          </a:bodyPr>
          <a:lstStyle/>
          <a:p>
            <a:pPr>
              <a:lnSpc>
                <a:spcPct val="125000"/>
              </a:lnSpc>
              <a:buFont typeface="Arial" panose="020B0604020202020204" pitchFamily="34" charset="0"/>
              <a:buNone/>
              <a:defRPr/>
            </a:pPr>
            <a:r>
              <a:rPr lang="zh-CN" altLang="en-US" sz="2000" b="1" noProof="1">
                <a:solidFill>
                  <a:srgbClr val="0000FF"/>
                </a:solidFill>
              </a:rPr>
              <a:t>认识是主体对客体的反映。</a:t>
            </a:r>
          </a:p>
        </p:txBody>
      </p:sp>
      <p:sp>
        <p:nvSpPr>
          <p:cNvPr id="24" name="矩形 804869"/>
          <p:cNvSpPr/>
          <p:nvPr/>
        </p:nvSpPr>
        <p:spPr>
          <a:xfrm>
            <a:off x="3714744" y="4929198"/>
            <a:ext cx="5072098" cy="861774"/>
          </a:xfrm>
          <a:prstGeom prst="rect">
            <a:avLst/>
          </a:prstGeom>
          <a:solidFill>
            <a:srgbClr val="FFFF99"/>
          </a:solidFill>
          <a:ln w="19050">
            <a:solidFill>
              <a:schemeClr val="tx1"/>
            </a:solidFill>
          </a:ln>
          <a:effectLst>
            <a:innerShdw blurRad="63500" dist="50800" dir="18900000">
              <a:prstClr val="black">
                <a:alpha val="50000"/>
              </a:prstClr>
            </a:innerShdw>
          </a:effectLst>
        </p:spPr>
        <p:txBody>
          <a:bodyPr wrap="square" anchor="ctr">
            <a:spAutoFit/>
          </a:bodyPr>
          <a:lstStyle/>
          <a:p>
            <a:pPr>
              <a:lnSpc>
                <a:spcPct val="125000"/>
              </a:lnSpc>
              <a:buFont typeface="Arial" panose="020B0604020202020204" pitchFamily="34" charset="0"/>
              <a:buNone/>
              <a:defRPr/>
            </a:pPr>
            <a:r>
              <a:rPr lang="zh-CN" altLang="en-US" sz="2000" b="1" noProof="1">
                <a:solidFill>
                  <a:srgbClr val="0000FF"/>
                </a:solidFill>
                <a:latin typeface="幼圆" panose="02010509060101010101" pitchFamily="49" charset="-122"/>
              </a:rPr>
              <a:t>否认认识是人脑对客观世界的反映，认为认识先于物质、先于人的实践经验。</a:t>
            </a:r>
            <a:r>
              <a:rPr lang="zh-CN" altLang="en-US" sz="2000" b="1" noProof="1">
                <a:latin typeface="幼圆" panose="02010509060101010101" pitchFamily="49" charset="-122"/>
              </a:rPr>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矩形 713737"/>
          <p:cNvSpPr>
            <a:spLocks noChangeArrowheads="1"/>
          </p:cNvSpPr>
          <p:nvPr/>
        </p:nvSpPr>
        <p:spPr bwMode="auto">
          <a:xfrm>
            <a:off x="357158" y="1000108"/>
            <a:ext cx="8528050" cy="373063"/>
          </a:xfrm>
          <a:prstGeom prst="rect">
            <a:avLst/>
          </a:prstGeom>
          <a:solidFill>
            <a:srgbClr val="B7E7D2"/>
          </a:solidFill>
          <a:ln w="9525">
            <a:noFill/>
            <a:miter lim="800000"/>
            <a:headEnd/>
            <a:tailEnd/>
          </a:ln>
          <a:effectLst/>
        </p:spPr>
        <p:txBody>
          <a:bodyPr/>
          <a:lstStyle/>
          <a:p>
            <a:pPr eaLnBrk="1" hangingPunct="1">
              <a:lnSpc>
                <a:spcPct val="125000"/>
              </a:lnSpc>
              <a:spcBef>
                <a:spcPct val="20000"/>
              </a:spcBef>
            </a:pPr>
            <a:r>
              <a:rPr lang="zh-CN" altLang="en-US" b="1" dirty="0">
                <a:solidFill>
                  <a:srgbClr val="3333FF"/>
                </a:solidFill>
                <a:latin typeface="幼圆" pitchFamily="49" charset="-122"/>
              </a:rPr>
              <a:t>辩证唯物主义和旧唯物主义虽然都坚持反映论，但是两者之间又有着本质的区别。</a:t>
            </a:r>
          </a:p>
        </p:txBody>
      </p:sp>
      <p:sp>
        <p:nvSpPr>
          <p:cNvPr id="40963" name="矩形 713748"/>
          <p:cNvSpPr>
            <a:spLocks noChangeArrowheads="1"/>
          </p:cNvSpPr>
          <p:nvPr/>
        </p:nvSpPr>
        <p:spPr bwMode="auto">
          <a:xfrm>
            <a:off x="357158" y="1500174"/>
            <a:ext cx="8572560" cy="1015663"/>
          </a:xfrm>
          <a:prstGeom prst="rect">
            <a:avLst/>
          </a:prstGeom>
          <a:solidFill>
            <a:srgbClr val="CCFFCC"/>
          </a:solidFill>
          <a:ln w="19050">
            <a:solidFill>
              <a:srgbClr val="FF0000"/>
            </a:solidFill>
            <a:miter lim="800000"/>
            <a:headEnd/>
            <a:tailEnd/>
          </a:ln>
          <a:effectLst/>
        </p:spPr>
        <p:txBody>
          <a:bodyPr wrap="square" anchor="ctr">
            <a:spAutoFit/>
          </a:bodyPr>
          <a:lstStyle/>
          <a:p>
            <a:pPr>
              <a:lnSpc>
                <a:spcPct val="150000"/>
              </a:lnSpc>
            </a:pPr>
            <a:r>
              <a:rPr lang="zh-CN" altLang="en-US" sz="2000" b="1" dirty="0">
                <a:solidFill>
                  <a:srgbClr val="990000"/>
                </a:solidFill>
                <a:latin typeface="幼圆" pitchFamily="49" charset="-122"/>
              </a:rPr>
              <a:t>以感性直观为基础，把人的认识看成是</a:t>
            </a:r>
            <a:r>
              <a:rPr lang="zh-CN" altLang="en-US" sz="2000" b="1" dirty="0">
                <a:solidFill>
                  <a:srgbClr val="0000FF"/>
                </a:solidFill>
                <a:latin typeface="幼圆" pitchFamily="49" charset="-122"/>
              </a:rPr>
              <a:t>消极地、被动地</a:t>
            </a:r>
            <a:r>
              <a:rPr lang="zh-CN" altLang="en-US" sz="2000" b="1" dirty="0">
                <a:solidFill>
                  <a:srgbClr val="990000"/>
                </a:solidFill>
                <a:latin typeface="幼圆" pitchFamily="49" charset="-122"/>
              </a:rPr>
              <a:t>反映和接受外界对象，类似于照镜子那样的反射活动，又称为</a:t>
            </a:r>
            <a:r>
              <a:rPr lang="zh-CN" altLang="en-US" sz="2000" b="1" dirty="0">
                <a:solidFill>
                  <a:srgbClr val="0000FF"/>
                </a:solidFill>
                <a:latin typeface="幼圆" pitchFamily="49" charset="-122"/>
              </a:rPr>
              <a:t>直观的、消极被动的</a:t>
            </a:r>
            <a:r>
              <a:rPr lang="zh-CN" altLang="en-US" sz="2000" b="1" dirty="0">
                <a:solidFill>
                  <a:srgbClr val="990000"/>
                </a:solidFill>
                <a:latin typeface="幼圆" pitchFamily="49" charset="-122"/>
              </a:rPr>
              <a:t>反映论。</a:t>
            </a:r>
            <a:endParaRPr lang="zh-CN" altLang="en-US" b="1" dirty="0">
              <a:solidFill>
                <a:srgbClr val="0000FF"/>
              </a:solidFill>
              <a:latin typeface="楷体_GB2312" pitchFamily="49" charset="-122"/>
              <a:ea typeface="楷体_GB2312" pitchFamily="49" charset="-122"/>
            </a:endParaRPr>
          </a:p>
        </p:txBody>
      </p:sp>
      <p:sp>
        <p:nvSpPr>
          <p:cNvPr id="40974" name="文本框 2081"/>
          <p:cNvSpPr txBox="1">
            <a:spLocks noChangeArrowheads="1"/>
          </p:cNvSpPr>
          <p:nvPr/>
        </p:nvSpPr>
        <p:spPr bwMode="auto">
          <a:xfrm>
            <a:off x="357158" y="357646"/>
            <a:ext cx="4084539" cy="474596"/>
          </a:xfrm>
          <a:prstGeom prst="rect">
            <a:avLst/>
          </a:prstGeom>
          <a:solidFill>
            <a:srgbClr val="CCFFFF"/>
          </a:solidFill>
          <a:ln w="9525">
            <a:noFill/>
            <a:miter lim="800000"/>
            <a:headEnd/>
            <a:tailEnd/>
          </a:ln>
        </p:spPr>
        <p:txBody>
          <a:bodyPr>
            <a:spAutoFit/>
          </a:bodyPr>
          <a:lstStyle/>
          <a:p>
            <a:pPr algn="ctr" eaLnBrk="1" hangingPunct="1">
              <a:lnSpc>
                <a:spcPct val="125000"/>
              </a:lnSpc>
            </a:pPr>
            <a:r>
              <a:rPr lang="en-US" altLang="zh-CN" sz="2000" b="1" dirty="0">
                <a:solidFill>
                  <a:srgbClr val="0000FF"/>
                </a:solidFill>
                <a:latin typeface="楷体" pitchFamily="49" charset="-122"/>
                <a:ea typeface="楷体" pitchFamily="49" charset="-122"/>
              </a:rPr>
              <a:t>2</a:t>
            </a:r>
            <a:r>
              <a:rPr lang="zh-CN" altLang="en-US" sz="2000" b="1" dirty="0">
                <a:solidFill>
                  <a:srgbClr val="0000FF"/>
                </a:solidFill>
                <a:latin typeface="楷体" pitchFamily="49" charset="-122"/>
                <a:ea typeface="楷体" pitchFamily="49" charset="-122"/>
              </a:rPr>
              <a:t>）旧</a:t>
            </a:r>
            <a:r>
              <a:rPr lang="en-US" altLang="zh-CN" sz="2000" b="1" dirty="0" err="1">
                <a:solidFill>
                  <a:srgbClr val="0000FF"/>
                </a:solidFill>
                <a:latin typeface="楷体" pitchFamily="49" charset="-122"/>
                <a:ea typeface="楷体" pitchFamily="49" charset="-122"/>
                <a:sym typeface="宋体" pitchFamily="2" charset="-122"/>
              </a:rPr>
              <a:t>唯物主义对认识本质的回答</a:t>
            </a:r>
            <a:endParaRPr lang="en-US" altLang="zh-CN" sz="2000" b="1" dirty="0">
              <a:solidFill>
                <a:srgbClr val="0000FF"/>
              </a:solidFill>
              <a:latin typeface="楷体" pitchFamily="49" charset="-122"/>
              <a:ea typeface="楷体" pitchFamily="49" charset="-122"/>
            </a:endParaRPr>
          </a:p>
        </p:txBody>
      </p:sp>
      <p:sp>
        <p:nvSpPr>
          <p:cNvPr id="15" name="矩形 855055"/>
          <p:cNvSpPr>
            <a:spLocks noChangeArrowheads="1"/>
          </p:cNvSpPr>
          <p:nvPr/>
        </p:nvSpPr>
        <p:spPr bwMode="auto">
          <a:xfrm>
            <a:off x="357158" y="2662418"/>
            <a:ext cx="8572560" cy="438582"/>
          </a:xfrm>
          <a:prstGeom prst="rect">
            <a:avLst/>
          </a:prstGeom>
          <a:solidFill>
            <a:srgbClr val="CCFFCC"/>
          </a:solidFill>
          <a:ln w="9525">
            <a:noFill/>
            <a:miter lim="800000"/>
            <a:headEnd/>
            <a:tailEnd/>
          </a:ln>
          <a:effectLst/>
        </p:spPr>
        <p:txBody>
          <a:bodyPr wrap="square" anchor="ctr">
            <a:spAutoFit/>
          </a:bodyPr>
          <a:lstStyle/>
          <a:p>
            <a:pPr>
              <a:lnSpc>
                <a:spcPct val="125000"/>
              </a:lnSpc>
            </a:pPr>
            <a:r>
              <a:rPr lang="en-US" altLang="zh-CN" b="1" dirty="0">
                <a:solidFill>
                  <a:srgbClr val="CC3300"/>
                </a:solidFill>
                <a:latin typeface="楷体_GB2312" pitchFamily="49" charset="-122"/>
                <a:ea typeface="楷体_GB2312" pitchFamily="49" charset="-122"/>
              </a:rPr>
              <a:t>  </a:t>
            </a:r>
            <a:r>
              <a:rPr lang="zh-CN" altLang="en-US" sz="2000" b="1" dirty="0">
                <a:solidFill>
                  <a:srgbClr val="CC3300"/>
                </a:solidFill>
                <a:latin typeface="宋体" panose="02010600030101010101" pitchFamily="2" charset="-122"/>
              </a:rPr>
              <a:t>缺陷一：</a:t>
            </a:r>
            <a:r>
              <a:rPr lang="zh-CN" altLang="en-US" sz="2000" b="1" dirty="0">
                <a:solidFill>
                  <a:srgbClr val="FF0000"/>
                </a:solidFill>
                <a:latin typeface="幼圆" pitchFamily="49" charset="-122"/>
              </a:rPr>
              <a:t>离开实践</a:t>
            </a:r>
            <a:r>
              <a:rPr lang="zh-CN" altLang="en-US" b="1" dirty="0">
                <a:solidFill>
                  <a:srgbClr val="0000FF"/>
                </a:solidFill>
                <a:latin typeface="楷体" pitchFamily="49" charset="-122"/>
                <a:ea typeface="楷体" pitchFamily="49" charset="-122"/>
              </a:rPr>
              <a:t>考察认识问题，不了解实践对认识的决定作用。</a:t>
            </a:r>
            <a:r>
              <a:rPr lang="zh-CN" altLang="en-US" sz="2000" b="1" dirty="0">
                <a:solidFill>
                  <a:srgbClr val="CC3300"/>
                </a:solidFill>
                <a:latin typeface="楷体_GB2312" pitchFamily="49" charset="-122"/>
                <a:ea typeface="楷体_GB2312" pitchFamily="49" charset="-122"/>
              </a:rPr>
              <a:t>  </a:t>
            </a:r>
            <a:endParaRPr lang="zh-CN" altLang="en-US" b="1" dirty="0">
              <a:solidFill>
                <a:srgbClr val="0000FF"/>
              </a:solidFill>
              <a:latin typeface="楷体_GB2312" pitchFamily="49" charset="-122"/>
              <a:ea typeface="楷体_GB2312" pitchFamily="49" charset="-122"/>
            </a:endParaRPr>
          </a:p>
        </p:txBody>
      </p:sp>
      <p:sp>
        <p:nvSpPr>
          <p:cNvPr id="16" name="矩形 855054"/>
          <p:cNvSpPr>
            <a:spLocks noChangeArrowheads="1"/>
          </p:cNvSpPr>
          <p:nvPr/>
        </p:nvSpPr>
        <p:spPr bwMode="auto">
          <a:xfrm>
            <a:off x="357158" y="3286124"/>
            <a:ext cx="8572560" cy="477054"/>
          </a:xfrm>
          <a:prstGeom prst="rect">
            <a:avLst/>
          </a:prstGeom>
          <a:solidFill>
            <a:srgbClr val="CCFFCC"/>
          </a:solidFill>
          <a:ln w="9525">
            <a:noFill/>
            <a:miter lim="800000"/>
            <a:headEnd/>
            <a:tailEnd/>
          </a:ln>
          <a:effectLst/>
        </p:spPr>
        <p:txBody>
          <a:bodyPr wrap="square" anchor="ctr">
            <a:spAutoFit/>
          </a:bodyPr>
          <a:lstStyle/>
          <a:p>
            <a:pPr>
              <a:lnSpc>
                <a:spcPct val="125000"/>
              </a:lnSpc>
            </a:pPr>
            <a:r>
              <a:rPr lang="en-US" altLang="zh-CN" sz="2000" b="1" dirty="0">
                <a:solidFill>
                  <a:srgbClr val="CC3300"/>
                </a:solidFill>
                <a:latin typeface="楷体_GB2312" pitchFamily="49" charset="-122"/>
                <a:ea typeface="楷体_GB2312" pitchFamily="49" charset="-122"/>
              </a:rPr>
              <a:t>  </a:t>
            </a:r>
            <a:r>
              <a:rPr lang="zh-CN" altLang="en-US" sz="2000" b="1" dirty="0">
                <a:solidFill>
                  <a:srgbClr val="CC3300"/>
                </a:solidFill>
                <a:latin typeface="幼圆" pitchFamily="49" charset="-122"/>
              </a:rPr>
              <a:t>缺陷二：</a:t>
            </a:r>
            <a:r>
              <a:rPr lang="zh-CN" altLang="en-US" sz="2000" b="1" dirty="0">
                <a:solidFill>
                  <a:srgbClr val="FF0000"/>
                </a:solidFill>
                <a:latin typeface="幼圆" pitchFamily="49" charset="-122"/>
              </a:rPr>
              <a:t>离开辩证法</a:t>
            </a:r>
            <a:r>
              <a:rPr lang="zh-CN" altLang="en-US" b="1" dirty="0">
                <a:solidFill>
                  <a:srgbClr val="0000FF"/>
                </a:solidFill>
                <a:latin typeface="楷体" pitchFamily="49" charset="-122"/>
                <a:ea typeface="楷体" pitchFamily="49" charset="-122"/>
              </a:rPr>
              <a:t>考察认识问题，不了解认识的辩证本性。</a:t>
            </a:r>
          </a:p>
        </p:txBody>
      </p:sp>
      <p:sp>
        <p:nvSpPr>
          <p:cNvPr id="19" name="文本框 2081"/>
          <p:cNvSpPr txBox="1">
            <a:spLocks noChangeArrowheads="1"/>
          </p:cNvSpPr>
          <p:nvPr/>
        </p:nvSpPr>
        <p:spPr bwMode="auto">
          <a:xfrm>
            <a:off x="357158" y="3874297"/>
            <a:ext cx="4833421" cy="476250"/>
          </a:xfrm>
          <a:prstGeom prst="rect">
            <a:avLst/>
          </a:prstGeom>
          <a:solidFill>
            <a:srgbClr val="CCFFFF"/>
          </a:solidFill>
          <a:ln w="9525">
            <a:noFill/>
            <a:miter lim="800000"/>
            <a:headEnd/>
            <a:tailEnd/>
          </a:ln>
        </p:spPr>
        <p:txBody>
          <a:bodyPr>
            <a:spAutoFit/>
          </a:bodyPr>
          <a:lstStyle/>
          <a:p>
            <a:pPr algn="ctr" eaLnBrk="1" hangingPunct="1">
              <a:lnSpc>
                <a:spcPct val="125000"/>
              </a:lnSpc>
            </a:pPr>
            <a:r>
              <a:rPr lang="en-US" altLang="zh-CN" sz="2000" b="1" dirty="0">
                <a:solidFill>
                  <a:srgbClr val="0000FF"/>
                </a:solidFill>
                <a:latin typeface="楷体" pitchFamily="49" charset="-122"/>
                <a:ea typeface="楷体" pitchFamily="49" charset="-122"/>
              </a:rPr>
              <a:t>3</a:t>
            </a:r>
            <a:r>
              <a:rPr lang="zh-CN" altLang="en-US" sz="2000" b="1" dirty="0">
                <a:solidFill>
                  <a:srgbClr val="0000FF"/>
                </a:solidFill>
                <a:latin typeface="楷体" pitchFamily="49" charset="-122"/>
                <a:ea typeface="楷体" pitchFamily="49" charset="-122"/>
              </a:rPr>
              <a:t>）辩证</a:t>
            </a:r>
            <a:r>
              <a:rPr lang="en-US" altLang="zh-CN" sz="2000" b="1" dirty="0" err="1">
                <a:solidFill>
                  <a:srgbClr val="0000FF"/>
                </a:solidFill>
                <a:latin typeface="楷体" pitchFamily="49" charset="-122"/>
                <a:ea typeface="楷体" pitchFamily="49" charset="-122"/>
                <a:sym typeface="宋体" pitchFamily="2" charset="-122"/>
              </a:rPr>
              <a:t>唯物主义对认识本质的</a:t>
            </a:r>
            <a:r>
              <a:rPr lang="zh-CN" altLang="en-US" sz="2000" b="1" dirty="0">
                <a:solidFill>
                  <a:srgbClr val="0000FF"/>
                </a:solidFill>
                <a:latin typeface="楷体" pitchFamily="49" charset="-122"/>
                <a:ea typeface="楷体" pitchFamily="49" charset="-122"/>
                <a:sym typeface="宋体" pitchFamily="2" charset="-122"/>
              </a:rPr>
              <a:t>科学</a:t>
            </a:r>
            <a:r>
              <a:rPr lang="en-US" altLang="zh-CN" sz="2000" b="1" dirty="0" err="1">
                <a:solidFill>
                  <a:srgbClr val="0000FF"/>
                </a:solidFill>
                <a:latin typeface="楷体" pitchFamily="49" charset="-122"/>
                <a:ea typeface="楷体" pitchFamily="49" charset="-122"/>
                <a:sym typeface="宋体" pitchFamily="2" charset="-122"/>
              </a:rPr>
              <a:t>回答</a:t>
            </a:r>
            <a:endParaRPr lang="en-US" altLang="zh-CN" sz="2000" b="1" dirty="0">
              <a:solidFill>
                <a:srgbClr val="0000FF"/>
              </a:solidFill>
              <a:latin typeface="楷体" pitchFamily="49" charset="-122"/>
              <a:ea typeface="楷体" pitchFamily="49" charset="-122"/>
            </a:endParaRPr>
          </a:p>
        </p:txBody>
      </p:sp>
      <p:sp>
        <p:nvSpPr>
          <p:cNvPr id="20" name="矩形 805906"/>
          <p:cNvSpPr/>
          <p:nvPr/>
        </p:nvSpPr>
        <p:spPr>
          <a:xfrm>
            <a:off x="5643570" y="3929066"/>
            <a:ext cx="3294063" cy="366713"/>
          </a:xfrm>
          <a:prstGeom prst="rect">
            <a:avLst/>
          </a:prstGeom>
          <a:solidFill>
            <a:schemeClr val="accent3">
              <a:lumMod val="95000"/>
            </a:schemeClr>
          </a:solidFill>
          <a:ln w="9525">
            <a:noFill/>
          </a:ln>
        </p:spPr>
        <p:txBody>
          <a:bodyPr wrap="none">
            <a:spAutoFit/>
          </a:bodyPr>
          <a:lstStyle/>
          <a:p>
            <a:pPr algn="ctr" eaLnBrk="1" hangingPunct="1">
              <a:buFont typeface="Arial" panose="020B0604020202020204" pitchFamily="34" charset="0"/>
              <a:buNone/>
              <a:defRPr/>
            </a:pPr>
            <a:r>
              <a:rPr lang="zh-CN" altLang="en-US" b="1" noProof="1">
                <a:solidFill>
                  <a:srgbClr val="990000"/>
                </a:solidFill>
                <a:latin typeface="黑体" panose="02010609060101010101" pitchFamily="49" charset="-122"/>
                <a:ea typeface="黑体" panose="02010609060101010101" pitchFamily="49" charset="-122"/>
              </a:rPr>
              <a:t>继承合理前提  克服严重缺陷 </a:t>
            </a:r>
          </a:p>
        </p:txBody>
      </p:sp>
      <p:sp>
        <p:nvSpPr>
          <p:cNvPr id="21" name="矩形 805891"/>
          <p:cNvSpPr>
            <a:spLocks noChangeArrowheads="1"/>
          </p:cNvSpPr>
          <p:nvPr/>
        </p:nvSpPr>
        <p:spPr bwMode="auto">
          <a:xfrm>
            <a:off x="285720" y="5072074"/>
            <a:ext cx="8643997" cy="1631216"/>
          </a:xfrm>
          <a:prstGeom prst="rect">
            <a:avLst/>
          </a:prstGeom>
          <a:solidFill>
            <a:srgbClr val="CCFFFF"/>
          </a:solidFill>
          <a:ln w="9525">
            <a:noFill/>
            <a:miter lim="800000"/>
            <a:headEnd/>
            <a:tailEnd/>
          </a:ln>
          <a:effectLst/>
        </p:spPr>
        <p:txBody>
          <a:bodyPr wrap="square" anchor="ctr">
            <a:spAutoFit/>
          </a:bodyPr>
          <a:lstStyle/>
          <a:p>
            <a:pPr>
              <a:lnSpc>
                <a:spcPct val="125000"/>
              </a:lnSpc>
            </a:pPr>
            <a:r>
              <a:rPr lang="en-US" altLang="zh-CN" sz="2000" b="1" dirty="0">
                <a:solidFill>
                  <a:srgbClr val="990000"/>
                </a:solidFill>
                <a:latin typeface="楷体" pitchFamily="49" charset="-122"/>
                <a:ea typeface="楷体" pitchFamily="49" charset="-122"/>
              </a:rPr>
              <a:t>- </a:t>
            </a:r>
            <a:r>
              <a:rPr lang="zh-CN" altLang="en-US" sz="2000" b="1" dirty="0">
                <a:solidFill>
                  <a:srgbClr val="990000"/>
                </a:solidFill>
                <a:latin typeface="楷体" pitchFamily="49" charset="-122"/>
                <a:ea typeface="楷体" pitchFamily="49" charset="-122"/>
              </a:rPr>
              <a:t>把</a:t>
            </a:r>
            <a:r>
              <a:rPr lang="zh-CN" altLang="en-US" sz="2000" b="1" dirty="0">
                <a:solidFill>
                  <a:srgbClr val="0000FF"/>
                </a:solidFill>
                <a:latin typeface="幼圆" pitchFamily="49" charset="-122"/>
              </a:rPr>
              <a:t>实践的观点</a:t>
            </a:r>
            <a:r>
              <a:rPr lang="zh-CN" altLang="en-US" sz="2000" b="1" dirty="0">
                <a:solidFill>
                  <a:srgbClr val="990000"/>
                </a:solidFill>
                <a:latin typeface="楷体" pitchFamily="49" charset="-122"/>
                <a:ea typeface="楷体" pitchFamily="49" charset="-122"/>
              </a:rPr>
              <a:t>引入认识论，作为整个认识论的基础，科学地规定了认识的主体和客体及其相互关系，对一系列重要的认识论问题做出了科学解释。</a:t>
            </a:r>
          </a:p>
          <a:p>
            <a:pPr>
              <a:lnSpc>
                <a:spcPct val="125000"/>
              </a:lnSpc>
            </a:pPr>
            <a:r>
              <a:rPr lang="en-US" altLang="zh-CN" sz="2000" b="1" dirty="0">
                <a:solidFill>
                  <a:srgbClr val="990000"/>
                </a:solidFill>
                <a:latin typeface="楷体" pitchFamily="49" charset="-122"/>
                <a:ea typeface="楷体" pitchFamily="49" charset="-122"/>
              </a:rPr>
              <a:t>- </a:t>
            </a:r>
            <a:r>
              <a:rPr lang="zh-CN" altLang="en-US" sz="2000" b="1" dirty="0">
                <a:solidFill>
                  <a:srgbClr val="990000"/>
                </a:solidFill>
                <a:latin typeface="楷体" pitchFamily="49" charset="-122"/>
                <a:ea typeface="楷体" pitchFamily="49" charset="-122"/>
              </a:rPr>
              <a:t>把</a:t>
            </a:r>
            <a:r>
              <a:rPr lang="zh-CN" altLang="en-US" sz="2000" b="1" dirty="0">
                <a:solidFill>
                  <a:srgbClr val="0000FF"/>
                </a:solidFill>
                <a:latin typeface="幼圆" pitchFamily="49" charset="-122"/>
              </a:rPr>
              <a:t>辩证法</a:t>
            </a:r>
            <a:r>
              <a:rPr lang="zh-CN" altLang="en-US" sz="2000" b="1" dirty="0">
                <a:solidFill>
                  <a:srgbClr val="990000"/>
                </a:solidFill>
                <a:latin typeface="楷体" pitchFamily="49" charset="-122"/>
                <a:ea typeface="楷体" pitchFamily="49" charset="-122"/>
              </a:rPr>
              <a:t>应用于反映论，考察认识的发展过程，科学地揭示了认识过程中多方面的辩证关系，全面的揭示了认识过程的辩证性质。</a:t>
            </a:r>
          </a:p>
        </p:txBody>
      </p:sp>
      <p:sp>
        <p:nvSpPr>
          <p:cNvPr id="22" name="矩形 805901"/>
          <p:cNvSpPr>
            <a:spLocks noChangeArrowheads="1"/>
          </p:cNvSpPr>
          <p:nvPr/>
        </p:nvSpPr>
        <p:spPr bwMode="auto">
          <a:xfrm>
            <a:off x="357158" y="4500570"/>
            <a:ext cx="8572560" cy="501653"/>
          </a:xfrm>
          <a:prstGeom prst="rect">
            <a:avLst/>
          </a:prstGeom>
          <a:solidFill>
            <a:srgbClr val="B7E7D2"/>
          </a:solidFill>
          <a:ln w="9525">
            <a:noFill/>
            <a:miter lim="800000"/>
            <a:headEnd/>
            <a:tailEnd/>
          </a:ln>
          <a:effectLst/>
        </p:spPr>
        <p:txBody>
          <a:bodyPr/>
          <a:lstStyle/>
          <a:p>
            <a:pPr eaLnBrk="1" hangingPunct="1">
              <a:lnSpc>
                <a:spcPct val="125000"/>
              </a:lnSpc>
              <a:spcBef>
                <a:spcPct val="20000"/>
              </a:spcBef>
            </a:pPr>
            <a:r>
              <a:rPr lang="zh-CN" altLang="en-US" b="1" dirty="0">
                <a:solidFill>
                  <a:srgbClr val="0000FF"/>
                </a:solidFill>
                <a:latin typeface="幼圆" pitchFamily="49" charset="-122"/>
              </a:rPr>
              <a:t>以</a:t>
            </a:r>
            <a:r>
              <a:rPr lang="zh-CN" altLang="en-US" b="1" dirty="0">
                <a:solidFill>
                  <a:srgbClr val="FF0000"/>
                </a:solidFill>
                <a:latin typeface="幼圆" pitchFamily="49" charset="-122"/>
              </a:rPr>
              <a:t>实践</a:t>
            </a:r>
            <a:r>
              <a:rPr lang="zh-CN" altLang="en-US" b="1" dirty="0">
                <a:solidFill>
                  <a:srgbClr val="0000FF"/>
                </a:solidFill>
                <a:latin typeface="幼圆" pitchFamily="49" charset="-122"/>
              </a:rPr>
              <a:t>观点和</a:t>
            </a:r>
            <a:r>
              <a:rPr lang="zh-CN" altLang="en-US" b="1" dirty="0">
                <a:solidFill>
                  <a:srgbClr val="FF0000"/>
                </a:solidFill>
                <a:latin typeface="幼圆" pitchFamily="49" charset="-122"/>
              </a:rPr>
              <a:t>辩证</a:t>
            </a:r>
            <a:r>
              <a:rPr lang="zh-CN" altLang="en-US" b="1" dirty="0">
                <a:solidFill>
                  <a:srgbClr val="0000FF"/>
                </a:solidFill>
                <a:latin typeface="幼圆" pitchFamily="49" charset="-122"/>
              </a:rPr>
              <a:t>观点为特征的反映论，就是</a:t>
            </a:r>
            <a:r>
              <a:rPr lang="zh-CN" altLang="en-US" b="1" dirty="0">
                <a:solidFill>
                  <a:srgbClr val="FF0000"/>
                </a:solidFill>
                <a:latin typeface="幼圆" pitchFamily="49" charset="-122"/>
              </a:rPr>
              <a:t>能动的反映论</a:t>
            </a:r>
            <a:r>
              <a:rPr lang="en-US" altLang="zh-CN" sz="2000" b="1" dirty="0">
                <a:solidFill>
                  <a:srgbClr val="0000FF"/>
                </a:solidFill>
                <a:latin typeface="幼圆" pitchFamily="49" charset="-122"/>
              </a:rPr>
              <a:t>—</a:t>
            </a:r>
            <a:r>
              <a:rPr lang="zh-CN" altLang="en-US" b="1" dirty="0">
                <a:solidFill>
                  <a:srgbClr val="0000FF"/>
                </a:solidFill>
                <a:latin typeface="幼圆" pitchFamily="49" charset="-122"/>
              </a:rPr>
              <a:t>人类认识史上的变革</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矩形 776198"/>
          <p:cNvSpPr>
            <a:spLocks noChangeArrowheads="1"/>
          </p:cNvSpPr>
          <p:nvPr/>
        </p:nvSpPr>
        <p:spPr bwMode="auto">
          <a:xfrm>
            <a:off x="260350" y="1979613"/>
            <a:ext cx="8669368" cy="1246495"/>
          </a:xfrm>
          <a:prstGeom prst="rect">
            <a:avLst/>
          </a:prstGeom>
          <a:solidFill>
            <a:srgbClr val="FFFF99"/>
          </a:solidFill>
          <a:ln w="9525">
            <a:noFill/>
            <a:miter lim="800000"/>
            <a:headEnd/>
            <a:tailEnd/>
          </a:ln>
          <a:effectLst>
            <a:outerShdw dist="35921" dir="2700000" algn="ctr" rotWithShape="0">
              <a:schemeClr val="bg2"/>
            </a:outerShdw>
          </a:effectLst>
        </p:spPr>
        <p:txBody>
          <a:bodyPr wrap="square" anchor="ctr">
            <a:spAutoFit/>
          </a:bodyPr>
          <a:lstStyle/>
          <a:p>
            <a:pPr eaLnBrk="1" hangingPunct="1">
              <a:lnSpc>
                <a:spcPct val="125000"/>
              </a:lnSpc>
            </a:pPr>
            <a:r>
              <a:rPr lang="en-US" altLang="zh-CN" sz="2400" b="1" dirty="0">
                <a:solidFill>
                  <a:srgbClr val="990000"/>
                </a:solidFill>
                <a:ea typeface="华文新魏" pitchFamily="2" charset="-122"/>
              </a:rPr>
              <a:t>  </a:t>
            </a:r>
            <a:r>
              <a:rPr lang="en-US" altLang="zh-CN" sz="2000" b="1" dirty="0">
                <a:solidFill>
                  <a:srgbClr val="990000"/>
                </a:solidFill>
                <a:latin typeface="楷体" pitchFamily="49" charset="-122"/>
                <a:ea typeface="楷体" pitchFamily="49" charset="-122"/>
              </a:rPr>
              <a:t>— </a:t>
            </a:r>
            <a:r>
              <a:rPr lang="zh-CN" altLang="en-US" sz="2000" b="1" dirty="0">
                <a:solidFill>
                  <a:srgbClr val="990000"/>
                </a:solidFill>
                <a:latin typeface="楷体" pitchFamily="49" charset="-122"/>
                <a:ea typeface="楷体" pitchFamily="49" charset="-122"/>
              </a:rPr>
              <a:t>反映的特性：摹写性</a:t>
            </a:r>
            <a:endParaRPr lang="zh-CN" altLang="en-US" sz="2000" b="1" dirty="0">
              <a:solidFill>
                <a:srgbClr val="990000"/>
              </a:solidFill>
              <a:latin typeface="楷体_GB2312" pitchFamily="49" charset="-122"/>
              <a:ea typeface="楷体_GB2312" pitchFamily="49" charset="-122"/>
            </a:endParaRPr>
          </a:p>
          <a:p>
            <a:pPr eaLnBrk="1" hangingPunct="1">
              <a:lnSpc>
                <a:spcPct val="125000"/>
              </a:lnSpc>
            </a:pPr>
            <a:r>
              <a:rPr lang="zh-CN" altLang="en-US" b="1" dirty="0">
                <a:solidFill>
                  <a:srgbClr val="990000"/>
                </a:solidFill>
                <a:ea typeface="华文新魏" pitchFamily="2" charset="-122"/>
              </a:rPr>
              <a:t>     </a:t>
            </a:r>
            <a:r>
              <a:rPr lang="zh-CN" altLang="en-US" b="1" dirty="0">
                <a:solidFill>
                  <a:srgbClr val="0000FF"/>
                </a:solidFill>
              </a:rPr>
              <a:t>人的认识作为对客观事物的反映，必然要以客观事物为原型和摹本，在思维中再现客观事物的状态、属性和本质。摹写性表明了反映的客观性。</a:t>
            </a:r>
          </a:p>
        </p:txBody>
      </p:sp>
      <p:sp>
        <p:nvSpPr>
          <p:cNvPr id="44035" name="文本框 776201"/>
          <p:cNvSpPr txBox="1">
            <a:spLocks noChangeArrowheads="1"/>
          </p:cNvSpPr>
          <p:nvPr/>
        </p:nvSpPr>
        <p:spPr bwMode="auto">
          <a:xfrm>
            <a:off x="7451725" y="4941888"/>
            <a:ext cx="936625" cy="396875"/>
          </a:xfrm>
          <a:prstGeom prst="rect">
            <a:avLst/>
          </a:prstGeom>
          <a:noFill/>
          <a:ln w="57150">
            <a:noFill/>
            <a:miter lim="800000"/>
            <a:headEnd/>
            <a:tailEnd/>
          </a:ln>
        </p:spPr>
        <p:txBody>
          <a:bodyPr>
            <a:spAutoFit/>
          </a:bodyPr>
          <a:lstStyle/>
          <a:p>
            <a:pPr algn="ctr">
              <a:spcBef>
                <a:spcPct val="50000"/>
              </a:spcBef>
            </a:pPr>
            <a:r>
              <a:rPr lang="zh-CN" altLang="en-US" sz="2000" b="1">
                <a:solidFill>
                  <a:schemeClr val="accent2"/>
                </a:solidFill>
                <a:latin typeface="Times New Roman" pitchFamily="18" charset="0"/>
                <a:ea typeface="幼圆" pitchFamily="49" charset="-122"/>
              </a:rPr>
              <a:t>第 谷</a:t>
            </a:r>
          </a:p>
        </p:txBody>
      </p:sp>
      <p:sp>
        <p:nvSpPr>
          <p:cNvPr id="44036" name="矩形 776203"/>
          <p:cNvSpPr>
            <a:spLocks noChangeArrowheads="1"/>
          </p:cNvSpPr>
          <p:nvPr/>
        </p:nvSpPr>
        <p:spPr bwMode="auto">
          <a:xfrm>
            <a:off x="265876" y="3349144"/>
            <a:ext cx="8643998" cy="1592744"/>
          </a:xfrm>
          <a:prstGeom prst="rect">
            <a:avLst/>
          </a:prstGeom>
          <a:solidFill>
            <a:srgbClr val="FFFF99"/>
          </a:solidFill>
          <a:ln w="9525">
            <a:noFill/>
            <a:miter lim="800000"/>
            <a:headEnd/>
            <a:tailEnd/>
          </a:ln>
          <a:effectLst>
            <a:outerShdw dist="35921" dir="2700000" algn="ctr" rotWithShape="0">
              <a:schemeClr val="bg2"/>
            </a:outerShdw>
          </a:effectLst>
        </p:spPr>
        <p:txBody>
          <a:bodyPr wrap="square" anchor="ctr">
            <a:spAutoFit/>
          </a:bodyPr>
          <a:lstStyle/>
          <a:p>
            <a:pPr eaLnBrk="1" hangingPunct="1">
              <a:lnSpc>
                <a:spcPct val="125000"/>
              </a:lnSpc>
            </a:pPr>
            <a:r>
              <a:rPr lang="en-US" altLang="zh-CN" sz="2400" b="1" dirty="0">
                <a:solidFill>
                  <a:srgbClr val="990000"/>
                </a:solidFill>
                <a:ea typeface="华文新魏" pitchFamily="2" charset="-122"/>
              </a:rPr>
              <a:t>  </a:t>
            </a:r>
            <a:r>
              <a:rPr lang="en-US" altLang="zh-CN" sz="2000" b="1" dirty="0">
                <a:solidFill>
                  <a:srgbClr val="990000"/>
                </a:solidFill>
                <a:latin typeface="楷体" pitchFamily="49" charset="-122"/>
                <a:ea typeface="楷体" pitchFamily="49" charset="-122"/>
              </a:rPr>
              <a:t>— </a:t>
            </a:r>
            <a:r>
              <a:rPr lang="zh-CN" altLang="en-US" sz="2000" b="1" dirty="0">
                <a:solidFill>
                  <a:srgbClr val="990000"/>
                </a:solidFill>
                <a:latin typeface="楷体" pitchFamily="49" charset="-122"/>
                <a:ea typeface="楷体" pitchFamily="49" charset="-122"/>
              </a:rPr>
              <a:t>能动的反映：创造性</a:t>
            </a:r>
          </a:p>
          <a:p>
            <a:pPr eaLnBrk="1" hangingPunct="1">
              <a:lnSpc>
                <a:spcPct val="125000"/>
              </a:lnSpc>
            </a:pPr>
            <a:r>
              <a:rPr lang="zh-CN" altLang="en-US" b="1" dirty="0">
                <a:solidFill>
                  <a:srgbClr val="0000FF"/>
                </a:solidFill>
              </a:rPr>
              <a:t>    不仅要反映事物的现象，更要把握事物的本质，需要运用辩证思维方法，在观念中分解、加工和改造对象，进行创造性的思维活动。</a:t>
            </a:r>
          </a:p>
          <a:p>
            <a:pPr eaLnBrk="1" hangingPunct="1">
              <a:lnSpc>
                <a:spcPct val="125000"/>
              </a:lnSpc>
            </a:pPr>
            <a:r>
              <a:rPr lang="zh-CN" altLang="en-US" b="1" dirty="0">
                <a:solidFill>
                  <a:srgbClr val="0000FF"/>
                </a:solidFill>
              </a:rPr>
              <a:t>    能动反映的创造性对于人的认识的形成、发展和运用尤为重要。</a:t>
            </a:r>
          </a:p>
        </p:txBody>
      </p:sp>
      <p:sp>
        <p:nvSpPr>
          <p:cNvPr id="44038" name="矩形 776210"/>
          <p:cNvSpPr>
            <a:spLocks noChangeArrowheads="1"/>
          </p:cNvSpPr>
          <p:nvPr/>
        </p:nvSpPr>
        <p:spPr bwMode="auto">
          <a:xfrm>
            <a:off x="260350" y="1059877"/>
            <a:ext cx="8655050" cy="802261"/>
          </a:xfrm>
          <a:prstGeom prst="rect">
            <a:avLst/>
          </a:prstGeom>
          <a:solidFill>
            <a:srgbClr val="B7E7D2"/>
          </a:solidFill>
          <a:ln w="9525">
            <a:noFill/>
            <a:miter lim="800000"/>
            <a:headEnd/>
            <a:tailEnd/>
          </a:ln>
          <a:effectLst/>
        </p:spPr>
        <p:txBody>
          <a:bodyPr/>
          <a:lstStyle/>
          <a:p>
            <a:pPr eaLnBrk="1" hangingPunct="1">
              <a:lnSpc>
                <a:spcPct val="125000"/>
              </a:lnSpc>
              <a:spcBef>
                <a:spcPct val="20000"/>
              </a:spcBef>
            </a:pPr>
            <a:r>
              <a:rPr lang="en-US" altLang="zh-CN" b="1" dirty="0">
                <a:solidFill>
                  <a:srgbClr val="3333FF"/>
                </a:solidFill>
                <a:latin typeface="幼圆" pitchFamily="49" charset="-122"/>
              </a:rPr>
              <a:t>  </a:t>
            </a:r>
            <a:r>
              <a:rPr lang="zh-CN" altLang="en-US" b="1" dirty="0">
                <a:solidFill>
                  <a:srgbClr val="3333FF"/>
                </a:solidFill>
                <a:latin typeface="幼圆" pitchFamily="49" charset="-122"/>
              </a:rPr>
              <a:t>辩证唯物主义认识论认为，认识的本质是主体对客体的能动反映，它不但具有再现客体内容的反映性特征，而且具有实践所要求的主体能动的、创造性特征。</a:t>
            </a:r>
            <a:endParaRPr lang="en-US" altLang="zh-CN" b="1" dirty="0">
              <a:solidFill>
                <a:srgbClr val="3333FF"/>
              </a:solidFill>
              <a:latin typeface="幼圆" pitchFamily="49" charset="-122"/>
            </a:endParaRPr>
          </a:p>
        </p:txBody>
      </p:sp>
      <p:grpSp>
        <p:nvGrpSpPr>
          <p:cNvPr id="44041" name="组合 844804"/>
          <p:cNvGrpSpPr>
            <a:grpSpLocks/>
          </p:cNvGrpSpPr>
          <p:nvPr/>
        </p:nvGrpSpPr>
        <p:grpSpPr bwMode="auto">
          <a:xfrm>
            <a:off x="260350" y="217384"/>
            <a:ext cx="3829050" cy="649287"/>
            <a:chOff x="1338" y="1109"/>
            <a:chExt cx="3696" cy="384"/>
          </a:xfrm>
        </p:grpSpPr>
        <p:sp>
          <p:nvSpPr>
            <p:cNvPr id="44042" name="圆角矩形 844805"/>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44043" name="文本框 844806"/>
            <p:cNvSpPr txBox="1">
              <a:spLocks noChangeArrowheads="1"/>
            </p:cNvSpPr>
            <p:nvPr/>
          </p:nvSpPr>
          <p:spPr bwMode="auto">
            <a:xfrm>
              <a:off x="1441" y="1122"/>
              <a:ext cx="3549" cy="327"/>
            </a:xfrm>
            <a:prstGeom prst="rect">
              <a:avLst/>
            </a:prstGeom>
            <a:noFill/>
            <a:ln w="9525">
              <a:noFill/>
              <a:miter lim="800000"/>
              <a:headEnd/>
              <a:tailEnd/>
            </a:ln>
          </p:spPr>
          <p:txBody>
            <a:bodyPr>
              <a:spAutoFit/>
            </a:bodyPr>
            <a:lstStyle/>
            <a:p>
              <a:pPr algn="ctr" eaLnBrk="1" hangingPunct="1">
                <a:lnSpc>
                  <a:spcPct val="125000"/>
                </a:lnSpc>
              </a:pPr>
              <a:r>
                <a:rPr lang="en-US" altLang="zh-CN" sz="2400" b="1" dirty="0">
                  <a:solidFill>
                    <a:schemeClr val="bg1"/>
                  </a:solidFill>
                  <a:latin typeface="楷体" pitchFamily="49" charset="-122"/>
                  <a:ea typeface="楷体" pitchFamily="49" charset="-122"/>
                </a:rPr>
                <a:t>2 </a:t>
              </a:r>
              <a:r>
                <a:rPr lang="en-US" altLang="zh-CN" sz="2400" b="1" dirty="0" err="1">
                  <a:solidFill>
                    <a:schemeClr val="bg1"/>
                  </a:solidFill>
                  <a:latin typeface="楷体" pitchFamily="49" charset="-122"/>
                  <a:ea typeface="楷体" pitchFamily="49" charset="-122"/>
                  <a:sym typeface="宋体" pitchFamily="2" charset="-122"/>
                </a:rPr>
                <a:t>能动反映的基本特点</a:t>
              </a:r>
              <a:endParaRPr lang="en-US" altLang="zh-CN" sz="2400" b="1" dirty="0">
                <a:solidFill>
                  <a:schemeClr val="bg1"/>
                </a:solidFill>
                <a:latin typeface="楷体" pitchFamily="49" charset="-122"/>
                <a:ea typeface="楷体" pitchFamily="49" charset="-122"/>
              </a:endParaRPr>
            </a:p>
          </p:txBody>
        </p:sp>
      </p:grpSp>
      <p:sp>
        <p:nvSpPr>
          <p:cNvPr id="12" name="矩形 776210"/>
          <p:cNvSpPr>
            <a:spLocks noChangeArrowheads="1"/>
          </p:cNvSpPr>
          <p:nvPr/>
        </p:nvSpPr>
        <p:spPr bwMode="auto">
          <a:xfrm>
            <a:off x="260350" y="5064924"/>
            <a:ext cx="8680420" cy="1507348"/>
          </a:xfrm>
          <a:prstGeom prst="rect">
            <a:avLst/>
          </a:prstGeom>
          <a:solidFill>
            <a:srgbClr val="B7E7D2"/>
          </a:solidFill>
          <a:ln w="9525">
            <a:noFill/>
            <a:miter lim="800000"/>
            <a:headEnd/>
            <a:tailEnd/>
          </a:ln>
          <a:effectLst/>
        </p:spPr>
        <p:txBody>
          <a:bodyPr/>
          <a:lstStyle/>
          <a:p>
            <a:pPr eaLnBrk="1" hangingPunct="1">
              <a:lnSpc>
                <a:spcPct val="125000"/>
              </a:lnSpc>
              <a:spcBef>
                <a:spcPct val="20000"/>
              </a:spcBef>
            </a:pPr>
            <a:r>
              <a:rPr lang="en-US" altLang="zh-CN" b="1" dirty="0">
                <a:solidFill>
                  <a:srgbClr val="3333FF"/>
                </a:solidFill>
                <a:latin typeface="幼圆" pitchFamily="49" charset="-122"/>
              </a:rPr>
              <a:t>  </a:t>
            </a:r>
            <a:r>
              <a:rPr lang="zh-CN" altLang="en-US" b="1" dirty="0">
                <a:solidFill>
                  <a:srgbClr val="3333FF"/>
                </a:solidFill>
                <a:latin typeface="幼圆" pitchFamily="49" charset="-122"/>
              </a:rPr>
              <a:t>反映特性和能动的创造特性不可分割，创造离不开反映，创造存在于反映之中，创造过程是在相互联系的多个方面的反映基础上实现的；反映离不开创造，反映是在创造过程中实现的。要以科学的实践观为基础，坚持反映性和创造性的辩证统一，才能正确弄懂认识的本质和发展规律。</a:t>
            </a:r>
            <a:endParaRPr lang="en-US" altLang="zh-CN" b="1" dirty="0">
              <a:solidFill>
                <a:srgbClr val="3333FF"/>
              </a:solidFill>
              <a:latin typeface="幼圆" pitchFamily="49"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082" name="组合 826423"/>
          <p:cNvGrpSpPr>
            <a:grpSpLocks/>
          </p:cNvGrpSpPr>
          <p:nvPr/>
        </p:nvGrpSpPr>
        <p:grpSpPr bwMode="auto">
          <a:xfrm>
            <a:off x="266700" y="811213"/>
            <a:ext cx="8610600" cy="4518025"/>
            <a:chOff x="248" y="581"/>
            <a:chExt cx="5328" cy="2846"/>
          </a:xfrm>
        </p:grpSpPr>
        <p:sp>
          <p:nvSpPr>
            <p:cNvPr id="46084" name="矩形 826376"/>
            <p:cNvSpPr>
              <a:spLocks noChangeArrowheads="1"/>
            </p:cNvSpPr>
            <p:nvPr/>
          </p:nvSpPr>
          <p:spPr bwMode="auto">
            <a:xfrm>
              <a:off x="248" y="1296"/>
              <a:ext cx="767" cy="1910"/>
            </a:xfrm>
            <a:prstGeom prst="rect">
              <a:avLst/>
            </a:prstGeom>
            <a:solidFill>
              <a:srgbClr val="CCFFFF"/>
            </a:solidFill>
            <a:ln w="28575">
              <a:solidFill>
                <a:srgbClr val="FF9900"/>
              </a:solidFill>
              <a:miter lim="800000"/>
              <a:headEnd/>
              <a:tailEnd/>
            </a:ln>
          </p:spPr>
          <p:txBody>
            <a:bodyPr/>
            <a:lstStyle/>
            <a:p>
              <a:pPr eaLnBrk="1" hangingPunct="1">
                <a:lnSpc>
                  <a:spcPct val="120000"/>
                </a:lnSpc>
                <a:spcBef>
                  <a:spcPct val="20000"/>
                </a:spcBef>
              </a:pPr>
              <a:r>
                <a:rPr lang="zh-CN" altLang="en-US" b="1">
                  <a:solidFill>
                    <a:srgbClr val="990000"/>
                  </a:solidFill>
                  <a:latin typeface="楷体" pitchFamily="49" charset="-122"/>
                  <a:ea typeface="楷体" pitchFamily="49" charset="-122"/>
                </a:rPr>
                <a:t>哲学基本问题之二：</a:t>
              </a:r>
              <a:endParaRPr lang="zh-CN" altLang="en-US" b="1">
                <a:solidFill>
                  <a:srgbClr val="990000"/>
                </a:solidFill>
                <a:ea typeface="楷体_GB2312" pitchFamily="49" charset="-122"/>
              </a:endParaRPr>
            </a:p>
            <a:p>
              <a:pPr eaLnBrk="1" hangingPunct="1">
                <a:lnSpc>
                  <a:spcPct val="120000"/>
                </a:lnSpc>
                <a:spcBef>
                  <a:spcPct val="20000"/>
                </a:spcBef>
              </a:pPr>
              <a:r>
                <a:rPr lang="zh-CN" altLang="en-US" sz="2000" b="1">
                  <a:solidFill>
                    <a:srgbClr val="990000"/>
                  </a:solidFill>
                </a:rPr>
                <a:t>世界是否可认识，怎样认识是正确的</a:t>
              </a:r>
            </a:p>
          </p:txBody>
        </p:sp>
        <p:sp>
          <p:nvSpPr>
            <p:cNvPr id="46085" name="直接连接符 826377"/>
            <p:cNvSpPr>
              <a:spLocks noChangeShapeType="1"/>
            </p:cNvSpPr>
            <p:nvPr/>
          </p:nvSpPr>
          <p:spPr bwMode="auto">
            <a:xfrm>
              <a:off x="1240" y="2888"/>
              <a:ext cx="136" cy="0"/>
            </a:xfrm>
            <a:prstGeom prst="line">
              <a:avLst/>
            </a:prstGeom>
            <a:noFill/>
            <a:ln w="57150">
              <a:solidFill>
                <a:srgbClr val="00FFFF"/>
              </a:solidFill>
              <a:round/>
              <a:headEnd/>
              <a:tailEnd type="triangle" w="med" len="med"/>
            </a:ln>
          </p:spPr>
          <p:txBody>
            <a:bodyPr/>
            <a:lstStyle/>
            <a:p>
              <a:endParaRPr lang="zh-CN" altLang="en-US"/>
            </a:p>
          </p:txBody>
        </p:sp>
        <p:sp>
          <p:nvSpPr>
            <p:cNvPr id="46086" name="矩形 826381"/>
            <p:cNvSpPr>
              <a:spLocks noChangeArrowheads="1"/>
            </p:cNvSpPr>
            <p:nvPr/>
          </p:nvSpPr>
          <p:spPr bwMode="auto">
            <a:xfrm>
              <a:off x="2328" y="3175"/>
              <a:ext cx="562" cy="252"/>
            </a:xfrm>
            <a:prstGeom prst="rect">
              <a:avLst/>
            </a:prstGeom>
            <a:solidFill>
              <a:srgbClr val="CCFFFF"/>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CCFFFF"/>
              </a:extrusionClr>
            </a:sp3d>
          </p:spPr>
          <p:txBody>
            <a:bodyPr wrap="none" anchor="ctr">
              <a:flatTx/>
            </a:bodyPr>
            <a:lstStyle/>
            <a:p>
              <a:pPr algn="ctr" eaLnBrk="1" hangingPunct="1"/>
              <a:r>
                <a:rPr lang="zh-CN" altLang="en-US" b="1">
                  <a:solidFill>
                    <a:srgbClr val="0000CC"/>
                  </a:solidFill>
                </a:rPr>
                <a:t>先验论</a:t>
              </a:r>
            </a:p>
          </p:txBody>
        </p:sp>
        <p:sp>
          <p:nvSpPr>
            <p:cNvPr id="46087" name="矩形 826382"/>
            <p:cNvSpPr>
              <a:spLocks noChangeArrowheads="1"/>
            </p:cNvSpPr>
            <p:nvPr/>
          </p:nvSpPr>
          <p:spPr bwMode="auto">
            <a:xfrm>
              <a:off x="2288" y="2381"/>
              <a:ext cx="562" cy="245"/>
            </a:xfrm>
            <a:prstGeom prst="rect">
              <a:avLst/>
            </a:prstGeom>
            <a:solidFill>
              <a:srgbClr val="8000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800000"/>
              </a:extrusionClr>
            </a:sp3d>
          </p:spPr>
          <p:txBody>
            <a:bodyPr wrap="none" anchor="ctr">
              <a:flatTx/>
            </a:bodyPr>
            <a:lstStyle/>
            <a:p>
              <a:pPr algn="ctr" eaLnBrk="1" hangingPunct="1"/>
              <a:r>
                <a:rPr lang="zh-CN" altLang="en-US" b="1">
                  <a:solidFill>
                    <a:schemeClr val="bg1"/>
                  </a:solidFill>
                </a:rPr>
                <a:t>反映论</a:t>
              </a:r>
            </a:p>
          </p:txBody>
        </p:sp>
        <p:sp>
          <p:nvSpPr>
            <p:cNvPr id="46088" name="矩形 826383"/>
            <p:cNvSpPr>
              <a:spLocks noChangeArrowheads="1"/>
            </p:cNvSpPr>
            <p:nvPr/>
          </p:nvSpPr>
          <p:spPr bwMode="auto">
            <a:xfrm>
              <a:off x="3451" y="1867"/>
              <a:ext cx="1390" cy="362"/>
            </a:xfrm>
            <a:prstGeom prst="rect">
              <a:avLst/>
            </a:prstGeom>
            <a:solidFill>
              <a:srgbClr val="8000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800000"/>
              </a:extrusionClr>
            </a:sp3d>
          </p:spPr>
          <p:txBody>
            <a:bodyPr wrap="none" anchor="ctr">
              <a:flatTx/>
            </a:bodyPr>
            <a:lstStyle/>
            <a:p>
              <a:pPr algn="ctr" eaLnBrk="1" hangingPunct="1"/>
              <a:r>
                <a:rPr lang="zh-CN" altLang="en-US" b="1">
                  <a:solidFill>
                    <a:schemeClr val="bg1"/>
                  </a:solidFill>
                </a:rPr>
                <a:t>能动的革命的反映论</a:t>
              </a:r>
            </a:p>
          </p:txBody>
        </p:sp>
        <p:sp>
          <p:nvSpPr>
            <p:cNvPr id="46089" name="矩形 826384"/>
            <p:cNvSpPr>
              <a:spLocks noChangeArrowheads="1"/>
            </p:cNvSpPr>
            <p:nvPr/>
          </p:nvSpPr>
          <p:spPr bwMode="auto">
            <a:xfrm>
              <a:off x="3443" y="2696"/>
              <a:ext cx="1382" cy="306"/>
            </a:xfrm>
            <a:prstGeom prst="rect">
              <a:avLst/>
            </a:prstGeom>
            <a:solidFill>
              <a:srgbClr val="CCFFFF"/>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CCFFFF"/>
              </a:extrusionClr>
            </a:sp3d>
          </p:spPr>
          <p:txBody>
            <a:bodyPr wrap="none" anchor="ctr">
              <a:flatTx/>
            </a:bodyPr>
            <a:lstStyle/>
            <a:p>
              <a:pPr algn="ctr" eaLnBrk="1" hangingPunct="1"/>
              <a:r>
                <a:rPr lang="zh-CN" altLang="en-US" b="1">
                  <a:solidFill>
                    <a:srgbClr val="0000CC"/>
                  </a:solidFill>
                </a:rPr>
                <a:t>消极被动的反映论</a:t>
              </a:r>
            </a:p>
          </p:txBody>
        </p:sp>
        <p:sp>
          <p:nvSpPr>
            <p:cNvPr id="46090" name="矩形 826386"/>
            <p:cNvSpPr>
              <a:spLocks noChangeArrowheads="1"/>
            </p:cNvSpPr>
            <p:nvPr/>
          </p:nvSpPr>
          <p:spPr bwMode="auto">
            <a:xfrm>
              <a:off x="2201" y="581"/>
              <a:ext cx="594" cy="284"/>
            </a:xfrm>
            <a:prstGeom prst="rect">
              <a:avLst/>
            </a:prstGeom>
            <a:solidFill>
              <a:srgbClr val="CCFFCC"/>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CCFFCC"/>
              </a:extrusionClr>
            </a:sp3d>
          </p:spPr>
          <p:txBody>
            <a:bodyPr wrap="none" anchor="ctr">
              <a:flatTx/>
            </a:bodyPr>
            <a:lstStyle/>
            <a:p>
              <a:pPr algn="ctr" eaLnBrk="1" hangingPunct="1"/>
              <a:r>
                <a:rPr lang="zh-CN" altLang="en-US" b="1">
                  <a:solidFill>
                    <a:srgbClr val="0000CC"/>
                  </a:solidFill>
                </a:rPr>
                <a:t>彻底的</a:t>
              </a:r>
            </a:p>
          </p:txBody>
        </p:sp>
        <p:sp>
          <p:nvSpPr>
            <p:cNvPr id="46091" name="矩形 826387"/>
            <p:cNvSpPr>
              <a:spLocks noChangeArrowheads="1"/>
            </p:cNvSpPr>
            <p:nvPr/>
          </p:nvSpPr>
          <p:spPr bwMode="auto">
            <a:xfrm>
              <a:off x="2201" y="1033"/>
              <a:ext cx="794" cy="267"/>
            </a:xfrm>
            <a:prstGeom prst="rect">
              <a:avLst/>
            </a:prstGeom>
            <a:solidFill>
              <a:srgbClr val="CCFFCC"/>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CCFFCC"/>
              </a:extrusionClr>
            </a:sp3d>
          </p:spPr>
          <p:txBody>
            <a:bodyPr wrap="none" anchor="ctr">
              <a:flatTx/>
            </a:bodyPr>
            <a:lstStyle/>
            <a:p>
              <a:pPr algn="ctr" eaLnBrk="1" hangingPunct="1"/>
              <a:r>
                <a:rPr lang="zh-CN" altLang="en-US" b="1">
                  <a:solidFill>
                    <a:srgbClr val="0000CC"/>
                  </a:solidFill>
                </a:rPr>
                <a:t>不彻底的</a:t>
              </a:r>
            </a:p>
          </p:txBody>
        </p:sp>
        <p:sp>
          <p:nvSpPr>
            <p:cNvPr id="46092" name="椭圆 826395"/>
            <p:cNvSpPr>
              <a:spLocks noChangeArrowheads="1"/>
            </p:cNvSpPr>
            <p:nvPr/>
          </p:nvSpPr>
          <p:spPr bwMode="auto">
            <a:xfrm>
              <a:off x="1352" y="2600"/>
              <a:ext cx="400" cy="680"/>
            </a:xfrm>
            <a:prstGeom prst="ellipse">
              <a:avLst/>
            </a:prstGeom>
            <a:solidFill>
              <a:srgbClr val="800000"/>
            </a:solidFill>
            <a:ln w="9525">
              <a:round/>
              <a:headEnd/>
              <a:tailEnd/>
            </a:ln>
            <a:scene3d>
              <a:camera prst="legacyPerspectiveTopRight"/>
              <a:lightRig rig="legacyFlat3" dir="b"/>
            </a:scene3d>
            <a:sp3d extrusionH="887400" prstMaterial="legacyMatte">
              <a:bevelT w="13500" h="13500" prst="angle"/>
              <a:bevelB w="13500" h="13500" prst="angle"/>
              <a:extrusionClr>
                <a:srgbClr val="800000"/>
              </a:extrusionClr>
            </a:sp3d>
          </p:spPr>
          <p:txBody>
            <a:bodyPr vert="eaVert" wrap="none" anchor="ctr">
              <a:flatTx/>
            </a:bodyPr>
            <a:lstStyle/>
            <a:p>
              <a:pPr algn="ctr" eaLnBrk="1" hangingPunct="1"/>
              <a:r>
                <a:rPr lang="zh-CN" altLang="en-US" b="1">
                  <a:solidFill>
                    <a:schemeClr val="bg1"/>
                  </a:solidFill>
                </a:rPr>
                <a:t>可知论</a:t>
              </a:r>
              <a:endParaRPr lang="zh-CN" altLang="en-US">
                <a:solidFill>
                  <a:schemeClr val="bg1"/>
                </a:solidFill>
              </a:endParaRPr>
            </a:p>
          </p:txBody>
        </p:sp>
        <p:sp>
          <p:nvSpPr>
            <p:cNvPr id="46093" name="椭圆 826396"/>
            <p:cNvSpPr>
              <a:spLocks noChangeArrowheads="1"/>
            </p:cNvSpPr>
            <p:nvPr/>
          </p:nvSpPr>
          <p:spPr bwMode="auto">
            <a:xfrm>
              <a:off x="1368" y="720"/>
              <a:ext cx="400" cy="680"/>
            </a:xfrm>
            <a:prstGeom prst="ellipse">
              <a:avLst/>
            </a:prstGeom>
            <a:solidFill>
              <a:srgbClr val="CCFFCC"/>
            </a:solidFill>
            <a:ln w="9525">
              <a:round/>
              <a:headEnd/>
              <a:tailEnd/>
            </a:ln>
            <a:scene3d>
              <a:camera prst="legacyPerspectiveTopRight"/>
              <a:lightRig rig="legacyFlat3" dir="b"/>
            </a:scene3d>
            <a:sp3d extrusionH="887400" prstMaterial="legacyMatte">
              <a:bevelT w="13500" h="13500" prst="angle"/>
              <a:bevelB w="13500" h="13500" prst="angle"/>
              <a:extrusionClr>
                <a:srgbClr val="CCFFCC"/>
              </a:extrusionClr>
            </a:sp3d>
          </p:spPr>
          <p:txBody>
            <a:bodyPr vert="eaVert" wrap="none" anchor="ctr">
              <a:flatTx/>
            </a:bodyPr>
            <a:lstStyle/>
            <a:p>
              <a:pPr algn="ctr" eaLnBrk="1" hangingPunct="1"/>
              <a:r>
                <a:rPr lang="zh-CN" altLang="en-US" b="1">
                  <a:solidFill>
                    <a:srgbClr val="0000FF"/>
                  </a:solidFill>
                </a:rPr>
                <a:t>不可知论</a:t>
              </a:r>
              <a:endParaRPr lang="zh-CN" altLang="en-US">
                <a:solidFill>
                  <a:srgbClr val="0000FF"/>
                </a:solidFill>
              </a:endParaRPr>
            </a:p>
          </p:txBody>
        </p:sp>
        <p:sp>
          <p:nvSpPr>
            <p:cNvPr id="46094" name="直接连接符 826397"/>
            <p:cNvSpPr>
              <a:spLocks noChangeShapeType="1"/>
            </p:cNvSpPr>
            <p:nvPr/>
          </p:nvSpPr>
          <p:spPr bwMode="auto">
            <a:xfrm>
              <a:off x="1192" y="1032"/>
              <a:ext cx="24" cy="1864"/>
            </a:xfrm>
            <a:prstGeom prst="line">
              <a:avLst/>
            </a:prstGeom>
            <a:noFill/>
            <a:ln w="76200">
              <a:solidFill>
                <a:srgbClr val="00CCFF"/>
              </a:solidFill>
              <a:round/>
              <a:headEnd/>
              <a:tailEnd/>
            </a:ln>
          </p:spPr>
          <p:txBody>
            <a:bodyPr/>
            <a:lstStyle/>
            <a:p>
              <a:endParaRPr lang="zh-CN" altLang="en-US"/>
            </a:p>
          </p:txBody>
        </p:sp>
        <p:sp>
          <p:nvSpPr>
            <p:cNvPr id="46095" name="直接连接符 826400"/>
            <p:cNvSpPr>
              <a:spLocks noChangeShapeType="1"/>
            </p:cNvSpPr>
            <p:nvPr/>
          </p:nvSpPr>
          <p:spPr bwMode="auto">
            <a:xfrm>
              <a:off x="1016" y="2200"/>
              <a:ext cx="176" cy="0"/>
            </a:xfrm>
            <a:prstGeom prst="line">
              <a:avLst/>
            </a:prstGeom>
            <a:noFill/>
            <a:ln w="76200">
              <a:solidFill>
                <a:srgbClr val="00CCFF"/>
              </a:solidFill>
              <a:round/>
              <a:headEnd/>
              <a:tailEnd/>
            </a:ln>
          </p:spPr>
          <p:txBody>
            <a:bodyPr/>
            <a:lstStyle/>
            <a:p>
              <a:endParaRPr lang="zh-CN" altLang="en-US"/>
            </a:p>
          </p:txBody>
        </p:sp>
        <p:sp>
          <p:nvSpPr>
            <p:cNvPr id="46096" name="直接连接符 826401"/>
            <p:cNvSpPr>
              <a:spLocks noChangeShapeType="1"/>
            </p:cNvSpPr>
            <p:nvPr/>
          </p:nvSpPr>
          <p:spPr bwMode="auto">
            <a:xfrm>
              <a:off x="1208" y="1056"/>
              <a:ext cx="184" cy="0"/>
            </a:xfrm>
            <a:prstGeom prst="line">
              <a:avLst/>
            </a:prstGeom>
            <a:noFill/>
            <a:ln w="57150">
              <a:solidFill>
                <a:srgbClr val="00FFFF"/>
              </a:solidFill>
              <a:round/>
              <a:headEnd/>
              <a:tailEnd type="triangle" w="med" len="med"/>
            </a:ln>
          </p:spPr>
          <p:txBody>
            <a:bodyPr/>
            <a:lstStyle/>
            <a:p>
              <a:endParaRPr lang="zh-CN" altLang="en-US"/>
            </a:p>
          </p:txBody>
        </p:sp>
        <p:sp>
          <p:nvSpPr>
            <p:cNvPr id="46097" name="直接连接符 826402"/>
            <p:cNvSpPr>
              <a:spLocks noChangeShapeType="1"/>
            </p:cNvSpPr>
            <p:nvPr/>
          </p:nvSpPr>
          <p:spPr bwMode="auto">
            <a:xfrm>
              <a:off x="1832" y="1016"/>
              <a:ext cx="176" cy="0"/>
            </a:xfrm>
            <a:prstGeom prst="line">
              <a:avLst/>
            </a:prstGeom>
            <a:noFill/>
            <a:ln w="76200">
              <a:solidFill>
                <a:srgbClr val="00CCFF"/>
              </a:solidFill>
              <a:round/>
              <a:headEnd/>
              <a:tailEnd/>
            </a:ln>
          </p:spPr>
          <p:txBody>
            <a:bodyPr/>
            <a:lstStyle/>
            <a:p>
              <a:endParaRPr lang="zh-CN" altLang="en-US"/>
            </a:p>
          </p:txBody>
        </p:sp>
        <p:sp>
          <p:nvSpPr>
            <p:cNvPr id="46098" name="直接连接符 826403"/>
            <p:cNvSpPr>
              <a:spLocks noChangeShapeType="1"/>
            </p:cNvSpPr>
            <p:nvPr/>
          </p:nvSpPr>
          <p:spPr bwMode="auto">
            <a:xfrm flipH="1">
              <a:off x="2008" y="768"/>
              <a:ext cx="0" cy="384"/>
            </a:xfrm>
            <a:prstGeom prst="line">
              <a:avLst/>
            </a:prstGeom>
            <a:noFill/>
            <a:ln w="76200">
              <a:solidFill>
                <a:srgbClr val="00CCFF"/>
              </a:solidFill>
              <a:round/>
              <a:headEnd/>
              <a:tailEnd/>
            </a:ln>
          </p:spPr>
          <p:txBody>
            <a:bodyPr/>
            <a:lstStyle/>
            <a:p>
              <a:endParaRPr lang="zh-CN" altLang="en-US"/>
            </a:p>
          </p:txBody>
        </p:sp>
        <p:sp>
          <p:nvSpPr>
            <p:cNvPr id="46099" name="直接连接符 826404"/>
            <p:cNvSpPr>
              <a:spLocks noChangeShapeType="1"/>
            </p:cNvSpPr>
            <p:nvPr/>
          </p:nvSpPr>
          <p:spPr bwMode="auto">
            <a:xfrm>
              <a:off x="2024" y="792"/>
              <a:ext cx="184" cy="0"/>
            </a:xfrm>
            <a:prstGeom prst="line">
              <a:avLst/>
            </a:prstGeom>
            <a:noFill/>
            <a:ln w="57150">
              <a:solidFill>
                <a:srgbClr val="00FFFF"/>
              </a:solidFill>
              <a:round/>
              <a:headEnd/>
              <a:tailEnd type="triangle" w="med" len="med"/>
            </a:ln>
          </p:spPr>
          <p:txBody>
            <a:bodyPr/>
            <a:lstStyle/>
            <a:p>
              <a:endParaRPr lang="zh-CN" altLang="en-US"/>
            </a:p>
          </p:txBody>
        </p:sp>
        <p:sp>
          <p:nvSpPr>
            <p:cNvPr id="46100" name="直接连接符 826405"/>
            <p:cNvSpPr>
              <a:spLocks noChangeShapeType="1"/>
            </p:cNvSpPr>
            <p:nvPr/>
          </p:nvSpPr>
          <p:spPr bwMode="auto">
            <a:xfrm>
              <a:off x="2016" y="1128"/>
              <a:ext cx="184" cy="0"/>
            </a:xfrm>
            <a:prstGeom prst="line">
              <a:avLst/>
            </a:prstGeom>
            <a:noFill/>
            <a:ln w="57150">
              <a:solidFill>
                <a:srgbClr val="00FFFF"/>
              </a:solidFill>
              <a:round/>
              <a:headEnd/>
              <a:tailEnd type="triangle" w="med" len="med"/>
            </a:ln>
          </p:spPr>
          <p:txBody>
            <a:bodyPr/>
            <a:lstStyle/>
            <a:p>
              <a:endParaRPr lang="zh-CN" altLang="en-US"/>
            </a:p>
          </p:txBody>
        </p:sp>
        <p:sp>
          <p:nvSpPr>
            <p:cNvPr id="46101" name="直接连接符 826406"/>
            <p:cNvSpPr>
              <a:spLocks noChangeShapeType="1"/>
            </p:cNvSpPr>
            <p:nvPr/>
          </p:nvSpPr>
          <p:spPr bwMode="auto">
            <a:xfrm>
              <a:off x="2024" y="2472"/>
              <a:ext cx="16" cy="848"/>
            </a:xfrm>
            <a:prstGeom prst="line">
              <a:avLst/>
            </a:prstGeom>
            <a:noFill/>
            <a:ln w="76200">
              <a:solidFill>
                <a:srgbClr val="00CCFF"/>
              </a:solidFill>
              <a:round/>
              <a:headEnd/>
              <a:tailEnd/>
            </a:ln>
          </p:spPr>
          <p:txBody>
            <a:bodyPr/>
            <a:lstStyle/>
            <a:p>
              <a:endParaRPr lang="zh-CN" altLang="en-US"/>
            </a:p>
          </p:txBody>
        </p:sp>
        <p:sp>
          <p:nvSpPr>
            <p:cNvPr id="46102" name="直接连接符 826407"/>
            <p:cNvSpPr>
              <a:spLocks noChangeShapeType="1"/>
            </p:cNvSpPr>
            <p:nvPr/>
          </p:nvSpPr>
          <p:spPr bwMode="auto">
            <a:xfrm>
              <a:off x="1832" y="2880"/>
              <a:ext cx="176" cy="0"/>
            </a:xfrm>
            <a:prstGeom prst="line">
              <a:avLst/>
            </a:prstGeom>
            <a:noFill/>
            <a:ln w="76200">
              <a:solidFill>
                <a:srgbClr val="00CCFF"/>
              </a:solidFill>
              <a:round/>
              <a:headEnd/>
              <a:tailEnd/>
            </a:ln>
          </p:spPr>
          <p:txBody>
            <a:bodyPr/>
            <a:lstStyle/>
            <a:p>
              <a:endParaRPr lang="zh-CN" altLang="en-US"/>
            </a:p>
          </p:txBody>
        </p:sp>
        <p:sp>
          <p:nvSpPr>
            <p:cNvPr id="46103" name="直接连接符 826408"/>
            <p:cNvSpPr>
              <a:spLocks noChangeShapeType="1"/>
            </p:cNvSpPr>
            <p:nvPr/>
          </p:nvSpPr>
          <p:spPr bwMode="auto">
            <a:xfrm>
              <a:off x="2008" y="2480"/>
              <a:ext cx="304" cy="0"/>
            </a:xfrm>
            <a:prstGeom prst="line">
              <a:avLst/>
            </a:prstGeom>
            <a:noFill/>
            <a:ln w="57150">
              <a:solidFill>
                <a:srgbClr val="00FFFF"/>
              </a:solidFill>
              <a:round/>
              <a:headEnd/>
              <a:tailEnd type="triangle" w="med" len="med"/>
            </a:ln>
          </p:spPr>
          <p:txBody>
            <a:bodyPr/>
            <a:lstStyle/>
            <a:p>
              <a:endParaRPr lang="zh-CN" altLang="en-US"/>
            </a:p>
          </p:txBody>
        </p:sp>
        <p:sp>
          <p:nvSpPr>
            <p:cNvPr id="46104" name="直接连接符 826409"/>
            <p:cNvSpPr>
              <a:spLocks noChangeShapeType="1"/>
            </p:cNvSpPr>
            <p:nvPr/>
          </p:nvSpPr>
          <p:spPr bwMode="auto">
            <a:xfrm flipV="1">
              <a:off x="5112" y="1552"/>
              <a:ext cx="224" cy="8"/>
            </a:xfrm>
            <a:prstGeom prst="line">
              <a:avLst/>
            </a:prstGeom>
            <a:noFill/>
            <a:ln w="57150">
              <a:solidFill>
                <a:srgbClr val="00FFFF"/>
              </a:solidFill>
              <a:round/>
              <a:headEnd/>
              <a:tailEnd type="triangle" w="med" len="med"/>
            </a:ln>
          </p:spPr>
          <p:txBody>
            <a:bodyPr/>
            <a:lstStyle/>
            <a:p>
              <a:endParaRPr lang="zh-CN" altLang="en-US"/>
            </a:p>
          </p:txBody>
        </p:sp>
        <p:sp>
          <p:nvSpPr>
            <p:cNvPr id="46105" name="直接连接符 826410"/>
            <p:cNvSpPr>
              <a:spLocks noChangeShapeType="1"/>
            </p:cNvSpPr>
            <p:nvPr/>
          </p:nvSpPr>
          <p:spPr bwMode="auto">
            <a:xfrm>
              <a:off x="2024" y="3296"/>
              <a:ext cx="304" cy="0"/>
            </a:xfrm>
            <a:prstGeom prst="line">
              <a:avLst/>
            </a:prstGeom>
            <a:noFill/>
            <a:ln w="57150">
              <a:solidFill>
                <a:srgbClr val="00FFFF"/>
              </a:solidFill>
              <a:round/>
              <a:headEnd/>
              <a:tailEnd type="triangle" w="med" len="med"/>
            </a:ln>
          </p:spPr>
          <p:txBody>
            <a:bodyPr/>
            <a:lstStyle/>
            <a:p>
              <a:endParaRPr lang="zh-CN" altLang="en-US"/>
            </a:p>
          </p:txBody>
        </p:sp>
        <p:sp>
          <p:nvSpPr>
            <p:cNvPr id="46106" name="直接连接符 826411"/>
            <p:cNvSpPr>
              <a:spLocks noChangeShapeType="1"/>
            </p:cNvSpPr>
            <p:nvPr/>
          </p:nvSpPr>
          <p:spPr bwMode="auto">
            <a:xfrm>
              <a:off x="2960" y="2464"/>
              <a:ext cx="176" cy="0"/>
            </a:xfrm>
            <a:prstGeom prst="line">
              <a:avLst/>
            </a:prstGeom>
            <a:noFill/>
            <a:ln w="76200">
              <a:solidFill>
                <a:srgbClr val="00CCFF"/>
              </a:solidFill>
              <a:round/>
              <a:headEnd/>
              <a:tailEnd/>
            </a:ln>
          </p:spPr>
          <p:txBody>
            <a:bodyPr/>
            <a:lstStyle/>
            <a:p>
              <a:endParaRPr lang="zh-CN" altLang="en-US"/>
            </a:p>
          </p:txBody>
        </p:sp>
        <p:sp>
          <p:nvSpPr>
            <p:cNvPr id="46107" name="直接连接符 826412"/>
            <p:cNvSpPr>
              <a:spLocks noChangeShapeType="1"/>
            </p:cNvSpPr>
            <p:nvPr/>
          </p:nvSpPr>
          <p:spPr bwMode="auto">
            <a:xfrm>
              <a:off x="3136" y="2024"/>
              <a:ext cx="16" cy="848"/>
            </a:xfrm>
            <a:prstGeom prst="line">
              <a:avLst/>
            </a:prstGeom>
            <a:noFill/>
            <a:ln w="76200">
              <a:solidFill>
                <a:srgbClr val="00CCFF"/>
              </a:solidFill>
              <a:round/>
              <a:headEnd/>
              <a:tailEnd/>
            </a:ln>
          </p:spPr>
          <p:txBody>
            <a:bodyPr/>
            <a:lstStyle/>
            <a:p>
              <a:endParaRPr lang="zh-CN" altLang="en-US"/>
            </a:p>
          </p:txBody>
        </p:sp>
        <p:sp>
          <p:nvSpPr>
            <p:cNvPr id="46108" name="直接连接符 826413"/>
            <p:cNvSpPr>
              <a:spLocks noChangeShapeType="1"/>
            </p:cNvSpPr>
            <p:nvPr/>
          </p:nvSpPr>
          <p:spPr bwMode="auto">
            <a:xfrm>
              <a:off x="3136" y="2040"/>
              <a:ext cx="304" cy="0"/>
            </a:xfrm>
            <a:prstGeom prst="line">
              <a:avLst/>
            </a:prstGeom>
            <a:noFill/>
            <a:ln w="57150">
              <a:solidFill>
                <a:srgbClr val="00FFFF"/>
              </a:solidFill>
              <a:round/>
              <a:headEnd/>
              <a:tailEnd type="triangle" w="med" len="med"/>
            </a:ln>
          </p:spPr>
          <p:txBody>
            <a:bodyPr/>
            <a:lstStyle/>
            <a:p>
              <a:endParaRPr lang="zh-CN" altLang="en-US"/>
            </a:p>
          </p:txBody>
        </p:sp>
        <p:sp>
          <p:nvSpPr>
            <p:cNvPr id="46109" name="直接连接符 826414"/>
            <p:cNvSpPr>
              <a:spLocks noChangeShapeType="1"/>
            </p:cNvSpPr>
            <p:nvPr/>
          </p:nvSpPr>
          <p:spPr bwMode="auto">
            <a:xfrm>
              <a:off x="3144" y="2856"/>
              <a:ext cx="304" cy="0"/>
            </a:xfrm>
            <a:prstGeom prst="line">
              <a:avLst/>
            </a:prstGeom>
            <a:noFill/>
            <a:ln w="57150">
              <a:solidFill>
                <a:srgbClr val="00FFFF"/>
              </a:solidFill>
              <a:round/>
              <a:headEnd/>
              <a:tailEnd type="triangle" w="med" len="med"/>
            </a:ln>
          </p:spPr>
          <p:txBody>
            <a:bodyPr/>
            <a:lstStyle/>
            <a:p>
              <a:endParaRPr lang="zh-CN" altLang="en-US"/>
            </a:p>
          </p:txBody>
        </p:sp>
        <p:sp>
          <p:nvSpPr>
            <p:cNvPr id="46110" name="矩形 826415"/>
            <p:cNvSpPr>
              <a:spLocks noChangeArrowheads="1"/>
            </p:cNvSpPr>
            <p:nvPr/>
          </p:nvSpPr>
          <p:spPr bwMode="auto">
            <a:xfrm>
              <a:off x="5336" y="1256"/>
              <a:ext cx="216" cy="584"/>
            </a:xfrm>
            <a:prstGeom prst="rect">
              <a:avLst/>
            </a:prstGeom>
            <a:solidFill>
              <a:srgbClr val="800000"/>
            </a:solidFill>
            <a:ln w="9525">
              <a:solidFill>
                <a:schemeClr val="tx1"/>
              </a:solidFill>
              <a:miter lim="800000"/>
              <a:headEnd/>
              <a:tailEnd/>
            </a:ln>
          </p:spPr>
          <p:txBody>
            <a:bodyPr vert="eaVert" wrap="none" anchor="ctr"/>
            <a:lstStyle/>
            <a:p>
              <a:pPr algn="ctr" eaLnBrk="1" hangingPunct="1"/>
              <a:r>
                <a:rPr lang="zh-CN" altLang="en-US" dirty="0">
                  <a:solidFill>
                    <a:schemeClr val="bg1"/>
                  </a:solidFill>
                </a:rPr>
                <a:t>反映性 </a:t>
              </a:r>
            </a:p>
          </p:txBody>
        </p:sp>
        <p:sp>
          <p:nvSpPr>
            <p:cNvPr id="46111" name="矩形 826416"/>
            <p:cNvSpPr>
              <a:spLocks noChangeArrowheads="1"/>
            </p:cNvSpPr>
            <p:nvPr/>
          </p:nvSpPr>
          <p:spPr bwMode="auto">
            <a:xfrm>
              <a:off x="5360" y="2040"/>
              <a:ext cx="216" cy="584"/>
            </a:xfrm>
            <a:prstGeom prst="rect">
              <a:avLst/>
            </a:prstGeom>
            <a:solidFill>
              <a:srgbClr val="800000"/>
            </a:solidFill>
            <a:ln w="9525">
              <a:solidFill>
                <a:schemeClr val="tx1"/>
              </a:solidFill>
              <a:miter lim="800000"/>
              <a:headEnd/>
              <a:tailEnd/>
            </a:ln>
          </p:spPr>
          <p:txBody>
            <a:bodyPr vert="eaVert" wrap="none" anchor="ctr"/>
            <a:lstStyle/>
            <a:p>
              <a:pPr algn="ctr" eaLnBrk="1" hangingPunct="1"/>
              <a:r>
                <a:rPr lang="zh-CN" altLang="en-US">
                  <a:solidFill>
                    <a:schemeClr val="bg1"/>
                  </a:solidFill>
                </a:rPr>
                <a:t>创造性 </a:t>
              </a:r>
            </a:p>
          </p:txBody>
        </p:sp>
        <p:sp>
          <p:nvSpPr>
            <p:cNvPr id="46112" name="直接连接符 826417"/>
            <p:cNvSpPr>
              <a:spLocks noChangeShapeType="1"/>
            </p:cNvSpPr>
            <p:nvPr/>
          </p:nvSpPr>
          <p:spPr bwMode="auto">
            <a:xfrm>
              <a:off x="5096" y="1544"/>
              <a:ext cx="0" cy="816"/>
            </a:xfrm>
            <a:prstGeom prst="line">
              <a:avLst/>
            </a:prstGeom>
            <a:noFill/>
            <a:ln w="76200">
              <a:solidFill>
                <a:srgbClr val="00CCFF"/>
              </a:solidFill>
              <a:round/>
              <a:headEnd/>
              <a:tailEnd/>
            </a:ln>
          </p:spPr>
          <p:txBody>
            <a:bodyPr/>
            <a:lstStyle/>
            <a:p>
              <a:endParaRPr lang="zh-CN" altLang="en-US"/>
            </a:p>
          </p:txBody>
        </p:sp>
        <p:sp>
          <p:nvSpPr>
            <p:cNvPr id="46113" name="直接连接符 826418"/>
            <p:cNvSpPr>
              <a:spLocks noChangeShapeType="1"/>
            </p:cNvSpPr>
            <p:nvPr/>
          </p:nvSpPr>
          <p:spPr bwMode="auto">
            <a:xfrm flipV="1">
              <a:off x="5112" y="2344"/>
              <a:ext cx="248" cy="8"/>
            </a:xfrm>
            <a:prstGeom prst="line">
              <a:avLst/>
            </a:prstGeom>
            <a:noFill/>
            <a:ln w="57150">
              <a:solidFill>
                <a:srgbClr val="00FFFF"/>
              </a:solidFill>
              <a:round/>
              <a:headEnd/>
              <a:tailEnd type="triangle" w="med" len="med"/>
            </a:ln>
          </p:spPr>
          <p:txBody>
            <a:bodyPr/>
            <a:lstStyle/>
            <a:p>
              <a:endParaRPr lang="zh-CN" altLang="en-US"/>
            </a:p>
          </p:txBody>
        </p:sp>
        <p:sp>
          <p:nvSpPr>
            <p:cNvPr id="46114" name="直接连接符 826419"/>
            <p:cNvSpPr>
              <a:spLocks noChangeShapeType="1"/>
            </p:cNvSpPr>
            <p:nvPr/>
          </p:nvSpPr>
          <p:spPr bwMode="auto">
            <a:xfrm>
              <a:off x="4944" y="2016"/>
              <a:ext cx="176" cy="0"/>
            </a:xfrm>
            <a:prstGeom prst="line">
              <a:avLst/>
            </a:prstGeom>
            <a:noFill/>
            <a:ln w="76200">
              <a:solidFill>
                <a:srgbClr val="00CCFF"/>
              </a:solidFill>
              <a:round/>
              <a:headEnd/>
              <a:tailEnd/>
            </a:ln>
          </p:spPr>
          <p:txBody>
            <a:bodyPr/>
            <a:lstStyle/>
            <a:p>
              <a:endParaRPr lang="zh-CN" altLang="en-US"/>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矩形 703492"/>
          <p:cNvSpPr>
            <a:spLocks noChangeArrowheads="1"/>
          </p:cNvSpPr>
          <p:nvPr/>
        </p:nvSpPr>
        <p:spPr bwMode="auto">
          <a:xfrm>
            <a:off x="304800" y="366719"/>
            <a:ext cx="3011487" cy="552450"/>
          </a:xfrm>
          <a:prstGeom prst="rect">
            <a:avLst/>
          </a:prstGeom>
          <a:solidFill>
            <a:srgbClr val="CCFFFF"/>
          </a:solidFill>
          <a:ln w="12700">
            <a:solidFill>
              <a:srgbClr val="FF3300"/>
            </a:solidFill>
            <a:miter lim="800000"/>
            <a:headEnd/>
            <a:tailEnd/>
          </a:ln>
        </p:spPr>
        <p:txBody>
          <a:bodyPr>
            <a:spAutoFit/>
          </a:bodyPr>
          <a:lstStyle/>
          <a:p>
            <a:pPr algn="ctr" eaLnBrk="1" hangingPunct="1">
              <a:lnSpc>
                <a:spcPct val="125000"/>
              </a:lnSpc>
            </a:pPr>
            <a:r>
              <a:rPr lang="zh-CN" altLang="en-US" sz="2400" b="1" dirty="0">
                <a:solidFill>
                  <a:srgbClr val="0000FF"/>
                </a:solidFill>
                <a:latin typeface="黑体" pitchFamily="49" charset="-122"/>
                <a:ea typeface="黑体" pitchFamily="49" charset="-122"/>
              </a:rPr>
              <a:t>（二）从实践到认识</a:t>
            </a:r>
            <a:endParaRPr lang="zh-CN" altLang="en-US" sz="2400" b="1" dirty="0">
              <a:solidFill>
                <a:schemeClr val="accent2"/>
              </a:solidFill>
              <a:latin typeface="黑体" pitchFamily="49" charset="-122"/>
              <a:ea typeface="黑体" pitchFamily="49" charset="-122"/>
            </a:endParaRPr>
          </a:p>
        </p:txBody>
      </p:sp>
      <p:sp>
        <p:nvSpPr>
          <p:cNvPr id="47109" name="圆角矩形 6"/>
          <p:cNvSpPr>
            <a:spLocks noChangeArrowheads="1"/>
          </p:cNvSpPr>
          <p:nvPr/>
        </p:nvSpPr>
        <p:spPr bwMode="auto">
          <a:xfrm>
            <a:off x="285720" y="1785926"/>
            <a:ext cx="8477280" cy="1752600"/>
          </a:xfrm>
          <a:prstGeom prst="roundRect">
            <a:avLst>
              <a:gd name="adj" fmla="val 16667"/>
            </a:avLst>
          </a:prstGeom>
          <a:solidFill>
            <a:srgbClr val="FFFFCC"/>
          </a:solidFill>
          <a:ln w="28575">
            <a:solidFill>
              <a:srgbClr val="FF00FF"/>
            </a:solidFill>
            <a:round/>
            <a:headEnd/>
            <a:tailEnd/>
          </a:ln>
        </p:spPr>
        <p:txBody>
          <a:bodyPr/>
          <a:lstStyle/>
          <a:p>
            <a:pPr eaLnBrk="1" hangingPunct="1">
              <a:lnSpc>
                <a:spcPct val="125000"/>
              </a:lnSpc>
            </a:pPr>
            <a:r>
              <a:rPr lang="en-US" altLang="zh-CN" sz="2000" b="1" dirty="0">
                <a:solidFill>
                  <a:srgbClr val="0000FF"/>
                </a:solidFill>
                <a:latin typeface="楷体" pitchFamily="49" charset="-122"/>
                <a:ea typeface="楷体" pitchFamily="49" charset="-122"/>
              </a:rPr>
              <a:t>   </a:t>
            </a:r>
            <a:r>
              <a:rPr lang="zh-CN" altLang="en-US" sz="2000" b="1" dirty="0">
                <a:solidFill>
                  <a:srgbClr val="0000FF"/>
                </a:solidFill>
                <a:latin typeface="楷体" pitchFamily="49" charset="-122"/>
                <a:ea typeface="楷体" pitchFamily="49" charset="-122"/>
              </a:rPr>
              <a:t>认识的过程首先是从实践到认识的过程。这个过程主要表现为在实践基础上认识活动由感性认识能动地飞跃到理性认识，也就是</a:t>
            </a:r>
            <a:r>
              <a:rPr lang="en-US" altLang="zh-CN" sz="2000" b="1" dirty="0">
                <a:solidFill>
                  <a:srgbClr val="0000FF"/>
                </a:solidFill>
                <a:latin typeface="楷体" pitchFamily="49" charset="-122"/>
                <a:ea typeface="楷体" pitchFamily="49" charset="-122"/>
              </a:rPr>
              <a:t>“</a:t>
            </a:r>
            <a:r>
              <a:rPr lang="zh-CN" altLang="en-US" sz="2000" b="1" dirty="0">
                <a:solidFill>
                  <a:srgbClr val="0000FF"/>
                </a:solidFill>
                <a:latin typeface="楷体" pitchFamily="49" charset="-122"/>
                <a:ea typeface="楷体" pitchFamily="49" charset="-122"/>
              </a:rPr>
              <a:t>由生动的直观到抽象的思维</a:t>
            </a:r>
            <a:r>
              <a:rPr lang="en-US" altLang="zh-CN" sz="2000" b="1" dirty="0">
                <a:solidFill>
                  <a:srgbClr val="0000FF"/>
                </a:solidFill>
                <a:latin typeface="楷体" pitchFamily="49" charset="-122"/>
                <a:ea typeface="楷体" pitchFamily="49" charset="-122"/>
              </a:rPr>
              <a:t>”</a:t>
            </a:r>
            <a:r>
              <a:rPr lang="zh-CN" altLang="en-US" sz="2000" b="1" dirty="0">
                <a:solidFill>
                  <a:srgbClr val="0000FF"/>
                </a:solidFill>
                <a:latin typeface="楷体" pitchFamily="49" charset="-122"/>
                <a:ea typeface="楷体" pitchFamily="49" charset="-122"/>
              </a:rPr>
              <a:t>，这是认识运动的第一次飞跃。</a:t>
            </a:r>
            <a:endParaRPr lang="zh-CN" altLang="en-US" sz="2000" b="1" dirty="0">
              <a:solidFill>
                <a:srgbClr val="0000FF"/>
              </a:solidFill>
              <a:latin typeface="楷体" pitchFamily="49" charset="-122"/>
              <a:ea typeface="楷体" pitchFamily="49" charset="-122"/>
              <a:sym typeface="宋体" pitchFamily="2" charset="-122"/>
            </a:endParaRPr>
          </a:p>
        </p:txBody>
      </p:sp>
      <p:sp>
        <p:nvSpPr>
          <p:cNvPr id="47110" name="矩形 703495"/>
          <p:cNvSpPr>
            <a:spLocks noChangeArrowheads="1"/>
          </p:cNvSpPr>
          <p:nvPr/>
        </p:nvSpPr>
        <p:spPr bwMode="auto">
          <a:xfrm>
            <a:off x="304800" y="1066800"/>
            <a:ext cx="8415337" cy="423863"/>
          </a:xfrm>
          <a:prstGeom prst="rect">
            <a:avLst/>
          </a:prstGeom>
          <a:solidFill>
            <a:srgbClr val="B7E7D2"/>
          </a:solidFill>
          <a:ln w="9525">
            <a:noFill/>
            <a:miter lim="800000"/>
            <a:headEnd/>
            <a:tailEnd/>
          </a:ln>
          <a:effectLst/>
        </p:spPr>
        <p:txBody>
          <a:bodyPr/>
          <a:lstStyle/>
          <a:p>
            <a:pPr eaLnBrk="1" hangingPunct="1">
              <a:lnSpc>
                <a:spcPct val="125000"/>
              </a:lnSpc>
              <a:spcBef>
                <a:spcPct val="20000"/>
              </a:spcBef>
            </a:pPr>
            <a:r>
              <a:rPr lang="zh-CN" altLang="en-US" sz="2000" b="1" dirty="0">
                <a:solidFill>
                  <a:srgbClr val="0000FF"/>
                </a:solidFill>
                <a:latin typeface="宋体" pitchFamily="2" charset="-122"/>
              </a:rPr>
              <a:t>人们认识一定事物的过程，是一个</a:t>
            </a:r>
            <a:r>
              <a:rPr lang="zh-CN" altLang="en-US" b="1" dirty="0">
                <a:solidFill>
                  <a:srgbClr val="FF0000"/>
                </a:solidFill>
                <a:latin typeface="幼圆" pitchFamily="49" charset="-122"/>
              </a:rPr>
              <a:t>从实践到认识，再从认识到实践的过程。</a:t>
            </a:r>
            <a:endParaRPr lang="zh-CN" altLang="en-US" b="1" dirty="0">
              <a:solidFill>
                <a:schemeClr val="accent2"/>
              </a:solidFill>
              <a:latin typeface="幼圆" pitchFamily="49" charset="-122"/>
            </a:endParaRPr>
          </a:p>
        </p:txBody>
      </p:sp>
      <p:grpSp>
        <p:nvGrpSpPr>
          <p:cNvPr id="47111" name="组合 714785"/>
          <p:cNvGrpSpPr>
            <a:grpSpLocks/>
          </p:cNvGrpSpPr>
          <p:nvPr/>
        </p:nvGrpSpPr>
        <p:grpSpPr bwMode="auto">
          <a:xfrm>
            <a:off x="428596" y="3786190"/>
            <a:ext cx="3429024" cy="867247"/>
            <a:chOff x="1338" y="1109"/>
            <a:chExt cx="3696" cy="580"/>
          </a:xfrm>
        </p:grpSpPr>
        <p:sp>
          <p:nvSpPr>
            <p:cNvPr id="47123" name="圆角矩形 714786"/>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47124" name="文本框 714787"/>
            <p:cNvSpPr txBox="1">
              <a:spLocks noChangeArrowheads="1"/>
            </p:cNvSpPr>
            <p:nvPr/>
          </p:nvSpPr>
          <p:spPr bwMode="auto">
            <a:xfrm>
              <a:off x="1441" y="1122"/>
              <a:ext cx="3549" cy="567"/>
            </a:xfrm>
            <a:prstGeom prst="rect">
              <a:avLst/>
            </a:prstGeom>
            <a:noFill/>
            <a:ln w="9525">
              <a:noFill/>
              <a:miter lim="800000"/>
              <a:headEnd/>
              <a:tailEnd/>
            </a:ln>
          </p:spPr>
          <p:txBody>
            <a:bodyPr wrap="square">
              <a:spAutoFit/>
            </a:bodyPr>
            <a:lstStyle/>
            <a:p>
              <a:pPr algn="ctr" eaLnBrk="1" hangingPunct="1"/>
              <a:r>
                <a:rPr lang="en-US" altLang="zh-CN" sz="2000" b="1" dirty="0">
                  <a:solidFill>
                    <a:schemeClr val="bg1"/>
                  </a:solidFill>
                  <a:latin typeface="楷体" pitchFamily="49" charset="-122"/>
                  <a:ea typeface="楷体" pitchFamily="49" charset="-122"/>
                </a:rPr>
                <a:t>1 </a:t>
              </a:r>
              <a:r>
                <a:rPr lang="zh-CN" altLang="en-US" sz="2000" b="1" dirty="0">
                  <a:solidFill>
                    <a:schemeClr val="bg1"/>
                  </a:solidFill>
                  <a:latin typeface="楷体" pitchFamily="49" charset="-122"/>
                  <a:ea typeface="楷体" pitchFamily="49" charset="-122"/>
                </a:rPr>
                <a:t>感性认识与理性认识</a:t>
              </a:r>
            </a:p>
            <a:p>
              <a:pPr algn="ctr" eaLnBrk="1" hangingPunct="1"/>
              <a:endParaRPr lang="zh-CN" altLang="en-US" sz="2000" b="1" dirty="0">
                <a:solidFill>
                  <a:schemeClr val="bg1"/>
                </a:solidFill>
                <a:latin typeface="楷体" pitchFamily="49" charset="-122"/>
                <a:ea typeface="楷体" pitchFamily="49" charset="-122"/>
              </a:endParaRPr>
            </a:p>
          </p:txBody>
        </p:sp>
      </p:grpSp>
      <p:grpSp>
        <p:nvGrpSpPr>
          <p:cNvPr id="47112" name="组合 714788"/>
          <p:cNvGrpSpPr>
            <a:grpSpLocks/>
          </p:cNvGrpSpPr>
          <p:nvPr/>
        </p:nvGrpSpPr>
        <p:grpSpPr bwMode="auto">
          <a:xfrm>
            <a:off x="1214414" y="4643446"/>
            <a:ext cx="3643338" cy="571504"/>
            <a:chOff x="1338" y="1109"/>
            <a:chExt cx="3696" cy="399"/>
          </a:xfrm>
        </p:grpSpPr>
        <p:sp>
          <p:nvSpPr>
            <p:cNvPr id="47121" name="圆角矩形 714789"/>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47122" name="文本框 714790"/>
            <p:cNvSpPr txBox="1">
              <a:spLocks noChangeArrowheads="1"/>
            </p:cNvSpPr>
            <p:nvPr/>
          </p:nvSpPr>
          <p:spPr bwMode="auto">
            <a:xfrm>
              <a:off x="1440" y="1122"/>
              <a:ext cx="3550" cy="386"/>
            </a:xfrm>
            <a:prstGeom prst="rect">
              <a:avLst/>
            </a:prstGeom>
            <a:noFill/>
            <a:ln w="9525">
              <a:noFill/>
              <a:miter lim="800000"/>
              <a:headEnd/>
              <a:tailEnd/>
            </a:ln>
          </p:spPr>
          <p:txBody>
            <a:bodyPr>
              <a:spAutoFit/>
            </a:bodyPr>
            <a:lstStyle/>
            <a:p>
              <a:pPr algn="ctr" eaLnBrk="1" hangingPunct="1"/>
              <a:r>
                <a:rPr lang="en-US" altLang="zh-CN" sz="2000" b="1" dirty="0">
                  <a:solidFill>
                    <a:schemeClr val="bg1"/>
                  </a:solidFill>
                  <a:latin typeface="楷体" pitchFamily="49" charset="-122"/>
                  <a:ea typeface="楷体" pitchFamily="49" charset="-122"/>
                </a:rPr>
                <a:t>2 </a:t>
              </a:r>
              <a:r>
                <a:rPr lang="zh-CN" altLang="en-US" sz="2000" b="1" dirty="0">
                  <a:solidFill>
                    <a:schemeClr val="bg1"/>
                  </a:solidFill>
                  <a:latin typeface="楷体" pitchFamily="49" charset="-122"/>
                  <a:ea typeface="楷体" pitchFamily="49" charset="-122"/>
                </a:rPr>
                <a:t>二者的辩证统一关系</a:t>
              </a:r>
              <a:r>
                <a:rPr lang="zh-CN" altLang="en-US" sz="2400" b="1" dirty="0">
                  <a:solidFill>
                    <a:schemeClr val="bg1"/>
                  </a:solidFill>
                  <a:latin typeface="楷体_GB2312" pitchFamily="49" charset="-122"/>
                  <a:ea typeface="楷体_GB2312" pitchFamily="49" charset="-122"/>
                </a:rPr>
                <a:t>  </a:t>
              </a:r>
            </a:p>
          </p:txBody>
        </p:sp>
      </p:grpSp>
      <p:grpSp>
        <p:nvGrpSpPr>
          <p:cNvPr id="47115" name="组合 714785"/>
          <p:cNvGrpSpPr>
            <a:grpSpLocks/>
          </p:cNvGrpSpPr>
          <p:nvPr/>
        </p:nvGrpSpPr>
        <p:grpSpPr bwMode="auto">
          <a:xfrm>
            <a:off x="2357422" y="5357826"/>
            <a:ext cx="3643338" cy="642942"/>
            <a:chOff x="1338" y="1109"/>
            <a:chExt cx="3696" cy="407"/>
          </a:xfrm>
        </p:grpSpPr>
        <p:sp>
          <p:nvSpPr>
            <p:cNvPr id="47119" name="圆角矩形 714786"/>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47120" name="文本框 714787"/>
            <p:cNvSpPr txBox="1">
              <a:spLocks noChangeArrowheads="1"/>
            </p:cNvSpPr>
            <p:nvPr/>
          </p:nvSpPr>
          <p:spPr bwMode="auto">
            <a:xfrm>
              <a:off x="1441" y="1122"/>
              <a:ext cx="3549" cy="394"/>
            </a:xfrm>
            <a:prstGeom prst="rect">
              <a:avLst/>
            </a:prstGeom>
            <a:noFill/>
            <a:ln w="9525">
              <a:noFill/>
              <a:miter lim="800000"/>
              <a:headEnd/>
              <a:tailEnd/>
            </a:ln>
          </p:spPr>
          <p:txBody>
            <a:bodyPr>
              <a:spAutoFit/>
            </a:bodyPr>
            <a:lstStyle/>
            <a:p>
              <a:pPr algn="ctr" eaLnBrk="1" hangingPunct="1"/>
              <a:r>
                <a:rPr lang="en-US" altLang="zh-CN" sz="2000" b="1" dirty="0">
                  <a:solidFill>
                    <a:schemeClr val="bg1"/>
                  </a:solidFill>
                  <a:latin typeface="楷体" pitchFamily="49" charset="-122"/>
                  <a:ea typeface="楷体" pitchFamily="49" charset="-122"/>
                </a:rPr>
                <a:t>3 “</a:t>
              </a:r>
              <a:r>
                <a:rPr lang="zh-CN" altLang="en-US" sz="2000" b="1" dirty="0">
                  <a:solidFill>
                    <a:schemeClr val="bg1"/>
                  </a:solidFill>
                  <a:latin typeface="楷体" pitchFamily="49" charset="-122"/>
                  <a:ea typeface="楷体" pitchFamily="49" charset="-122"/>
                </a:rPr>
                <a:t>上升</a:t>
              </a:r>
              <a:r>
                <a:rPr lang="en-US" altLang="zh-CN" sz="2000" b="1" dirty="0">
                  <a:solidFill>
                    <a:schemeClr val="bg1"/>
                  </a:solidFill>
                  <a:latin typeface="楷体" pitchFamily="49" charset="-122"/>
                  <a:ea typeface="楷体" pitchFamily="49" charset="-122"/>
                </a:rPr>
                <a:t>”</a:t>
              </a:r>
              <a:r>
                <a:rPr lang="zh-CN" altLang="en-US" sz="2000" b="1" dirty="0">
                  <a:solidFill>
                    <a:schemeClr val="bg1"/>
                  </a:solidFill>
                  <a:latin typeface="楷体" pitchFamily="49" charset="-122"/>
                  <a:ea typeface="楷体" pitchFamily="49" charset="-122"/>
                </a:rPr>
                <a:t>的基本条件</a:t>
              </a:r>
            </a:p>
          </p:txBody>
        </p:sp>
      </p:grpSp>
      <p:grpSp>
        <p:nvGrpSpPr>
          <p:cNvPr id="47116" name="组合 714785"/>
          <p:cNvGrpSpPr>
            <a:grpSpLocks/>
          </p:cNvGrpSpPr>
          <p:nvPr/>
        </p:nvGrpSpPr>
        <p:grpSpPr bwMode="auto">
          <a:xfrm>
            <a:off x="3714744" y="6143644"/>
            <a:ext cx="3786214" cy="547688"/>
            <a:chOff x="1577" y="1132"/>
            <a:chExt cx="2647" cy="399"/>
          </a:xfrm>
        </p:grpSpPr>
        <p:sp>
          <p:nvSpPr>
            <p:cNvPr id="47117" name="圆角矩形 714786"/>
            <p:cNvSpPr>
              <a:spLocks noChangeArrowheads="1"/>
            </p:cNvSpPr>
            <p:nvPr/>
          </p:nvSpPr>
          <p:spPr bwMode="auto">
            <a:xfrm>
              <a:off x="1577" y="1132"/>
              <a:ext cx="25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47118" name="文本框 714787"/>
            <p:cNvSpPr txBox="1">
              <a:spLocks noChangeArrowheads="1"/>
            </p:cNvSpPr>
            <p:nvPr/>
          </p:nvSpPr>
          <p:spPr bwMode="auto">
            <a:xfrm>
              <a:off x="1606" y="1137"/>
              <a:ext cx="2618" cy="394"/>
            </a:xfrm>
            <a:prstGeom prst="rect">
              <a:avLst/>
            </a:prstGeom>
            <a:noFill/>
            <a:ln w="9525">
              <a:noFill/>
              <a:miter lim="800000"/>
              <a:headEnd/>
              <a:tailEnd/>
            </a:ln>
          </p:spPr>
          <p:txBody>
            <a:bodyPr>
              <a:spAutoFit/>
            </a:bodyPr>
            <a:lstStyle/>
            <a:p>
              <a:pPr algn="ctr" eaLnBrk="1" hangingPunct="1"/>
              <a:r>
                <a:rPr lang="en-US" altLang="zh-CN" sz="2000" b="1" dirty="0">
                  <a:solidFill>
                    <a:schemeClr val="bg1"/>
                  </a:solidFill>
                  <a:latin typeface="楷体" pitchFamily="49" charset="-122"/>
                  <a:ea typeface="楷体" pitchFamily="49" charset="-122"/>
                </a:rPr>
                <a:t>4 </a:t>
              </a:r>
              <a:r>
                <a:rPr lang="zh-CN" altLang="en-US" sz="2000" b="1" dirty="0">
                  <a:solidFill>
                    <a:schemeClr val="bg1"/>
                  </a:solidFill>
                  <a:latin typeface="楷体" pitchFamily="49" charset="-122"/>
                  <a:ea typeface="楷体" pitchFamily="49" charset="-122"/>
                </a:rPr>
                <a:t>认识中的非理性因素</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矩形 736263"/>
          <p:cNvSpPr>
            <a:spLocks noChangeArrowheads="1"/>
          </p:cNvSpPr>
          <p:nvPr/>
        </p:nvSpPr>
        <p:spPr bwMode="auto">
          <a:xfrm>
            <a:off x="714348" y="928670"/>
            <a:ext cx="7324751" cy="895344"/>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buFontTx/>
              <a:buChar char="•"/>
            </a:pPr>
            <a:r>
              <a:rPr lang="en-US" altLang="zh-CN" sz="2000" b="1" dirty="0">
                <a:solidFill>
                  <a:srgbClr val="990000"/>
                </a:solidFill>
                <a:ea typeface="楷体_GB2312" pitchFamily="49" charset="-122"/>
              </a:rPr>
              <a:t>  </a:t>
            </a:r>
            <a:r>
              <a:rPr lang="zh-CN" altLang="en-US" sz="2000" b="1" dirty="0">
                <a:solidFill>
                  <a:srgbClr val="0000FF"/>
                </a:solidFill>
                <a:latin typeface="楷体" pitchFamily="49" charset="-122"/>
                <a:ea typeface="楷体" pitchFamily="49" charset="-122"/>
              </a:rPr>
              <a:t>人们在实践基础上，由感觉器官直接感受到的关于事物的现象、事物的外部联系、事物的各个方面的认识。</a:t>
            </a:r>
          </a:p>
        </p:txBody>
      </p:sp>
      <p:sp>
        <p:nvSpPr>
          <p:cNvPr id="736266" name="矩形 736265"/>
          <p:cNvSpPr/>
          <p:nvPr/>
        </p:nvSpPr>
        <p:spPr>
          <a:xfrm rot="5400000">
            <a:off x="-952517" y="2452659"/>
            <a:ext cx="2663798" cy="330200"/>
          </a:xfrm>
          <a:prstGeom prst="rect">
            <a:avLst/>
          </a:prstGeom>
        </p:spPr>
        <p:txBody>
          <a:bodyPr vert="wordArtVert" wrap="none" fromWordArt="1">
            <a:prstTxWarp prst="textPlain">
              <a:avLst>
                <a:gd name="adj" fmla="val 50000"/>
              </a:avLst>
            </a:prstTxWarp>
            <a:normAutofit/>
            <a:scene3d>
              <a:camera prst="legacyPerspectiveFront">
                <a:rot lat="20640000" lon="20700000" rev="0"/>
              </a:camera>
              <a:lightRig rig="legacyNormal3" dir="l"/>
            </a:scene3d>
            <a:sp3d extrusionH="201600" prstMaterial="legacyPlastic">
              <a:extrusionClr>
                <a:srgbClr val="FF9966"/>
              </a:extrusionClr>
            </a:sp3d>
          </a:bodyPr>
          <a:lstStyle/>
          <a:p>
            <a:pPr algn="ctr" eaLnBrk="1" hangingPunct="1">
              <a:buFont typeface="Arial" panose="020B0604020202020204" pitchFamily="34" charset="0"/>
              <a:buNone/>
              <a:defRPr/>
            </a:pPr>
            <a:r>
              <a:rPr lang="zh-CN" altLang="en-US" sz="3600" noProof="1">
                <a:solidFill>
                  <a:srgbClr val="CC0000"/>
                </a:solidFill>
                <a:latin typeface="宋体" panose="02010600030101010101" pitchFamily="2" charset="-122"/>
              </a:rPr>
              <a:t>“生动的直观”</a:t>
            </a:r>
          </a:p>
        </p:txBody>
      </p:sp>
      <p:sp>
        <p:nvSpPr>
          <p:cNvPr id="48134" name="矩形 736275"/>
          <p:cNvSpPr>
            <a:spLocks noChangeArrowheads="1"/>
          </p:cNvSpPr>
          <p:nvPr/>
        </p:nvSpPr>
        <p:spPr bwMode="auto">
          <a:xfrm>
            <a:off x="714348" y="2000240"/>
            <a:ext cx="7358114" cy="714380"/>
          </a:xfrm>
          <a:prstGeom prst="rect">
            <a:avLst/>
          </a:prstGeom>
          <a:solidFill>
            <a:srgbClr val="D9F2AC"/>
          </a:solidFill>
          <a:ln w="9525">
            <a:solidFill>
              <a:srgbClr val="FF9900"/>
            </a:solidFill>
            <a:miter lim="800000"/>
            <a:headEnd/>
            <a:tailEnd/>
          </a:ln>
        </p:spPr>
        <p:txBody>
          <a:bodyPr/>
          <a:lstStyle/>
          <a:p>
            <a:pPr eaLnBrk="1" hangingPunct="1">
              <a:lnSpc>
                <a:spcPct val="130000"/>
              </a:lnSpc>
              <a:spcBef>
                <a:spcPct val="20000"/>
              </a:spcBef>
              <a:buFontTx/>
              <a:buChar char="•"/>
            </a:pPr>
            <a:r>
              <a:rPr lang="en-US" altLang="zh-CN" sz="2000" b="1" dirty="0">
                <a:solidFill>
                  <a:srgbClr val="990000"/>
                </a:solidFill>
                <a:ea typeface="楷体_GB2312" pitchFamily="49" charset="-122"/>
              </a:rPr>
              <a:t>  </a:t>
            </a:r>
            <a:r>
              <a:rPr lang="zh-CN" altLang="en-US" sz="2000" b="1" dirty="0">
                <a:solidFill>
                  <a:srgbClr val="990000"/>
                </a:solidFill>
                <a:latin typeface="楷体" pitchFamily="49" charset="-122"/>
                <a:ea typeface="楷体" pitchFamily="49" charset="-122"/>
              </a:rPr>
              <a:t>包括</a:t>
            </a:r>
            <a:r>
              <a:rPr lang="zh-CN" altLang="en-US" sz="2000" b="1" dirty="0">
                <a:solidFill>
                  <a:srgbClr val="0000FF"/>
                </a:solidFill>
                <a:latin typeface="幼圆" pitchFamily="49" charset="-122"/>
              </a:rPr>
              <a:t>感觉、知觉和表象</a:t>
            </a:r>
            <a:r>
              <a:rPr lang="zh-CN" altLang="en-US" sz="2000" b="1" dirty="0">
                <a:solidFill>
                  <a:srgbClr val="990000"/>
                </a:solidFill>
                <a:latin typeface="楷体" pitchFamily="49" charset="-122"/>
                <a:ea typeface="楷体" pitchFamily="49" charset="-122"/>
              </a:rPr>
              <a:t>三种形式。</a:t>
            </a:r>
          </a:p>
        </p:txBody>
      </p:sp>
      <p:grpSp>
        <p:nvGrpSpPr>
          <p:cNvPr id="48136" name="组合 736278"/>
          <p:cNvGrpSpPr>
            <a:grpSpLocks/>
          </p:cNvGrpSpPr>
          <p:nvPr/>
        </p:nvGrpSpPr>
        <p:grpSpPr bwMode="auto">
          <a:xfrm>
            <a:off x="714348" y="214290"/>
            <a:ext cx="3738563" cy="847725"/>
            <a:chOff x="1338" y="1109"/>
            <a:chExt cx="3696" cy="670"/>
          </a:xfrm>
        </p:grpSpPr>
        <p:sp>
          <p:nvSpPr>
            <p:cNvPr id="48137" name="圆角矩形 736279"/>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48138" name="文本框 736280"/>
            <p:cNvSpPr txBox="1">
              <a:spLocks noChangeArrowheads="1"/>
            </p:cNvSpPr>
            <p:nvPr/>
          </p:nvSpPr>
          <p:spPr bwMode="auto">
            <a:xfrm>
              <a:off x="1441" y="1122"/>
              <a:ext cx="3549" cy="657"/>
            </a:xfrm>
            <a:prstGeom prst="rect">
              <a:avLst/>
            </a:prstGeom>
            <a:noFill/>
            <a:ln w="9525">
              <a:noFill/>
              <a:miter lim="800000"/>
              <a:headEnd/>
              <a:tailEnd/>
            </a:ln>
          </p:spPr>
          <p:txBody>
            <a:bodyPr>
              <a:spAutoFit/>
            </a:bodyPr>
            <a:lstStyle/>
            <a:p>
              <a:pPr algn="ctr" eaLnBrk="1" hangingPunct="1"/>
              <a:r>
                <a:rPr lang="en-US" altLang="zh-CN" sz="2400" b="1">
                  <a:solidFill>
                    <a:schemeClr val="bg1"/>
                  </a:solidFill>
                  <a:latin typeface="楷体" pitchFamily="49" charset="-122"/>
                  <a:ea typeface="楷体" pitchFamily="49" charset="-122"/>
                </a:rPr>
                <a:t>1 </a:t>
              </a:r>
              <a:r>
                <a:rPr lang="zh-CN" altLang="en-US" sz="2400" b="1">
                  <a:solidFill>
                    <a:schemeClr val="bg1"/>
                  </a:solidFill>
                  <a:latin typeface="楷体" pitchFamily="49" charset="-122"/>
                  <a:ea typeface="楷体" pitchFamily="49" charset="-122"/>
                </a:rPr>
                <a:t>感性认识与理性认识</a:t>
              </a:r>
            </a:p>
          </p:txBody>
        </p:sp>
      </p:grpSp>
      <p:sp>
        <p:nvSpPr>
          <p:cNvPr id="11" name="矩形 801796"/>
          <p:cNvSpPr>
            <a:spLocks noChangeArrowheads="1"/>
          </p:cNvSpPr>
          <p:nvPr/>
        </p:nvSpPr>
        <p:spPr bwMode="auto">
          <a:xfrm>
            <a:off x="714348" y="2786058"/>
            <a:ext cx="7358114" cy="1285884"/>
          </a:xfrm>
          <a:prstGeom prst="rect">
            <a:avLst/>
          </a:prstGeom>
          <a:solidFill>
            <a:srgbClr val="CCFFFF"/>
          </a:solidFill>
          <a:ln w="9525">
            <a:solidFill>
              <a:srgbClr val="FF9900"/>
            </a:solidFill>
            <a:miter lim="800000"/>
            <a:headEnd/>
            <a:tailEnd/>
          </a:ln>
        </p:spPr>
        <p:txBody>
          <a:bodyPr/>
          <a:lstStyle/>
          <a:p>
            <a:pPr eaLnBrk="1" hangingPunct="1">
              <a:lnSpc>
                <a:spcPct val="125000"/>
              </a:lnSpc>
              <a:spcBef>
                <a:spcPct val="5000"/>
              </a:spcBef>
            </a:pPr>
            <a:r>
              <a:rPr lang="zh-CN" altLang="en-US" sz="2000" b="1" dirty="0">
                <a:solidFill>
                  <a:srgbClr val="FF0000"/>
                </a:solidFill>
              </a:rPr>
              <a:t>感觉：</a:t>
            </a:r>
            <a:r>
              <a:rPr lang="zh-CN" altLang="en-US" b="1" dirty="0">
                <a:solidFill>
                  <a:srgbClr val="0000FF"/>
                </a:solidFill>
                <a:latin typeface="楷体" pitchFamily="49" charset="-122"/>
                <a:ea typeface="楷体" pitchFamily="49" charset="-122"/>
              </a:rPr>
              <a:t>人的感觉器官对客观事物的个别属性、个别方面的直接反映，是感性认识从而也是整个认识过程的起始环节。</a:t>
            </a:r>
            <a:endParaRPr lang="zh-CN" altLang="en-US" b="1" dirty="0">
              <a:solidFill>
                <a:srgbClr val="0000FF"/>
              </a:solidFill>
              <a:ea typeface="楷体_GB2312" pitchFamily="49" charset="-122"/>
            </a:endParaRPr>
          </a:p>
          <a:p>
            <a:pPr eaLnBrk="1" hangingPunct="1">
              <a:lnSpc>
                <a:spcPct val="125000"/>
              </a:lnSpc>
              <a:spcBef>
                <a:spcPct val="5000"/>
              </a:spcBef>
            </a:pPr>
            <a:r>
              <a:rPr lang="zh-CN" altLang="en-US" sz="2000" b="1" dirty="0">
                <a:solidFill>
                  <a:srgbClr val="0000FF"/>
                </a:solidFill>
                <a:ea typeface="楷体_GB2312" pitchFamily="49" charset="-122"/>
              </a:rPr>
              <a:t>       </a:t>
            </a:r>
            <a:r>
              <a:rPr lang="en-US" altLang="zh-CN" sz="1600" b="1" dirty="0">
                <a:solidFill>
                  <a:srgbClr val="0000FF"/>
                </a:solidFill>
                <a:latin typeface="幼圆" pitchFamily="49" charset="-122"/>
              </a:rPr>
              <a:t>- </a:t>
            </a:r>
            <a:r>
              <a:rPr lang="zh-CN" altLang="en-US" sz="1600" b="1" dirty="0">
                <a:solidFill>
                  <a:srgbClr val="0000FF"/>
                </a:solidFill>
                <a:latin typeface="幼圆" pitchFamily="49" charset="-122"/>
              </a:rPr>
              <a:t>对事物各个部分的把握：</a:t>
            </a:r>
            <a:r>
              <a:rPr lang="zh-CN" altLang="en-US" sz="1600" b="1" dirty="0">
                <a:solidFill>
                  <a:srgbClr val="990000"/>
                </a:solidFill>
                <a:latin typeface="幼圆" pitchFamily="49" charset="-122"/>
              </a:rPr>
              <a:t>个别的特性</a:t>
            </a:r>
          </a:p>
        </p:txBody>
      </p:sp>
      <p:sp>
        <p:nvSpPr>
          <p:cNvPr id="12" name="矩形 801797"/>
          <p:cNvSpPr>
            <a:spLocks noChangeArrowheads="1"/>
          </p:cNvSpPr>
          <p:nvPr/>
        </p:nvSpPr>
        <p:spPr bwMode="auto">
          <a:xfrm>
            <a:off x="714348" y="4143380"/>
            <a:ext cx="7358114" cy="928694"/>
          </a:xfrm>
          <a:prstGeom prst="rect">
            <a:avLst/>
          </a:prstGeom>
          <a:solidFill>
            <a:srgbClr val="CCFFFF"/>
          </a:solidFill>
          <a:ln w="9525">
            <a:solidFill>
              <a:srgbClr val="FF9900"/>
            </a:solidFill>
            <a:miter lim="800000"/>
            <a:headEnd/>
            <a:tailEnd/>
          </a:ln>
        </p:spPr>
        <p:txBody>
          <a:bodyPr/>
          <a:lstStyle/>
          <a:p>
            <a:pPr eaLnBrk="1" hangingPunct="1">
              <a:lnSpc>
                <a:spcPct val="125000"/>
              </a:lnSpc>
              <a:spcBef>
                <a:spcPct val="5000"/>
              </a:spcBef>
            </a:pPr>
            <a:r>
              <a:rPr lang="zh-CN" altLang="en-US" sz="2000" b="1">
                <a:solidFill>
                  <a:srgbClr val="FF0000"/>
                </a:solidFill>
              </a:rPr>
              <a:t>知觉：</a:t>
            </a:r>
            <a:r>
              <a:rPr lang="zh-CN" altLang="en-US" b="1">
                <a:solidFill>
                  <a:srgbClr val="0000FF"/>
                </a:solidFill>
                <a:latin typeface="楷体" pitchFamily="49" charset="-122"/>
                <a:ea typeface="楷体" pitchFamily="49" charset="-122"/>
              </a:rPr>
              <a:t>人的感觉器官对客观事物外部特征的整体的反映。</a:t>
            </a:r>
          </a:p>
          <a:p>
            <a:pPr eaLnBrk="1" hangingPunct="1">
              <a:lnSpc>
                <a:spcPct val="125000"/>
              </a:lnSpc>
              <a:spcBef>
                <a:spcPct val="5000"/>
              </a:spcBef>
            </a:pPr>
            <a:r>
              <a:rPr lang="zh-CN" altLang="en-US" sz="2000" b="1">
                <a:solidFill>
                  <a:srgbClr val="0000FF"/>
                </a:solidFill>
                <a:ea typeface="楷体_GB2312" pitchFamily="49" charset="-122"/>
              </a:rPr>
              <a:t>      </a:t>
            </a:r>
            <a:r>
              <a:rPr lang="en-US" altLang="zh-CN" sz="1600" b="1">
                <a:solidFill>
                  <a:srgbClr val="0000FF"/>
                </a:solidFill>
                <a:latin typeface="幼圆" pitchFamily="49" charset="-122"/>
              </a:rPr>
              <a:t>- </a:t>
            </a:r>
            <a:r>
              <a:rPr lang="zh-CN" altLang="en-US" sz="1600" b="1">
                <a:solidFill>
                  <a:srgbClr val="0000FF"/>
                </a:solidFill>
                <a:latin typeface="幼圆" pitchFamily="49" charset="-122"/>
              </a:rPr>
              <a:t>对认识客体总体的认识：</a:t>
            </a:r>
            <a:r>
              <a:rPr lang="zh-CN" altLang="en-US" sz="1600" b="1">
                <a:solidFill>
                  <a:srgbClr val="990000"/>
                </a:solidFill>
                <a:latin typeface="幼圆" pitchFamily="49" charset="-122"/>
              </a:rPr>
              <a:t>完整的形象</a:t>
            </a:r>
          </a:p>
        </p:txBody>
      </p:sp>
      <p:sp>
        <p:nvSpPr>
          <p:cNvPr id="13" name="矩形 801798"/>
          <p:cNvSpPr>
            <a:spLocks noChangeArrowheads="1"/>
          </p:cNvSpPr>
          <p:nvPr/>
        </p:nvSpPr>
        <p:spPr bwMode="auto">
          <a:xfrm>
            <a:off x="714348" y="5143512"/>
            <a:ext cx="7358114" cy="1142984"/>
          </a:xfrm>
          <a:prstGeom prst="rect">
            <a:avLst/>
          </a:prstGeom>
          <a:solidFill>
            <a:srgbClr val="CCFFFF"/>
          </a:solidFill>
          <a:ln w="9525">
            <a:solidFill>
              <a:srgbClr val="FF9900"/>
            </a:solidFill>
            <a:miter lim="800000"/>
            <a:headEnd/>
            <a:tailEnd/>
          </a:ln>
        </p:spPr>
        <p:txBody>
          <a:bodyPr/>
          <a:lstStyle/>
          <a:p>
            <a:pPr eaLnBrk="1" hangingPunct="1">
              <a:lnSpc>
                <a:spcPct val="125000"/>
              </a:lnSpc>
              <a:spcBef>
                <a:spcPct val="5000"/>
              </a:spcBef>
            </a:pPr>
            <a:r>
              <a:rPr lang="zh-CN" altLang="en-US" sz="2000" b="1">
                <a:solidFill>
                  <a:srgbClr val="FF0000"/>
                </a:solidFill>
              </a:rPr>
              <a:t>表象：</a:t>
            </a:r>
            <a:r>
              <a:rPr lang="zh-CN" altLang="en-US" b="1">
                <a:solidFill>
                  <a:srgbClr val="0000FF"/>
                </a:solidFill>
                <a:latin typeface="楷体" pitchFamily="49" charset="-122"/>
                <a:ea typeface="楷体" pitchFamily="49" charset="-122"/>
              </a:rPr>
              <a:t>感性认识的高级形式，是人脑对过去的感觉和知觉的回忆，是曾经作用于感觉器官的客观对象的形象再现。</a:t>
            </a:r>
            <a:endParaRPr lang="zh-CN" altLang="en-US" b="1">
              <a:solidFill>
                <a:srgbClr val="0000FF"/>
              </a:solidFill>
              <a:ea typeface="楷体_GB2312" pitchFamily="49" charset="-122"/>
            </a:endParaRPr>
          </a:p>
          <a:p>
            <a:pPr eaLnBrk="1" hangingPunct="1">
              <a:lnSpc>
                <a:spcPct val="125000"/>
              </a:lnSpc>
              <a:spcBef>
                <a:spcPct val="5000"/>
              </a:spcBef>
            </a:pPr>
            <a:r>
              <a:rPr lang="zh-CN" altLang="en-US" sz="2000" b="1">
                <a:solidFill>
                  <a:srgbClr val="0000FF"/>
                </a:solidFill>
                <a:ea typeface="楷体_GB2312" pitchFamily="49" charset="-122"/>
              </a:rPr>
              <a:t>      </a:t>
            </a:r>
            <a:r>
              <a:rPr lang="en-US" altLang="zh-CN" sz="1600" b="1">
                <a:solidFill>
                  <a:srgbClr val="0000FF"/>
                </a:solidFill>
                <a:latin typeface="幼圆" pitchFamily="49" charset="-122"/>
              </a:rPr>
              <a:t>- </a:t>
            </a:r>
            <a:r>
              <a:rPr lang="zh-CN" altLang="en-US" sz="1600" b="1">
                <a:solidFill>
                  <a:srgbClr val="0000FF"/>
                </a:solidFill>
                <a:latin typeface="幼圆" pitchFamily="49" charset="-122"/>
              </a:rPr>
              <a:t>印象的</a:t>
            </a:r>
            <a:r>
              <a:rPr lang="zh-CN" altLang="en-US" sz="1600" b="1">
                <a:solidFill>
                  <a:srgbClr val="990000"/>
                </a:solidFill>
                <a:latin typeface="幼圆" pitchFamily="49" charset="-122"/>
              </a:rPr>
              <a:t>直接保留</a:t>
            </a:r>
            <a:r>
              <a:rPr lang="zh-CN" altLang="en-US" sz="1600" b="1">
                <a:solidFill>
                  <a:srgbClr val="0000FF"/>
                </a:solidFill>
                <a:latin typeface="幼圆" pitchFamily="49" charset="-122"/>
              </a:rPr>
              <a:t>和</a:t>
            </a:r>
            <a:r>
              <a:rPr lang="zh-CN" altLang="en-US" sz="1600" b="1">
                <a:solidFill>
                  <a:srgbClr val="990000"/>
                </a:solidFill>
                <a:latin typeface="幼圆" pitchFamily="49" charset="-122"/>
              </a:rPr>
              <a:t>事后的回忆和再现</a:t>
            </a:r>
          </a:p>
        </p:txBody>
      </p:sp>
      <p:sp>
        <p:nvSpPr>
          <p:cNvPr id="14" name="椭圆 2063"/>
          <p:cNvSpPr>
            <a:spLocks noChangeArrowheads="1"/>
          </p:cNvSpPr>
          <p:nvPr/>
        </p:nvSpPr>
        <p:spPr bwMode="auto">
          <a:xfrm>
            <a:off x="7715272" y="2143116"/>
            <a:ext cx="1285884" cy="649287"/>
          </a:xfrm>
          <a:prstGeom prst="ellipse">
            <a:avLst/>
          </a:prstGeom>
          <a:solidFill>
            <a:srgbClr val="800000"/>
          </a:solidFill>
          <a:ln w="9525">
            <a:round/>
            <a:headEnd/>
            <a:tailEnd/>
          </a:ln>
          <a:scene3d>
            <a:camera prst="legacyPerspectiveFront">
              <a:rot lat="1500000" lon="1500000" rev="0"/>
            </a:camera>
            <a:lightRig rig="legacyFlat2" dir="b"/>
          </a:scene3d>
          <a:sp3d extrusionH="430200" prstMaterial="legacyMatte">
            <a:bevelT w="13500" h="13500" prst="angle"/>
            <a:bevelB w="13500" h="13500" prst="angle"/>
            <a:extrusionClr>
              <a:srgbClr val="800000"/>
            </a:extrusionClr>
          </a:sp3d>
        </p:spPr>
        <p:txBody>
          <a:bodyPr wrap="none" anchor="ctr">
            <a:flatTx/>
          </a:bodyPr>
          <a:lstStyle/>
          <a:p>
            <a:pPr algn="ctr" eaLnBrk="1" hangingPunct="1"/>
            <a:r>
              <a:rPr lang="zh-CN" altLang="en-US" sz="2000" b="1" dirty="0">
                <a:solidFill>
                  <a:schemeClr val="bg1"/>
                </a:solidFill>
                <a:latin typeface="楷体" pitchFamily="49" charset="-122"/>
                <a:ea typeface="楷体" pitchFamily="49" charset="-122"/>
              </a:rPr>
              <a:t>直接性</a:t>
            </a:r>
          </a:p>
        </p:txBody>
      </p:sp>
      <p:sp>
        <p:nvSpPr>
          <p:cNvPr id="15" name="椭圆 2063"/>
          <p:cNvSpPr>
            <a:spLocks noChangeArrowheads="1"/>
          </p:cNvSpPr>
          <p:nvPr/>
        </p:nvSpPr>
        <p:spPr bwMode="auto">
          <a:xfrm>
            <a:off x="7643834" y="3143248"/>
            <a:ext cx="1339850" cy="903287"/>
          </a:xfrm>
          <a:prstGeom prst="ellipse">
            <a:avLst/>
          </a:prstGeom>
          <a:solidFill>
            <a:srgbClr val="800000"/>
          </a:solidFill>
          <a:ln w="9525">
            <a:round/>
            <a:headEnd/>
            <a:tailEnd/>
          </a:ln>
          <a:scene3d>
            <a:camera prst="legacyPerspectiveFront">
              <a:rot lat="1500000" lon="1500000" rev="0"/>
            </a:camera>
            <a:lightRig rig="legacyFlat2" dir="b"/>
          </a:scene3d>
          <a:sp3d extrusionH="430200" prstMaterial="legacyMatte">
            <a:bevelT w="13500" h="13500" prst="angle"/>
            <a:bevelB w="13500" h="13500" prst="angle"/>
            <a:extrusionClr>
              <a:srgbClr val="800000"/>
            </a:extrusionClr>
          </a:sp3d>
        </p:spPr>
        <p:txBody>
          <a:bodyPr wrap="none" anchor="ctr">
            <a:flatTx/>
          </a:bodyPr>
          <a:lstStyle/>
          <a:p>
            <a:pPr algn="ctr" eaLnBrk="1" hangingPunct="1"/>
            <a:r>
              <a:rPr lang="zh-CN" altLang="en-US" sz="2000" b="1" dirty="0">
                <a:solidFill>
                  <a:schemeClr val="bg1"/>
                </a:solidFill>
                <a:latin typeface="楷体" pitchFamily="49" charset="-122"/>
                <a:ea typeface="楷体" pitchFamily="49" charset="-122"/>
              </a:rPr>
              <a:t>形象性</a:t>
            </a:r>
          </a:p>
          <a:p>
            <a:pPr algn="ctr" eaLnBrk="1" hangingPunct="1"/>
            <a:r>
              <a:rPr lang="zh-CN" altLang="en-US" sz="2000" b="1" dirty="0">
                <a:solidFill>
                  <a:schemeClr val="bg1"/>
                </a:solidFill>
                <a:latin typeface="楷体" pitchFamily="49" charset="-122"/>
                <a:ea typeface="楷体" pitchFamily="49" charset="-122"/>
              </a:rPr>
              <a:t>（生动）</a:t>
            </a:r>
          </a:p>
        </p:txBody>
      </p:sp>
      <p:sp>
        <p:nvSpPr>
          <p:cNvPr id="16" name="椭圆 2063"/>
          <p:cNvSpPr>
            <a:spLocks noChangeArrowheads="1"/>
          </p:cNvSpPr>
          <p:nvPr/>
        </p:nvSpPr>
        <p:spPr bwMode="auto">
          <a:xfrm>
            <a:off x="7643835" y="4286256"/>
            <a:ext cx="1357321" cy="828675"/>
          </a:xfrm>
          <a:prstGeom prst="ellipse">
            <a:avLst/>
          </a:prstGeom>
          <a:solidFill>
            <a:srgbClr val="800000"/>
          </a:solidFill>
          <a:ln w="9525">
            <a:round/>
            <a:headEnd/>
            <a:tailEnd/>
          </a:ln>
          <a:scene3d>
            <a:camera prst="legacyPerspectiveFront">
              <a:rot lat="1500000" lon="1500000" rev="0"/>
            </a:camera>
            <a:lightRig rig="legacyFlat2" dir="b"/>
          </a:scene3d>
          <a:sp3d extrusionH="430200" prstMaterial="legacyMatte">
            <a:bevelT w="13500" h="13500" prst="angle"/>
            <a:bevelB w="13500" h="13500" prst="angle"/>
            <a:extrusionClr>
              <a:srgbClr val="800000"/>
            </a:extrusionClr>
          </a:sp3d>
        </p:spPr>
        <p:txBody>
          <a:bodyPr wrap="none" anchor="ctr">
            <a:flatTx/>
          </a:bodyPr>
          <a:lstStyle/>
          <a:p>
            <a:pPr algn="ctr" eaLnBrk="1" hangingPunct="1"/>
            <a:r>
              <a:rPr lang="zh-CN" altLang="en-US" sz="2000" b="1" dirty="0">
                <a:solidFill>
                  <a:schemeClr val="bg1"/>
                </a:solidFill>
                <a:latin typeface="楷体" pitchFamily="49" charset="-122"/>
                <a:ea typeface="楷体" pitchFamily="49" charset="-122"/>
              </a:rPr>
              <a:t>表面性</a:t>
            </a:r>
          </a:p>
          <a:p>
            <a:pPr algn="ctr" eaLnBrk="1" hangingPunct="1"/>
            <a:r>
              <a:rPr lang="zh-CN" altLang="en-US" sz="2000" b="1" dirty="0">
                <a:solidFill>
                  <a:schemeClr val="bg1"/>
                </a:solidFill>
                <a:latin typeface="楷体" pitchFamily="49" charset="-122"/>
                <a:ea typeface="楷体" pitchFamily="49" charset="-122"/>
              </a:rPr>
              <a:t>片面性</a:t>
            </a:r>
          </a:p>
        </p:txBody>
      </p:sp>
      <p:grpSp>
        <p:nvGrpSpPr>
          <p:cNvPr id="17" name="组合 739349"/>
          <p:cNvGrpSpPr>
            <a:grpSpLocks/>
          </p:cNvGrpSpPr>
          <p:nvPr/>
        </p:nvGrpSpPr>
        <p:grpSpPr bwMode="auto">
          <a:xfrm>
            <a:off x="5072066" y="214290"/>
            <a:ext cx="1941513" cy="485775"/>
            <a:chOff x="1338" y="1109"/>
            <a:chExt cx="3696" cy="384"/>
          </a:xfrm>
        </p:grpSpPr>
        <p:sp>
          <p:nvSpPr>
            <p:cNvPr id="18" name="圆角矩形 739350"/>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19" name="文本框 739351"/>
            <p:cNvSpPr txBox="1">
              <a:spLocks noChangeArrowheads="1"/>
            </p:cNvSpPr>
            <p:nvPr/>
          </p:nvSpPr>
          <p:spPr bwMode="auto">
            <a:xfrm>
              <a:off x="1441" y="1122"/>
              <a:ext cx="3549" cy="364"/>
            </a:xfrm>
            <a:prstGeom prst="rect">
              <a:avLst/>
            </a:prstGeom>
            <a:noFill/>
            <a:ln w="9525">
              <a:noFill/>
              <a:miter lim="800000"/>
              <a:headEnd/>
              <a:tailEnd/>
            </a:ln>
          </p:spPr>
          <p:txBody>
            <a:bodyPr>
              <a:spAutoFit/>
            </a:bodyPr>
            <a:lstStyle/>
            <a:p>
              <a:pPr algn="ctr" eaLnBrk="1" hangingPunct="1"/>
              <a:r>
                <a:rPr lang="zh-CN" altLang="en-US" sz="2400" b="1" dirty="0">
                  <a:solidFill>
                    <a:schemeClr val="bg1"/>
                  </a:solidFill>
                  <a:latin typeface="楷体" pitchFamily="49" charset="-122"/>
                  <a:ea typeface="楷体" pitchFamily="49" charset="-122"/>
                </a:rPr>
                <a:t>感性认识</a:t>
              </a: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矩形 739335"/>
          <p:cNvSpPr>
            <a:spLocks noChangeArrowheads="1"/>
          </p:cNvSpPr>
          <p:nvPr/>
        </p:nvSpPr>
        <p:spPr bwMode="auto">
          <a:xfrm>
            <a:off x="1000100" y="1357298"/>
            <a:ext cx="7600978" cy="1030282"/>
          </a:xfrm>
          <a:prstGeom prst="rect">
            <a:avLst/>
          </a:prstGeom>
          <a:solidFill>
            <a:srgbClr val="D9F2AC"/>
          </a:solidFill>
          <a:ln w="9525">
            <a:solidFill>
              <a:srgbClr val="FF9900"/>
            </a:solidFill>
            <a:miter lim="800000"/>
            <a:headEnd/>
            <a:tailEnd/>
          </a:ln>
        </p:spPr>
        <p:txBody>
          <a:bodyPr/>
          <a:lstStyle/>
          <a:p>
            <a:pPr eaLnBrk="1" hangingPunct="1">
              <a:lnSpc>
                <a:spcPct val="130000"/>
              </a:lnSpc>
              <a:spcBef>
                <a:spcPct val="20000"/>
              </a:spcBef>
              <a:buFontTx/>
              <a:buChar char="•"/>
            </a:pPr>
            <a:r>
              <a:rPr lang="en-US" altLang="zh-CN" sz="2000" b="1" dirty="0">
                <a:solidFill>
                  <a:srgbClr val="990000"/>
                </a:solidFill>
                <a:ea typeface="楷体_GB2312" pitchFamily="49" charset="-122"/>
              </a:rPr>
              <a:t>   </a:t>
            </a:r>
            <a:r>
              <a:rPr lang="zh-CN" altLang="en-US" sz="2000" b="1" dirty="0">
                <a:solidFill>
                  <a:srgbClr val="0000FF"/>
                </a:solidFill>
                <a:latin typeface="楷体" pitchFamily="49" charset="-122"/>
                <a:ea typeface="楷体" pitchFamily="49" charset="-122"/>
              </a:rPr>
              <a:t>人们借助抽象思维，在概括整理大量感性材料的基础上，达到关于事物的本质、全体、内部联系和事物自身规律性的认识。</a:t>
            </a:r>
          </a:p>
        </p:txBody>
      </p:sp>
      <p:sp>
        <p:nvSpPr>
          <p:cNvPr id="739337" name="矩形 739336"/>
          <p:cNvSpPr/>
          <p:nvPr/>
        </p:nvSpPr>
        <p:spPr>
          <a:xfrm rot="5400000">
            <a:off x="-685839" y="2114543"/>
            <a:ext cx="2286018" cy="342900"/>
          </a:xfrm>
          <a:prstGeom prst="rect">
            <a:avLst/>
          </a:prstGeom>
        </p:spPr>
        <p:txBody>
          <a:bodyPr vert="wordArtVert" wrap="none" fromWordArt="1">
            <a:prstTxWarp prst="textPlain">
              <a:avLst>
                <a:gd name="adj" fmla="val 50000"/>
              </a:avLst>
            </a:prstTxWarp>
            <a:normAutofit/>
            <a:scene3d>
              <a:camera prst="legacyPerspectiveFront">
                <a:rot lat="20640000" lon="20700000" rev="0"/>
              </a:camera>
              <a:lightRig rig="legacyNormal3" dir="l"/>
            </a:scene3d>
            <a:sp3d extrusionH="201600" prstMaterial="legacyPlastic">
              <a:extrusionClr>
                <a:srgbClr val="FF9966"/>
              </a:extrusionClr>
            </a:sp3d>
          </a:bodyPr>
          <a:lstStyle/>
          <a:p>
            <a:pPr algn="ctr" eaLnBrk="1" hangingPunct="1">
              <a:buFont typeface="Arial" panose="020B0604020202020204" pitchFamily="34" charset="0"/>
              <a:buNone/>
              <a:defRPr/>
            </a:pPr>
            <a:r>
              <a:rPr lang="zh-CN" altLang="en-US" sz="3600" noProof="1">
                <a:solidFill>
                  <a:srgbClr val="CC0000"/>
                </a:solidFill>
                <a:latin typeface="宋体" panose="02010600030101010101" pitchFamily="2" charset="-122"/>
              </a:rPr>
              <a:t>“抽象的思维”</a:t>
            </a:r>
          </a:p>
        </p:txBody>
      </p:sp>
      <p:sp>
        <p:nvSpPr>
          <p:cNvPr id="52230" name="矩形 739342"/>
          <p:cNvSpPr>
            <a:spLocks noChangeArrowheads="1"/>
          </p:cNvSpPr>
          <p:nvPr/>
        </p:nvSpPr>
        <p:spPr bwMode="auto">
          <a:xfrm>
            <a:off x="1000100" y="2500306"/>
            <a:ext cx="7572428" cy="557226"/>
          </a:xfrm>
          <a:prstGeom prst="rect">
            <a:avLst/>
          </a:prstGeom>
          <a:solidFill>
            <a:srgbClr val="D9F2AC"/>
          </a:solidFill>
          <a:ln w="9525">
            <a:solidFill>
              <a:srgbClr val="FF9900"/>
            </a:solidFill>
            <a:miter lim="800000"/>
            <a:headEnd/>
            <a:tailEnd/>
          </a:ln>
        </p:spPr>
        <p:txBody>
          <a:bodyPr/>
          <a:lstStyle/>
          <a:p>
            <a:pPr eaLnBrk="1" hangingPunct="1">
              <a:lnSpc>
                <a:spcPct val="130000"/>
              </a:lnSpc>
              <a:spcBef>
                <a:spcPct val="20000"/>
              </a:spcBef>
              <a:buFontTx/>
              <a:buChar char="•"/>
            </a:pPr>
            <a:r>
              <a:rPr lang="en-US" altLang="zh-CN" sz="2000" b="1" dirty="0">
                <a:solidFill>
                  <a:srgbClr val="990000"/>
                </a:solidFill>
                <a:ea typeface="楷体_GB2312" pitchFamily="49" charset="-122"/>
              </a:rPr>
              <a:t> </a:t>
            </a:r>
            <a:r>
              <a:rPr lang="zh-CN" altLang="en-US" sz="2000" b="1" dirty="0">
                <a:solidFill>
                  <a:srgbClr val="990000"/>
                </a:solidFill>
                <a:latin typeface="楷体" pitchFamily="49" charset="-122"/>
                <a:ea typeface="楷体" pitchFamily="49" charset="-122"/>
              </a:rPr>
              <a:t>包括</a:t>
            </a:r>
            <a:r>
              <a:rPr lang="zh-CN" altLang="en-US" sz="2000" b="1" dirty="0">
                <a:solidFill>
                  <a:srgbClr val="0000FF"/>
                </a:solidFill>
                <a:latin typeface="幼圆" pitchFamily="49" charset="-122"/>
              </a:rPr>
              <a:t>概念、判断、推理</a:t>
            </a:r>
            <a:r>
              <a:rPr lang="zh-CN" altLang="en-US" sz="2000" b="1" dirty="0">
                <a:solidFill>
                  <a:srgbClr val="990000"/>
                </a:solidFill>
                <a:latin typeface="楷体" pitchFamily="49" charset="-122"/>
                <a:ea typeface="楷体" pitchFamily="49" charset="-122"/>
              </a:rPr>
              <a:t>三种形式。</a:t>
            </a:r>
          </a:p>
        </p:txBody>
      </p:sp>
      <p:grpSp>
        <p:nvGrpSpPr>
          <p:cNvPr id="52231" name="组合 739349"/>
          <p:cNvGrpSpPr>
            <a:grpSpLocks/>
          </p:cNvGrpSpPr>
          <p:nvPr/>
        </p:nvGrpSpPr>
        <p:grpSpPr bwMode="auto">
          <a:xfrm>
            <a:off x="1000100" y="642918"/>
            <a:ext cx="1941513" cy="485775"/>
            <a:chOff x="1338" y="1109"/>
            <a:chExt cx="3696" cy="384"/>
          </a:xfrm>
        </p:grpSpPr>
        <p:sp>
          <p:nvSpPr>
            <p:cNvPr id="52232" name="圆角矩形 739350"/>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52233" name="文本框 739351"/>
            <p:cNvSpPr txBox="1">
              <a:spLocks noChangeArrowheads="1"/>
            </p:cNvSpPr>
            <p:nvPr/>
          </p:nvSpPr>
          <p:spPr bwMode="auto">
            <a:xfrm>
              <a:off x="1441" y="1122"/>
              <a:ext cx="3549" cy="364"/>
            </a:xfrm>
            <a:prstGeom prst="rect">
              <a:avLst/>
            </a:prstGeom>
            <a:noFill/>
            <a:ln w="9525">
              <a:noFill/>
              <a:miter lim="800000"/>
              <a:headEnd/>
              <a:tailEnd/>
            </a:ln>
          </p:spPr>
          <p:txBody>
            <a:bodyPr>
              <a:spAutoFit/>
            </a:bodyPr>
            <a:lstStyle/>
            <a:p>
              <a:pPr algn="ctr" eaLnBrk="1" hangingPunct="1"/>
              <a:r>
                <a:rPr lang="zh-CN" altLang="en-US" sz="2400" b="1" dirty="0">
                  <a:solidFill>
                    <a:schemeClr val="bg1"/>
                  </a:solidFill>
                  <a:latin typeface="楷体" pitchFamily="49" charset="-122"/>
                  <a:ea typeface="楷体" pitchFamily="49" charset="-122"/>
                </a:rPr>
                <a:t>理性认识</a:t>
              </a:r>
            </a:p>
          </p:txBody>
        </p:sp>
      </p:grpSp>
      <p:sp>
        <p:nvSpPr>
          <p:cNvPr id="10" name="矩形 802820"/>
          <p:cNvSpPr>
            <a:spLocks noChangeArrowheads="1"/>
          </p:cNvSpPr>
          <p:nvPr/>
        </p:nvSpPr>
        <p:spPr bwMode="auto">
          <a:xfrm>
            <a:off x="1000100" y="3143248"/>
            <a:ext cx="7572428" cy="928694"/>
          </a:xfrm>
          <a:prstGeom prst="rect">
            <a:avLst/>
          </a:prstGeom>
          <a:solidFill>
            <a:srgbClr val="CCFFFF"/>
          </a:solidFill>
          <a:ln w="9525">
            <a:solidFill>
              <a:srgbClr val="FF9900"/>
            </a:solidFill>
            <a:miter lim="800000"/>
            <a:headEnd/>
            <a:tailEnd/>
          </a:ln>
        </p:spPr>
        <p:txBody>
          <a:bodyPr/>
          <a:lstStyle/>
          <a:p>
            <a:pPr eaLnBrk="1" hangingPunct="1">
              <a:lnSpc>
                <a:spcPct val="130000"/>
              </a:lnSpc>
              <a:spcBef>
                <a:spcPct val="20000"/>
              </a:spcBef>
            </a:pPr>
            <a:r>
              <a:rPr lang="zh-CN" altLang="en-US" sz="2000" b="1" dirty="0">
                <a:solidFill>
                  <a:srgbClr val="FF0000"/>
                </a:solidFill>
              </a:rPr>
              <a:t>概念：</a:t>
            </a:r>
            <a:r>
              <a:rPr lang="zh-CN" altLang="en-US" sz="2000" b="1" dirty="0">
                <a:solidFill>
                  <a:srgbClr val="0000FF"/>
                </a:solidFill>
                <a:latin typeface="楷体" pitchFamily="49" charset="-122"/>
                <a:ea typeface="楷体" pitchFamily="49" charset="-122"/>
              </a:rPr>
              <a:t>对同类事物共同的一般特性和本质属性的概括反映，是思维的细胞，也是最基本的思维形式。</a:t>
            </a:r>
          </a:p>
        </p:txBody>
      </p:sp>
      <p:sp>
        <p:nvSpPr>
          <p:cNvPr id="11" name="矩形 802821"/>
          <p:cNvSpPr>
            <a:spLocks noChangeArrowheads="1"/>
          </p:cNvSpPr>
          <p:nvPr/>
        </p:nvSpPr>
        <p:spPr bwMode="auto">
          <a:xfrm>
            <a:off x="1000100" y="4143380"/>
            <a:ext cx="7572428" cy="928694"/>
          </a:xfrm>
          <a:prstGeom prst="rect">
            <a:avLst/>
          </a:prstGeom>
          <a:solidFill>
            <a:srgbClr val="CCFFFF"/>
          </a:solidFill>
          <a:ln w="9525">
            <a:solidFill>
              <a:srgbClr val="FF9900"/>
            </a:solidFill>
            <a:miter lim="800000"/>
            <a:headEnd/>
            <a:tailEnd/>
          </a:ln>
        </p:spPr>
        <p:txBody>
          <a:bodyPr/>
          <a:lstStyle/>
          <a:p>
            <a:pPr eaLnBrk="1" hangingPunct="1">
              <a:lnSpc>
                <a:spcPct val="130000"/>
              </a:lnSpc>
              <a:spcBef>
                <a:spcPct val="20000"/>
              </a:spcBef>
            </a:pPr>
            <a:r>
              <a:rPr lang="zh-CN" altLang="en-US" sz="2000" b="1">
                <a:solidFill>
                  <a:srgbClr val="FF0000"/>
                </a:solidFill>
              </a:rPr>
              <a:t>判断：</a:t>
            </a:r>
            <a:r>
              <a:rPr lang="zh-CN" altLang="en-US" sz="2000" b="1">
                <a:solidFill>
                  <a:srgbClr val="0000FF"/>
                </a:solidFill>
                <a:latin typeface="楷体" pitchFamily="49" charset="-122"/>
                <a:ea typeface="楷体" pitchFamily="49" charset="-122"/>
              </a:rPr>
              <a:t>展开了的概念，对事物之间的联系和关系的反映，对事物是什么或不是什么，是否具有某种属性的判明和断定。</a:t>
            </a:r>
          </a:p>
        </p:txBody>
      </p:sp>
      <p:sp>
        <p:nvSpPr>
          <p:cNvPr id="12" name="矩形 802822"/>
          <p:cNvSpPr>
            <a:spLocks noChangeArrowheads="1"/>
          </p:cNvSpPr>
          <p:nvPr/>
        </p:nvSpPr>
        <p:spPr bwMode="auto">
          <a:xfrm>
            <a:off x="1000100" y="5143512"/>
            <a:ext cx="7572428" cy="928694"/>
          </a:xfrm>
          <a:prstGeom prst="rect">
            <a:avLst/>
          </a:prstGeom>
          <a:solidFill>
            <a:srgbClr val="CCFFFF"/>
          </a:solidFill>
          <a:ln w="9525">
            <a:solidFill>
              <a:srgbClr val="FF9900"/>
            </a:solidFill>
            <a:miter lim="800000"/>
            <a:headEnd/>
            <a:tailEnd/>
          </a:ln>
        </p:spPr>
        <p:txBody>
          <a:bodyPr/>
          <a:lstStyle/>
          <a:p>
            <a:pPr eaLnBrk="1" hangingPunct="1">
              <a:lnSpc>
                <a:spcPct val="130000"/>
              </a:lnSpc>
              <a:spcBef>
                <a:spcPct val="20000"/>
              </a:spcBef>
            </a:pPr>
            <a:r>
              <a:rPr lang="zh-CN" altLang="en-US" sz="2000" b="1" dirty="0">
                <a:solidFill>
                  <a:srgbClr val="FF0000"/>
                </a:solidFill>
              </a:rPr>
              <a:t>推理：</a:t>
            </a:r>
            <a:r>
              <a:rPr lang="zh-CN" altLang="en-US" sz="2000" b="1" dirty="0">
                <a:solidFill>
                  <a:srgbClr val="0000FF"/>
                </a:solidFill>
                <a:latin typeface="楷体" pitchFamily="49" charset="-122"/>
                <a:ea typeface="楷体" pitchFamily="49" charset="-122"/>
              </a:rPr>
              <a:t>判断与判断之间的联系，从事物的联系或关系中由已知合乎逻辑的推出未知的反映形式。</a:t>
            </a:r>
          </a:p>
        </p:txBody>
      </p:sp>
      <p:sp>
        <p:nvSpPr>
          <p:cNvPr id="13" name="椭圆 2063"/>
          <p:cNvSpPr>
            <a:spLocks noChangeArrowheads="1"/>
          </p:cNvSpPr>
          <p:nvPr/>
        </p:nvSpPr>
        <p:spPr bwMode="auto">
          <a:xfrm>
            <a:off x="7643834" y="2357430"/>
            <a:ext cx="1339850" cy="650875"/>
          </a:xfrm>
          <a:prstGeom prst="ellipse">
            <a:avLst/>
          </a:prstGeom>
          <a:solidFill>
            <a:srgbClr val="800000"/>
          </a:solidFill>
          <a:ln w="9525">
            <a:round/>
            <a:headEnd/>
            <a:tailEnd/>
          </a:ln>
          <a:scene3d>
            <a:camera prst="legacyPerspectiveFront">
              <a:rot lat="1500000" lon="1500000" rev="0"/>
            </a:camera>
            <a:lightRig rig="legacyFlat2" dir="b"/>
          </a:scene3d>
          <a:sp3d extrusionH="430200" prstMaterial="legacyMatte">
            <a:bevelT w="13500" h="13500" prst="angle"/>
            <a:bevelB w="13500" h="13500" prst="angle"/>
            <a:extrusionClr>
              <a:srgbClr val="800000"/>
            </a:extrusionClr>
          </a:sp3d>
        </p:spPr>
        <p:txBody>
          <a:bodyPr wrap="none" anchor="ctr">
            <a:flatTx/>
          </a:bodyPr>
          <a:lstStyle/>
          <a:p>
            <a:pPr algn="ctr" eaLnBrk="1" hangingPunct="1"/>
            <a:r>
              <a:rPr lang="zh-CN" altLang="en-US" sz="2000" b="1" dirty="0">
                <a:solidFill>
                  <a:schemeClr val="bg1"/>
                </a:solidFill>
                <a:latin typeface="楷体" pitchFamily="49" charset="-122"/>
                <a:ea typeface="楷体" pitchFamily="49" charset="-122"/>
              </a:rPr>
              <a:t>抽象性</a:t>
            </a:r>
          </a:p>
        </p:txBody>
      </p:sp>
      <p:sp>
        <p:nvSpPr>
          <p:cNvPr id="14" name="椭圆 2063"/>
          <p:cNvSpPr>
            <a:spLocks noChangeArrowheads="1"/>
          </p:cNvSpPr>
          <p:nvPr/>
        </p:nvSpPr>
        <p:spPr bwMode="auto">
          <a:xfrm>
            <a:off x="7643834" y="3643314"/>
            <a:ext cx="1339850" cy="650875"/>
          </a:xfrm>
          <a:prstGeom prst="ellipse">
            <a:avLst/>
          </a:prstGeom>
          <a:solidFill>
            <a:srgbClr val="800000"/>
          </a:solidFill>
          <a:ln w="9525">
            <a:round/>
            <a:headEnd/>
            <a:tailEnd/>
          </a:ln>
          <a:scene3d>
            <a:camera prst="legacyPerspectiveFront">
              <a:rot lat="1500000" lon="1500000" rev="0"/>
            </a:camera>
            <a:lightRig rig="legacyFlat2" dir="b"/>
          </a:scene3d>
          <a:sp3d extrusionH="430200" prstMaterial="legacyMatte">
            <a:bevelT w="13500" h="13500" prst="angle"/>
            <a:bevelB w="13500" h="13500" prst="angle"/>
            <a:extrusionClr>
              <a:srgbClr val="800000"/>
            </a:extrusionClr>
          </a:sp3d>
        </p:spPr>
        <p:txBody>
          <a:bodyPr wrap="none" anchor="ctr">
            <a:flatTx/>
          </a:bodyPr>
          <a:lstStyle/>
          <a:p>
            <a:pPr algn="ctr" eaLnBrk="1" hangingPunct="1"/>
            <a:r>
              <a:rPr lang="zh-CN" altLang="en-US" sz="2000" b="1">
                <a:solidFill>
                  <a:schemeClr val="bg1"/>
                </a:solidFill>
                <a:latin typeface="楷体" pitchFamily="49" charset="-122"/>
                <a:ea typeface="楷体" pitchFamily="49" charset="-122"/>
              </a:rPr>
              <a:t>间接性</a:t>
            </a:r>
          </a:p>
        </p:txBody>
      </p:sp>
      <p:sp>
        <p:nvSpPr>
          <p:cNvPr id="15" name="椭圆 2063"/>
          <p:cNvSpPr>
            <a:spLocks noChangeArrowheads="1"/>
          </p:cNvSpPr>
          <p:nvPr/>
        </p:nvSpPr>
        <p:spPr bwMode="auto">
          <a:xfrm>
            <a:off x="7643834" y="4643446"/>
            <a:ext cx="1339850" cy="649287"/>
          </a:xfrm>
          <a:prstGeom prst="ellipse">
            <a:avLst/>
          </a:prstGeom>
          <a:solidFill>
            <a:srgbClr val="800000"/>
          </a:solidFill>
          <a:ln w="9525">
            <a:round/>
            <a:headEnd/>
            <a:tailEnd/>
          </a:ln>
          <a:scene3d>
            <a:camera prst="legacyPerspectiveFront">
              <a:rot lat="1500000" lon="1500000" rev="0"/>
            </a:camera>
            <a:lightRig rig="legacyFlat2" dir="b"/>
          </a:scene3d>
          <a:sp3d extrusionH="430200" prstMaterial="legacyMatte">
            <a:bevelT w="13500" h="13500" prst="angle"/>
            <a:bevelB w="13500" h="13500" prst="angle"/>
            <a:extrusionClr>
              <a:srgbClr val="800000"/>
            </a:extrusionClr>
          </a:sp3d>
        </p:spPr>
        <p:txBody>
          <a:bodyPr wrap="none" anchor="ctr">
            <a:flatTx/>
          </a:bodyPr>
          <a:lstStyle/>
          <a:p>
            <a:pPr algn="ctr" eaLnBrk="1" hangingPunct="1"/>
            <a:r>
              <a:rPr lang="zh-CN" altLang="en-US" sz="2000" b="1" dirty="0">
                <a:solidFill>
                  <a:schemeClr val="bg1"/>
                </a:solidFill>
                <a:latin typeface="楷体" pitchFamily="49" charset="-122"/>
                <a:ea typeface="楷体" pitchFamily="49" charset="-122"/>
              </a:rPr>
              <a:t>深刻性</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5" name="矩形 803849"/>
          <p:cNvSpPr>
            <a:spLocks noChangeArrowheads="1"/>
          </p:cNvSpPr>
          <p:nvPr/>
        </p:nvSpPr>
        <p:spPr bwMode="auto">
          <a:xfrm>
            <a:off x="357158" y="2430453"/>
            <a:ext cx="4214842" cy="1712926"/>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buFontTx/>
              <a:buChar char="•"/>
            </a:pPr>
            <a:r>
              <a:rPr lang="en-US" altLang="zh-CN" sz="2000" b="1" dirty="0">
                <a:solidFill>
                  <a:srgbClr val="990000"/>
                </a:solidFill>
                <a:ea typeface="楷体_GB2312" pitchFamily="49" charset="-122"/>
              </a:rPr>
              <a:t> </a:t>
            </a:r>
            <a:r>
              <a:rPr lang="zh-CN" altLang="en-US" sz="2000" b="1" dirty="0">
                <a:solidFill>
                  <a:srgbClr val="0000FF"/>
                </a:solidFill>
                <a:latin typeface="楷体" pitchFamily="49" charset="-122"/>
                <a:ea typeface="楷体" pitchFamily="49" charset="-122"/>
              </a:rPr>
              <a:t>感性认识和理性认识相互渗透，相互包含，二者在实践基础上辩证统一</a:t>
            </a:r>
          </a:p>
        </p:txBody>
      </p:sp>
      <p:sp>
        <p:nvSpPr>
          <p:cNvPr id="56326" name="矩形 803850"/>
          <p:cNvSpPr>
            <a:spLocks noChangeArrowheads="1"/>
          </p:cNvSpPr>
          <p:nvPr/>
        </p:nvSpPr>
        <p:spPr bwMode="auto">
          <a:xfrm>
            <a:off x="357158" y="1214422"/>
            <a:ext cx="8358246" cy="936625"/>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buFontTx/>
              <a:buChar char="•"/>
            </a:pPr>
            <a:r>
              <a:rPr lang="en-US" altLang="zh-CN" sz="2000" b="1" dirty="0">
                <a:solidFill>
                  <a:srgbClr val="990000"/>
                </a:solidFill>
                <a:ea typeface="楷体_GB2312" pitchFamily="49" charset="-122"/>
              </a:rPr>
              <a:t> </a:t>
            </a:r>
            <a:r>
              <a:rPr lang="zh-CN" altLang="en-US" sz="2000" b="1" dirty="0">
                <a:solidFill>
                  <a:srgbClr val="0000FF"/>
                </a:solidFill>
                <a:latin typeface="楷体" pitchFamily="49" charset="-122"/>
                <a:ea typeface="楷体" pitchFamily="49" charset="-122"/>
              </a:rPr>
              <a:t>感性认识有待于发展和深化为理性认识（辩证法）</a:t>
            </a:r>
            <a:endParaRPr lang="en-US" altLang="zh-CN" sz="2000" b="1" dirty="0">
              <a:solidFill>
                <a:srgbClr val="0000FF"/>
              </a:solidFill>
              <a:latin typeface="楷体" pitchFamily="49" charset="-122"/>
              <a:ea typeface="楷体" pitchFamily="49" charset="-122"/>
            </a:endParaRPr>
          </a:p>
          <a:p>
            <a:pPr eaLnBrk="1" hangingPunct="1">
              <a:lnSpc>
                <a:spcPct val="125000"/>
              </a:lnSpc>
              <a:spcBef>
                <a:spcPct val="20000"/>
              </a:spcBef>
              <a:buFontTx/>
              <a:buChar char="•"/>
            </a:pPr>
            <a:r>
              <a:rPr lang="en-US" altLang="zh-CN" sz="2000" b="1" dirty="0">
                <a:solidFill>
                  <a:srgbClr val="990000"/>
                </a:solidFill>
                <a:ea typeface="楷体_GB2312" pitchFamily="49" charset="-122"/>
              </a:rPr>
              <a:t> </a:t>
            </a:r>
            <a:r>
              <a:rPr lang="zh-CN" altLang="en-US" sz="2000" b="1" dirty="0">
                <a:solidFill>
                  <a:srgbClr val="0000FF"/>
                </a:solidFill>
                <a:latin typeface="楷体" pitchFamily="49" charset="-122"/>
                <a:ea typeface="楷体" pitchFamily="49" charset="-122"/>
              </a:rPr>
              <a:t>理性认识依赖于感性认识（唯物论）</a:t>
            </a:r>
          </a:p>
        </p:txBody>
      </p:sp>
      <p:grpSp>
        <p:nvGrpSpPr>
          <p:cNvPr id="56330" name="组合 803855"/>
          <p:cNvGrpSpPr>
            <a:grpSpLocks/>
          </p:cNvGrpSpPr>
          <p:nvPr/>
        </p:nvGrpSpPr>
        <p:grpSpPr bwMode="auto">
          <a:xfrm>
            <a:off x="357158" y="428604"/>
            <a:ext cx="3600450" cy="506412"/>
            <a:chOff x="1338" y="1109"/>
            <a:chExt cx="3696" cy="384"/>
          </a:xfrm>
        </p:grpSpPr>
        <p:sp>
          <p:nvSpPr>
            <p:cNvPr id="56338" name="圆角矩形 803856"/>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56339" name="文本框 803857"/>
            <p:cNvSpPr txBox="1">
              <a:spLocks noChangeArrowheads="1"/>
            </p:cNvSpPr>
            <p:nvPr/>
          </p:nvSpPr>
          <p:spPr bwMode="auto">
            <a:xfrm>
              <a:off x="1440" y="1122"/>
              <a:ext cx="3550" cy="350"/>
            </a:xfrm>
            <a:prstGeom prst="rect">
              <a:avLst/>
            </a:prstGeom>
            <a:noFill/>
            <a:ln w="9525">
              <a:noFill/>
              <a:miter lim="800000"/>
              <a:headEnd/>
              <a:tailEnd/>
            </a:ln>
          </p:spPr>
          <p:txBody>
            <a:bodyPr>
              <a:spAutoFit/>
            </a:bodyPr>
            <a:lstStyle/>
            <a:p>
              <a:pPr algn="ctr" eaLnBrk="1" hangingPunct="1"/>
              <a:r>
                <a:rPr lang="en-US" altLang="zh-CN" sz="2400" b="1" dirty="0">
                  <a:solidFill>
                    <a:schemeClr val="bg1"/>
                  </a:solidFill>
                  <a:latin typeface="楷体" pitchFamily="49" charset="-122"/>
                  <a:ea typeface="楷体" pitchFamily="49" charset="-122"/>
                </a:rPr>
                <a:t>2 </a:t>
              </a:r>
              <a:r>
                <a:rPr lang="zh-CN" altLang="en-US" sz="2400" b="1" dirty="0">
                  <a:solidFill>
                    <a:schemeClr val="bg1"/>
                  </a:solidFill>
                  <a:latin typeface="楷体" pitchFamily="49" charset="-122"/>
                  <a:ea typeface="楷体" pitchFamily="49" charset="-122"/>
                </a:rPr>
                <a:t>二者的辩证统一关系  </a:t>
              </a:r>
            </a:p>
          </p:txBody>
        </p:sp>
      </p:grpSp>
      <p:grpSp>
        <p:nvGrpSpPr>
          <p:cNvPr id="56331" name="组合 803868"/>
          <p:cNvGrpSpPr>
            <a:grpSpLocks/>
          </p:cNvGrpSpPr>
          <p:nvPr/>
        </p:nvGrpSpPr>
        <p:grpSpPr bwMode="auto">
          <a:xfrm>
            <a:off x="5286380" y="2357430"/>
            <a:ext cx="2928958" cy="1714512"/>
            <a:chOff x="544" y="2688"/>
            <a:chExt cx="1504" cy="816"/>
          </a:xfrm>
        </p:grpSpPr>
        <p:sp>
          <p:nvSpPr>
            <p:cNvPr id="56332" name="椭圆 803862"/>
            <p:cNvSpPr>
              <a:spLocks noChangeArrowheads="1"/>
            </p:cNvSpPr>
            <p:nvPr/>
          </p:nvSpPr>
          <p:spPr bwMode="auto">
            <a:xfrm>
              <a:off x="544" y="2696"/>
              <a:ext cx="576" cy="392"/>
            </a:xfrm>
            <a:prstGeom prst="ellipse">
              <a:avLst/>
            </a:prstGeom>
            <a:solidFill>
              <a:schemeClr val="accent1"/>
            </a:solidFill>
            <a:ln w="9525">
              <a:solidFill>
                <a:schemeClr val="tx1"/>
              </a:solidFill>
              <a:round/>
              <a:headEnd/>
              <a:tailEnd/>
            </a:ln>
          </p:spPr>
          <p:txBody>
            <a:bodyPr wrap="none" anchor="ctr"/>
            <a:lstStyle/>
            <a:p>
              <a:pPr algn="ctr" eaLnBrk="1" hangingPunct="1"/>
              <a:r>
                <a:rPr lang="zh-CN" altLang="en-US" b="1">
                  <a:solidFill>
                    <a:srgbClr val="0000FF"/>
                  </a:solidFill>
                </a:rPr>
                <a:t>感觉</a:t>
              </a:r>
            </a:p>
          </p:txBody>
        </p:sp>
        <p:sp>
          <p:nvSpPr>
            <p:cNvPr id="56333" name="椭圆 803863"/>
            <p:cNvSpPr>
              <a:spLocks noChangeArrowheads="1"/>
            </p:cNvSpPr>
            <p:nvPr/>
          </p:nvSpPr>
          <p:spPr bwMode="auto">
            <a:xfrm>
              <a:off x="1472" y="2688"/>
              <a:ext cx="576" cy="392"/>
            </a:xfrm>
            <a:prstGeom prst="ellipse">
              <a:avLst/>
            </a:prstGeom>
            <a:solidFill>
              <a:schemeClr val="accent1"/>
            </a:solidFill>
            <a:ln w="9525">
              <a:solidFill>
                <a:schemeClr val="tx1"/>
              </a:solidFill>
              <a:round/>
              <a:headEnd/>
              <a:tailEnd/>
            </a:ln>
          </p:spPr>
          <p:txBody>
            <a:bodyPr wrap="none" anchor="ctr"/>
            <a:lstStyle/>
            <a:p>
              <a:pPr algn="ctr" eaLnBrk="1" hangingPunct="1"/>
              <a:r>
                <a:rPr lang="zh-CN" altLang="en-US" b="1" dirty="0">
                  <a:solidFill>
                    <a:srgbClr val="0000FF"/>
                  </a:solidFill>
                </a:rPr>
                <a:t>理解</a:t>
              </a:r>
            </a:p>
          </p:txBody>
        </p:sp>
        <p:sp>
          <p:nvSpPr>
            <p:cNvPr id="56335" name="矩形 803865"/>
            <p:cNvSpPr>
              <a:spLocks noChangeArrowheads="1"/>
            </p:cNvSpPr>
            <p:nvPr/>
          </p:nvSpPr>
          <p:spPr bwMode="auto">
            <a:xfrm>
              <a:off x="616" y="3208"/>
              <a:ext cx="520" cy="296"/>
            </a:xfrm>
            <a:prstGeom prst="rect">
              <a:avLst/>
            </a:prstGeom>
            <a:solidFill>
              <a:schemeClr val="accent1"/>
            </a:solidFill>
            <a:ln w="9525">
              <a:solidFill>
                <a:schemeClr val="tx1"/>
              </a:solidFill>
              <a:miter lim="800000"/>
              <a:headEnd/>
              <a:tailEnd/>
            </a:ln>
          </p:spPr>
          <p:txBody>
            <a:bodyPr wrap="none" anchor="ctr"/>
            <a:lstStyle/>
            <a:p>
              <a:pPr algn="ctr" eaLnBrk="1" hangingPunct="1"/>
              <a:r>
                <a:rPr lang="zh-CN" altLang="en-US" b="1">
                  <a:latin typeface="楷体" pitchFamily="49" charset="-122"/>
                  <a:ea typeface="楷体" pitchFamily="49" charset="-122"/>
                </a:rPr>
                <a:t>现象</a:t>
              </a:r>
            </a:p>
          </p:txBody>
        </p:sp>
        <p:sp>
          <p:nvSpPr>
            <p:cNvPr id="56336" name="矩形 803866"/>
            <p:cNvSpPr>
              <a:spLocks noChangeArrowheads="1"/>
            </p:cNvSpPr>
            <p:nvPr/>
          </p:nvSpPr>
          <p:spPr bwMode="auto">
            <a:xfrm>
              <a:off x="1480" y="3192"/>
              <a:ext cx="520" cy="296"/>
            </a:xfrm>
            <a:prstGeom prst="rect">
              <a:avLst/>
            </a:prstGeom>
            <a:solidFill>
              <a:schemeClr val="accent1"/>
            </a:solidFill>
            <a:ln w="9525">
              <a:solidFill>
                <a:schemeClr val="tx1"/>
              </a:solidFill>
              <a:miter lim="800000"/>
              <a:headEnd/>
              <a:tailEnd/>
            </a:ln>
          </p:spPr>
          <p:txBody>
            <a:bodyPr wrap="none" anchor="ctr"/>
            <a:lstStyle/>
            <a:p>
              <a:pPr algn="ctr" eaLnBrk="1" hangingPunct="1"/>
              <a:r>
                <a:rPr lang="zh-CN" altLang="en-US" b="1">
                  <a:latin typeface="楷体" pitchFamily="49" charset="-122"/>
                  <a:ea typeface="楷体" pitchFamily="49" charset="-122"/>
                </a:rPr>
                <a:t>本质</a:t>
              </a:r>
            </a:p>
          </p:txBody>
        </p:sp>
      </p:grpSp>
      <p:sp>
        <p:nvSpPr>
          <p:cNvPr id="18" name="矩形 809995"/>
          <p:cNvSpPr>
            <a:spLocks noChangeArrowheads="1"/>
          </p:cNvSpPr>
          <p:nvPr/>
        </p:nvSpPr>
        <p:spPr bwMode="auto">
          <a:xfrm>
            <a:off x="357158" y="5500702"/>
            <a:ext cx="8358246" cy="990600"/>
          </a:xfrm>
          <a:prstGeom prst="rect">
            <a:avLst/>
          </a:prstGeom>
          <a:solidFill>
            <a:srgbClr val="D9F2AC"/>
          </a:solidFill>
          <a:ln w="9525">
            <a:solidFill>
              <a:srgbClr val="FF9900"/>
            </a:solidFill>
            <a:miter lim="800000"/>
            <a:headEnd/>
            <a:tailEnd/>
          </a:ln>
        </p:spPr>
        <p:txBody>
          <a:bodyPr/>
          <a:lstStyle/>
          <a:p>
            <a:pPr marL="46038" indent="-44450" algn="just" eaLnBrk="1" hangingPunct="1">
              <a:lnSpc>
                <a:spcPct val="125000"/>
              </a:lnSpc>
            </a:pPr>
            <a:r>
              <a:rPr lang="en-US" altLang="zh-CN" sz="2000" b="1" dirty="0">
                <a:solidFill>
                  <a:srgbClr val="0000FF"/>
                </a:solidFill>
              </a:rPr>
              <a:t> </a:t>
            </a:r>
            <a:r>
              <a:rPr lang="zh-CN" altLang="en-US" sz="2000" b="1" dirty="0">
                <a:solidFill>
                  <a:srgbClr val="0000FF"/>
                </a:solidFill>
              </a:rPr>
              <a:t>就会走向</a:t>
            </a:r>
            <a:r>
              <a:rPr lang="zh-CN" altLang="en-US" sz="2000" b="1" dirty="0">
                <a:solidFill>
                  <a:srgbClr val="990000"/>
                </a:solidFill>
              </a:rPr>
              <a:t>唯理论（只看重理性认识）</a:t>
            </a:r>
            <a:r>
              <a:rPr lang="zh-CN" altLang="en-US" sz="2000" b="1" dirty="0">
                <a:solidFill>
                  <a:srgbClr val="0000FF"/>
                </a:solidFill>
              </a:rPr>
              <a:t>或</a:t>
            </a:r>
            <a:r>
              <a:rPr lang="zh-CN" altLang="en-US" sz="2000" b="1" dirty="0">
                <a:solidFill>
                  <a:srgbClr val="990000"/>
                </a:solidFill>
              </a:rPr>
              <a:t>经验论（只看重感性认识）</a:t>
            </a:r>
            <a:r>
              <a:rPr lang="zh-CN" altLang="en-US" sz="2000" b="1" dirty="0">
                <a:solidFill>
                  <a:srgbClr val="0000FF"/>
                </a:solidFill>
              </a:rPr>
              <a:t>，在实际工作中就会犯</a:t>
            </a:r>
            <a:r>
              <a:rPr lang="zh-CN" altLang="en-US" sz="2000" b="1" dirty="0">
                <a:solidFill>
                  <a:srgbClr val="990000"/>
                </a:solidFill>
              </a:rPr>
              <a:t>教条主义</a:t>
            </a:r>
            <a:r>
              <a:rPr lang="zh-CN" altLang="en-US" sz="2000" b="1" dirty="0">
                <a:solidFill>
                  <a:srgbClr val="0000FF"/>
                </a:solidFill>
              </a:rPr>
              <a:t>或</a:t>
            </a:r>
            <a:r>
              <a:rPr lang="zh-CN" altLang="en-US" sz="2000" b="1" dirty="0">
                <a:solidFill>
                  <a:srgbClr val="990000"/>
                </a:solidFill>
              </a:rPr>
              <a:t>经验主义</a:t>
            </a:r>
            <a:r>
              <a:rPr lang="zh-CN" altLang="en-US" sz="2000" b="1" dirty="0">
                <a:solidFill>
                  <a:srgbClr val="0000FF"/>
                </a:solidFill>
              </a:rPr>
              <a:t>的错误。</a:t>
            </a:r>
          </a:p>
        </p:txBody>
      </p:sp>
      <p:sp>
        <p:nvSpPr>
          <p:cNvPr id="19" name="矩形 810007" descr="白色大理石"/>
          <p:cNvSpPr>
            <a:spLocks noChangeArrowheads="1" noChangeShapeType="1" noTextEdit="1"/>
          </p:cNvSpPr>
          <p:nvPr/>
        </p:nvSpPr>
        <p:spPr bwMode="auto">
          <a:xfrm>
            <a:off x="357158" y="4643446"/>
            <a:ext cx="4572032" cy="563584"/>
          </a:xfrm>
          <a:prstGeom prst="rect">
            <a:avLst/>
          </a:prstGeom>
          <a:extLst>
            <a:ext uri="{91240B29-F687-4F45-9708-019B960494DF}">
              <a14:hiddenLine xmlns:a14="http://schemas.microsoft.com/office/drawing/2010/main" w="9525">
                <a:noFill/>
                <a:round/>
                <a:headEnd/>
                <a:tailEnd/>
              </a14:hiddenLine>
            </a:ext>
          </a:extLst>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eaLnBrk="1" hangingPunct="1">
              <a:buFont typeface="Arial" panose="020B0604020202020204" pitchFamily="34" charset="0"/>
              <a:buNone/>
              <a:defRPr/>
            </a:pPr>
            <a:r>
              <a:rPr lang="zh-CN" altLang="en-US" sz="3600" dirty="0">
                <a:blipFill dpi="0" rotWithShape="0">
                  <a:blip r:embed="rId2"/>
                  <a:srcRect/>
                  <a:tile tx="0" ty="0" sx="100000" sy="100000" flip="none" algn="tl"/>
                </a:blipFill>
                <a:latin typeface="宋体"/>
                <a:ea typeface="宋体"/>
              </a:rPr>
              <a:t>如果割裂二者的辩证关系 </a:t>
            </a:r>
            <a:r>
              <a:rPr lang="en-US" altLang="zh-CN" sz="3600" dirty="0">
                <a:blipFill dpi="0" rotWithShape="0">
                  <a:blip r:embed="rId2"/>
                  <a:srcRect/>
                  <a:tile tx="0" ty="0" sx="100000" sy="100000" flip="none" algn="tl"/>
                </a:blipFill>
                <a:latin typeface="宋体"/>
                <a:ea typeface="宋体"/>
              </a:rPr>
              <a:t>—</a:t>
            </a:r>
            <a:endParaRPr lang="zh-CN" altLang="en-US" sz="3600" dirty="0">
              <a:blipFill dpi="0" rotWithShape="0">
                <a:blip r:embed="rId2"/>
                <a:srcRect/>
                <a:tile tx="0" ty="0" sx="100000" sy="100000" flip="none" algn="tl"/>
              </a:blipFill>
              <a:latin typeface="宋体"/>
              <a:ea typeface="宋体"/>
            </a:endParaRPr>
          </a:p>
        </p:txBody>
      </p:sp>
      <p:sp>
        <p:nvSpPr>
          <p:cNvPr id="16" name="右箭头 15"/>
          <p:cNvSpPr/>
          <p:nvPr/>
        </p:nvSpPr>
        <p:spPr bwMode="auto">
          <a:xfrm>
            <a:off x="6500826" y="2714620"/>
            <a:ext cx="571504" cy="142876"/>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Verdana" pitchFamily="34" charset="0"/>
              <a:ea typeface="宋体" pitchFamily="2" charset="-122"/>
            </a:endParaRPr>
          </a:p>
        </p:txBody>
      </p:sp>
      <p:sp>
        <p:nvSpPr>
          <p:cNvPr id="17" name="右箭头 16"/>
          <p:cNvSpPr/>
          <p:nvPr/>
        </p:nvSpPr>
        <p:spPr bwMode="auto">
          <a:xfrm>
            <a:off x="6500826" y="3643314"/>
            <a:ext cx="571504" cy="142876"/>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Verdana" pitchFamily="34" charset="0"/>
              <a:ea typeface="宋体"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矩形 737287"/>
          <p:cNvSpPr>
            <a:spLocks noChangeArrowheads="1"/>
          </p:cNvSpPr>
          <p:nvPr/>
        </p:nvSpPr>
        <p:spPr bwMode="auto">
          <a:xfrm>
            <a:off x="571472" y="1000108"/>
            <a:ext cx="8001056" cy="928694"/>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pPr>
            <a:r>
              <a:rPr lang="en-US" altLang="zh-CN" sz="2000" b="1" dirty="0">
                <a:solidFill>
                  <a:srgbClr val="990000"/>
                </a:solidFill>
                <a:ea typeface="楷体_GB2312" pitchFamily="49" charset="-122"/>
              </a:rPr>
              <a:t>   </a:t>
            </a:r>
            <a:r>
              <a:rPr lang="en-US" altLang="zh-CN" sz="2000" b="1" dirty="0">
                <a:solidFill>
                  <a:srgbClr val="0000FF"/>
                </a:solidFill>
                <a:ea typeface="楷体_GB2312" pitchFamily="49" charset="-122"/>
              </a:rPr>
              <a:t>- </a:t>
            </a:r>
            <a:r>
              <a:rPr lang="zh-CN" altLang="en-US" sz="2000" b="1" dirty="0">
                <a:solidFill>
                  <a:srgbClr val="0000FF"/>
                </a:solidFill>
                <a:latin typeface="楷体" pitchFamily="49" charset="-122"/>
                <a:ea typeface="楷体" pitchFamily="49" charset="-122"/>
              </a:rPr>
              <a:t>勇于实践，深入调查，获取十分丰富和合乎实际的感性材料</a:t>
            </a:r>
            <a:r>
              <a:rPr lang="zh-CN" altLang="en-US" sz="2000" b="1" dirty="0">
                <a:solidFill>
                  <a:srgbClr val="0000FF"/>
                </a:solidFill>
                <a:ea typeface="楷体_GB2312" pitchFamily="49" charset="-122"/>
              </a:rPr>
              <a:t>。</a:t>
            </a:r>
          </a:p>
          <a:p>
            <a:pPr algn="r" eaLnBrk="1" hangingPunct="1">
              <a:lnSpc>
                <a:spcPct val="125000"/>
              </a:lnSpc>
              <a:spcBef>
                <a:spcPct val="20000"/>
              </a:spcBef>
            </a:pPr>
            <a:r>
              <a:rPr lang="zh-CN" altLang="en-US" sz="2000" b="1" dirty="0">
                <a:solidFill>
                  <a:srgbClr val="990000"/>
                </a:solidFill>
                <a:ea typeface="楷体_GB2312" pitchFamily="49" charset="-122"/>
              </a:rPr>
              <a:t>                               </a:t>
            </a:r>
            <a:r>
              <a:rPr lang="en-US" altLang="zh-CN" sz="2000" b="1" dirty="0">
                <a:solidFill>
                  <a:srgbClr val="FF0000"/>
                </a:solidFill>
              </a:rPr>
              <a:t>—</a:t>
            </a:r>
            <a:r>
              <a:rPr lang="en-US" altLang="zh-CN" sz="2000" b="1" dirty="0">
                <a:solidFill>
                  <a:srgbClr val="FF0000"/>
                </a:solidFill>
                <a:latin typeface="幼圆" pitchFamily="49" charset="-122"/>
              </a:rPr>
              <a:t> </a:t>
            </a:r>
            <a:r>
              <a:rPr lang="zh-CN" altLang="en-US" sz="2000" b="1" dirty="0">
                <a:solidFill>
                  <a:srgbClr val="FF0000"/>
                </a:solidFill>
                <a:latin typeface="幼圆" pitchFamily="49" charset="-122"/>
              </a:rPr>
              <a:t>基础</a:t>
            </a:r>
            <a:endParaRPr lang="zh-CN" altLang="en-US" sz="2000" b="1" dirty="0">
              <a:solidFill>
                <a:srgbClr val="990000"/>
              </a:solidFill>
              <a:ea typeface="楷体_GB2312" pitchFamily="49" charset="-122"/>
            </a:endParaRPr>
          </a:p>
        </p:txBody>
      </p:sp>
      <p:sp>
        <p:nvSpPr>
          <p:cNvPr id="58371" name="矩形 737288"/>
          <p:cNvSpPr>
            <a:spLocks noChangeArrowheads="1" noChangeShapeType="1" noTextEdit="1"/>
          </p:cNvSpPr>
          <p:nvPr/>
        </p:nvSpPr>
        <p:spPr bwMode="auto">
          <a:xfrm rot="5400000">
            <a:off x="-600106" y="2100248"/>
            <a:ext cx="1828800" cy="342900"/>
          </a:xfrm>
          <a:prstGeom prst="rect">
            <a:avLst/>
          </a:prstGeom>
        </p:spPr>
        <p:txBody>
          <a:bodyPr vert="eaVert" wrap="none" fromWordArt="1">
            <a:prstTxWarp prst="textPlain">
              <a:avLst>
                <a:gd name="adj" fmla="val 50000"/>
              </a:avLst>
            </a:prstTxWarp>
          </a:bodyPr>
          <a:lstStyle/>
          <a:p>
            <a:pPr algn="ctr" fontAlgn="auto"/>
            <a:r>
              <a:rPr lang="zh-CN" altLang="en-US" sz="3600" kern="10" dirty="0">
                <a:ln w="9525">
                  <a:solidFill>
                    <a:srgbClr val="800000"/>
                  </a:solidFill>
                  <a:round/>
                  <a:headEnd/>
                  <a:tailEnd/>
                </a:ln>
                <a:solidFill>
                  <a:srgbClr val="800000"/>
                </a:solidFill>
                <a:effectLst>
                  <a:outerShdw dist="35921" dir="2700000" algn="ctr" rotWithShape="0">
                    <a:srgbClr val="B2B2B2">
                      <a:alpha val="79999"/>
                    </a:srgbClr>
                  </a:outerShdw>
                </a:effectLst>
                <a:latin typeface="宋体"/>
                <a:ea typeface="宋体"/>
              </a:rPr>
              <a:t>基 本 条 件</a:t>
            </a:r>
          </a:p>
        </p:txBody>
      </p:sp>
      <p:sp>
        <p:nvSpPr>
          <p:cNvPr id="58373" name="矩形 737291" descr="白色大理石"/>
          <p:cNvSpPr>
            <a:spLocks noChangeArrowheads="1" noChangeShapeType="1" noTextEdit="1"/>
          </p:cNvSpPr>
          <p:nvPr/>
        </p:nvSpPr>
        <p:spPr bwMode="auto">
          <a:xfrm>
            <a:off x="4500562" y="214290"/>
            <a:ext cx="4148140" cy="730241"/>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zh-CN" altLang="en-US" sz="2000" kern="10" dirty="0">
                <a:ln w="9525">
                  <a:round/>
                  <a:headEnd/>
                  <a:tailEnd/>
                </a:ln>
                <a:blipFill dpi="0" rotWithShape="0">
                  <a:blip r:embed="rId2"/>
                  <a:srcRect/>
                  <a:tile tx="0" ty="0" sx="100000" sy="100000" flip="none" algn="tl"/>
                </a:blipFill>
                <a:latin typeface="宋体"/>
                <a:ea typeface="宋体"/>
              </a:rPr>
              <a:t>感性认识向理性认识的过渡  </a:t>
            </a:r>
          </a:p>
        </p:txBody>
      </p:sp>
      <p:grpSp>
        <p:nvGrpSpPr>
          <p:cNvPr id="58375" name="组合 737294"/>
          <p:cNvGrpSpPr>
            <a:grpSpLocks/>
          </p:cNvGrpSpPr>
          <p:nvPr/>
        </p:nvGrpSpPr>
        <p:grpSpPr bwMode="auto">
          <a:xfrm>
            <a:off x="500034" y="285728"/>
            <a:ext cx="3784598" cy="581009"/>
            <a:chOff x="1338" y="1109"/>
            <a:chExt cx="3696" cy="423"/>
          </a:xfrm>
        </p:grpSpPr>
        <p:sp>
          <p:nvSpPr>
            <p:cNvPr id="58377" name="圆角矩形 737295"/>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58378" name="文本框 737296"/>
            <p:cNvSpPr txBox="1">
              <a:spLocks noChangeArrowheads="1"/>
            </p:cNvSpPr>
            <p:nvPr/>
          </p:nvSpPr>
          <p:spPr bwMode="auto">
            <a:xfrm>
              <a:off x="1440" y="1122"/>
              <a:ext cx="3550" cy="410"/>
            </a:xfrm>
            <a:prstGeom prst="rect">
              <a:avLst/>
            </a:prstGeom>
            <a:noFill/>
            <a:ln w="9525">
              <a:noFill/>
              <a:miter lim="800000"/>
              <a:headEnd/>
              <a:tailEnd/>
            </a:ln>
          </p:spPr>
          <p:txBody>
            <a:bodyPr>
              <a:spAutoFit/>
            </a:bodyPr>
            <a:lstStyle/>
            <a:p>
              <a:pPr algn="ctr" eaLnBrk="1" hangingPunct="1"/>
              <a:r>
                <a:rPr lang="en-US" altLang="zh-CN" sz="2400" b="1" dirty="0">
                  <a:solidFill>
                    <a:schemeClr val="bg1"/>
                  </a:solidFill>
                  <a:latin typeface="楷体" pitchFamily="49" charset="-122"/>
                  <a:ea typeface="楷体" pitchFamily="49" charset="-122"/>
                </a:rPr>
                <a:t>3 “</a:t>
              </a:r>
              <a:r>
                <a:rPr lang="zh-CN" altLang="en-US" sz="2400" b="1" dirty="0">
                  <a:solidFill>
                    <a:schemeClr val="bg1"/>
                  </a:solidFill>
                  <a:latin typeface="楷体" pitchFamily="49" charset="-122"/>
                  <a:ea typeface="楷体" pitchFamily="49" charset="-122"/>
                </a:rPr>
                <a:t>上升</a:t>
              </a:r>
              <a:r>
                <a:rPr lang="en-US" altLang="zh-CN" sz="2400" b="1" dirty="0">
                  <a:solidFill>
                    <a:schemeClr val="bg1"/>
                  </a:solidFill>
                  <a:latin typeface="楷体" pitchFamily="49" charset="-122"/>
                  <a:ea typeface="楷体" pitchFamily="49" charset="-122"/>
                </a:rPr>
                <a:t>”</a:t>
              </a:r>
              <a:r>
                <a:rPr lang="zh-CN" altLang="en-US" sz="2400" b="1" dirty="0">
                  <a:solidFill>
                    <a:schemeClr val="bg1"/>
                  </a:solidFill>
                  <a:latin typeface="楷体" pitchFamily="49" charset="-122"/>
                  <a:ea typeface="楷体" pitchFamily="49" charset="-122"/>
                </a:rPr>
                <a:t>的基本条件 </a:t>
              </a:r>
              <a:r>
                <a:rPr lang="zh-CN" altLang="en-US" sz="2400" b="1" dirty="0">
                  <a:solidFill>
                    <a:schemeClr val="bg1"/>
                  </a:solidFill>
                  <a:latin typeface="楷体_GB2312" pitchFamily="49" charset="-122"/>
                  <a:ea typeface="楷体_GB2312" pitchFamily="49" charset="-122"/>
                </a:rPr>
                <a:t> </a:t>
              </a:r>
            </a:p>
          </p:txBody>
        </p:sp>
      </p:grpSp>
      <p:sp>
        <p:nvSpPr>
          <p:cNvPr id="58376" name="矩形 737300"/>
          <p:cNvSpPr>
            <a:spLocks noChangeArrowheads="1"/>
          </p:cNvSpPr>
          <p:nvPr/>
        </p:nvSpPr>
        <p:spPr bwMode="auto">
          <a:xfrm>
            <a:off x="571472" y="2000240"/>
            <a:ext cx="8001056" cy="1285884"/>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pPr>
            <a:r>
              <a:rPr lang="en-US" altLang="zh-CN" sz="2000" b="1" dirty="0">
                <a:solidFill>
                  <a:srgbClr val="990000"/>
                </a:solidFill>
                <a:ea typeface="楷体_GB2312" pitchFamily="49" charset="-122"/>
              </a:rPr>
              <a:t>   </a:t>
            </a:r>
            <a:r>
              <a:rPr lang="en-US" altLang="zh-CN" sz="2000" b="1" dirty="0">
                <a:solidFill>
                  <a:srgbClr val="0000FF"/>
                </a:solidFill>
                <a:ea typeface="楷体_GB2312" pitchFamily="49" charset="-122"/>
              </a:rPr>
              <a:t>- </a:t>
            </a:r>
            <a:r>
              <a:rPr lang="zh-CN" altLang="en-US" sz="2000" b="1" dirty="0">
                <a:solidFill>
                  <a:srgbClr val="0000FF"/>
                </a:solidFill>
                <a:latin typeface="楷体" pitchFamily="49" charset="-122"/>
                <a:ea typeface="楷体" pitchFamily="49" charset="-122"/>
              </a:rPr>
              <a:t>经过理性思考的作用，将丰富的感性材料加以去粗取精、去伪存真、由此及彼、由表及里的制作加工。</a:t>
            </a:r>
            <a:endParaRPr lang="zh-CN" altLang="en-US" sz="2000" b="1" dirty="0">
              <a:solidFill>
                <a:srgbClr val="0000FF"/>
              </a:solidFill>
              <a:ea typeface="楷体_GB2312" pitchFamily="49" charset="-122"/>
            </a:endParaRPr>
          </a:p>
          <a:p>
            <a:pPr algn="r" eaLnBrk="1" hangingPunct="1">
              <a:lnSpc>
                <a:spcPct val="125000"/>
              </a:lnSpc>
              <a:spcBef>
                <a:spcPct val="20000"/>
              </a:spcBef>
            </a:pPr>
            <a:r>
              <a:rPr lang="zh-CN" altLang="en-US" sz="2000" b="1" dirty="0">
                <a:solidFill>
                  <a:srgbClr val="990000"/>
                </a:solidFill>
                <a:ea typeface="楷体_GB2312" pitchFamily="49" charset="-122"/>
              </a:rPr>
              <a:t>      </a:t>
            </a:r>
            <a:r>
              <a:rPr lang="zh-CN" altLang="en-US" sz="2000" b="1" dirty="0">
                <a:solidFill>
                  <a:srgbClr val="FF0000"/>
                </a:solidFill>
                <a:latin typeface="幼圆" pitchFamily="49" charset="-122"/>
              </a:rPr>
              <a:t>     </a:t>
            </a:r>
            <a:r>
              <a:rPr lang="en-US" altLang="zh-CN" sz="2000" b="1" dirty="0">
                <a:solidFill>
                  <a:srgbClr val="FF0000"/>
                </a:solidFill>
              </a:rPr>
              <a:t>—</a:t>
            </a:r>
            <a:r>
              <a:rPr lang="en-US" altLang="zh-CN" sz="2000" b="1" dirty="0">
                <a:solidFill>
                  <a:srgbClr val="FF0000"/>
                </a:solidFill>
                <a:latin typeface="幼圆" pitchFamily="49" charset="-122"/>
              </a:rPr>
              <a:t> </a:t>
            </a:r>
            <a:r>
              <a:rPr lang="zh-CN" altLang="en-US" sz="2000" b="1" dirty="0">
                <a:solidFill>
                  <a:srgbClr val="FF0000"/>
                </a:solidFill>
                <a:latin typeface="幼圆" pitchFamily="49" charset="-122"/>
              </a:rPr>
              <a:t>辩证思维的科学方法</a:t>
            </a:r>
            <a:r>
              <a:rPr lang="zh-CN" altLang="en-US" sz="2000" b="1" dirty="0">
                <a:solidFill>
                  <a:srgbClr val="990000"/>
                </a:solidFill>
                <a:ea typeface="楷体_GB2312" pitchFamily="49" charset="-122"/>
              </a:rPr>
              <a:t>                             </a:t>
            </a:r>
          </a:p>
        </p:txBody>
      </p:sp>
      <p:grpSp>
        <p:nvGrpSpPr>
          <p:cNvPr id="10" name="组合 714785"/>
          <p:cNvGrpSpPr>
            <a:grpSpLocks/>
          </p:cNvGrpSpPr>
          <p:nvPr/>
        </p:nvGrpSpPr>
        <p:grpSpPr bwMode="auto">
          <a:xfrm>
            <a:off x="571472" y="3429000"/>
            <a:ext cx="3462338" cy="481013"/>
            <a:chOff x="1577" y="1132"/>
            <a:chExt cx="2647" cy="384"/>
          </a:xfrm>
        </p:grpSpPr>
        <p:sp>
          <p:nvSpPr>
            <p:cNvPr id="11" name="圆角矩形 714786"/>
            <p:cNvSpPr>
              <a:spLocks noChangeArrowheads="1"/>
            </p:cNvSpPr>
            <p:nvPr/>
          </p:nvSpPr>
          <p:spPr bwMode="auto">
            <a:xfrm>
              <a:off x="1577" y="1132"/>
              <a:ext cx="25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12" name="文本框 714787"/>
            <p:cNvSpPr txBox="1">
              <a:spLocks noChangeArrowheads="1"/>
            </p:cNvSpPr>
            <p:nvPr/>
          </p:nvSpPr>
          <p:spPr bwMode="auto">
            <a:xfrm>
              <a:off x="1606" y="1137"/>
              <a:ext cx="2618" cy="368"/>
            </a:xfrm>
            <a:prstGeom prst="rect">
              <a:avLst/>
            </a:prstGeom>
            <a:noFill/>
            <a:ln w="9525">
              <a:noFill/>
              <a:miter lim="800000"/>
              <a:headEnd/>
              <a:tailEnd/>
            </a:ln>
          </p:spPr>
          <p:txBody>
            <a:bodyPr>
              <a:spAutoFit/>
            </a:bodyPr>
            <a:lstStyle/>
            <a:p>
              <a:pPr algn="ctr" eaLnBrk="1" hangingPunct="1"/>
              <a:r>
                <a:rPr lang="en-US" altLang="zh-CN" sz="2400" b="1" dirty="0">
                  <a:solidFill>
                    <a:schemeClr val="bg1"/>
                  </a:solidFill>
                  <a:latin typeface="楷体" pitchFamily="49" charset="-122"/>
                  <a:ea typeface="楷体" pitchFamily="49" charset="-122"/>
                </a:rPr>
                <a:t>4 </a:t>
              </a:r>
              <a:r>
                <a:rPr lang="zh-CN" altLang="en-US" sz="2400" b="1" dirty="0">
                  <a:solidFill>
                    <a:schemeClr val="bg1"/>
                  </a:solidFill>
                  <a:latin typeface="楷体" pitchFamily="49" charset="-122"/>
                  <a:ea typeface="楷体" pitchFamily="49" charset="-122"/>
                </a:rPr>
                <a:t>认识中的非理性因素</a:t>
              </a:r>
            </a:p>
          </p:txBody>
        </p:sp>
      </p:grpSp>
      <p:sp>
        <p:nvSpPr>
          <p:cNvPr id="13" name="矩形 816132"/>
          <p:cNvSpPr>
            <a:spLocks noChangeArrowheads="1"/>
          </p:cNvSpPr>
          <p:nvPr/>
        </p:nvSpPr>
        <p:spPr bwMode="auto">
          <a:xfrm>
            <a:off x="571472" y="4000504"/>
            <a:ext cx="8001056" cy="1285884"/>
          </a:xfrm>
          <a:prstGeom prst="rect">
            <a:avLst/>
          </a:prstGeom>
          <a:solidFill>
            <a:srgbClr val="FFFF99"/>
          </a:solidFill>
          <a:ln w="9525">
            <a:solidFill>
              <a:srgbClr val="FF9900"/>
            </a:solidFill>
            <a:miter lim="800000"/>
            <a:headEnd/>
            <a:tailEnd/>
          </a:ln>
        </p:spPr>
        <p:txBody>
          <a:bodyPr/>
          <a:lstStyle/>
          <a:p>
            <a:pPr eaLnBrk="1" hangingPunct="1">
              <a:lnSpc>
                <a:spcPct val="125000"/>
              </a:lnSpc>
              <a:spcBef>
                <a:spcPct val="20000"/>
              </a:spcBef>
            </a:pPr>
            <a:r>
              <a:rPr lang="zh-CN" altLang="en-US" sz="2000" b="1" dirty="0">
                <a:solidFill>
                  <a:srgbClr val="0000FF"/>
                </a:solidFill>
              </a:rPr>
              <a:t>狭义</a:t>
            </a:r>
            <a:r>
              <a:rPr lang="zh-CN" altLang="en-US" sz="2000" b="1" dirty="0">
                <a:solidFill>
                  <a:srgbClr val="990000"/>
                </a:solidFill>
                <a:ea typeface="楷体_GB2312" pitchFamily="49" charset="-122"/>
              </a:rPr>
              <a:t>：</a:t>
            </a:r>
            <a:r>
              <a:rPr lang="zh-CN" altLang="en-US" sz="2000" b="1" dirty="0">
                <a:solidFill>
                  <a:srgbClr val="990000"/>
                </a:solidFill>
                <a:latin typeface="楷体" pitchFamily="49" charset="-122"/>
                <a:ea typeface="楷体" pitchFamily="49" charset="-122"/>
              </a:rPr>
              <a:t>认识主体的情感和意志</a:t>
            </a:r>
            <a:r>
              <a:rPr lang="zh-CN" altLang="en-US" sz="2000" b="1" dirty="0">
                <a:solidFill>
                  <a:srgbClr val="990000"/>
                </a:solidFill>
                <a:ea typeface="楷体_GB2312" pitchFamily="49" charset="-122"/>
              </a:rPr>
              <a:t>   </a:t>
            </a:r>
          </a:p>
          <a:p>
            <a:pPr eaLnBrk="1" hangingPunct="1">
              <a:lnSpc>
                <a:spcPct val="125000"/>
              </a:lnSpc>
              <a:spcBef>
                <a:spcPct val="20000"/>
              </a:spcBef>
            </a:pPr>
            <a:r>
              <a:rPr lang="zh-CN" altLang="en-US" sz="2000" b="1" dirty="0">
                <a:solidFill>
                  <a:srgbClr val="0000FF"/>
                </a:solidFill>
              </a:rPr>
              <a:t>广义</a:t>
            </a:r>
            <a:r>
              <a:rPr lang="zh-CN" altLang="en-US" sz="2000" b="1" dirty="0">
                <a:solidFill>
                  <a:srgbClr val="990000"/>
                </a:solidFill>
                <a:ea typeface="楷体_GB2312" pitchFamily="49" charset="-122"/>
              </a:rPr>
              <a:t>：</a:t>
            </a:r>
            <a:r>
              <a:rPr lang="zh-CN" altLang="en-US" sz="2000" b="1" dirty="0">
                <a:solidFill>
                  <a:srgbClr val="990000"/>
                </a:solidFill>
                <a:latin typeface="楷体" pitchFamily="49" charset="-122"/>
                <a:ea typeface="楷体" pitchFamily="49" charset="-122"/>
              </a:rPr>
              <a:t>认识能力中具有不自觉、非逻辑等特点的认识形式（联想、想象、猜测、直觉、顿悟、灵感等）</a:t>
            </a:r>
          </a:p>
        </p:txBody>
      </p:sp>
      <p:sp>
        <p:nvSpPr>
          <p:cNvPr id="14" name="矩形 816135"/>
          <p:cNvSpPr>
            <a:spLocks noChangeArrowheads="1"/>
          </p:cNvSpPr>
          <p:nvPr/>
        </p:nvSpPr>
        <p:spPr bwMode="auto">
          <a:xfrm>
            <a:off x="571472" y="5357826"/>
            <a:ext cx="8001056" cy="1320789"/>
          </a:xfrm>
          <a:prstGeom prst="rect">
            <a:avLst/>
          </a:prstGeom>
          <a:solidFill>
            <a:srgbClr val="FFFF99"/>
          </a:solidFill>
          <a:ln w="9525">
            <a:solidFill>
              <a:srgbClr val="FF9900"/>
            </a:solidFill>
            <a:miter lim="800000"/>
            <a:headEnd/>
            <a:tailEnd/>
          </a:ln>
        </p:spPr>
        <p:txBody>
          <a:bodyPr/>
          <a:lstStyle/>
          <a:p>
            <a:pPr eaLnBrk="1" hangingPunct="1">
              <a:lnSpc>
                <a:spcPct val="125000"/>
              </a:lnSpc>
              <a:spcBef>
                <a:spcPct val="20000"/>
              </a:spcBef>
            </a:pPr>
            <a:r>
              <a:rPr lang="en-US" altLang="zh-CN" sz="2000" b="1" dirty="0">
                <a:solidFill>
                  <a:srgbClr val="0000FF"/>
                </a:solidFill>
                <a:ea typeface="楷体_GB2312" pitchFamily="49" charset="-122"/>
              </a:rPr>
              <a:t>   </a:t>
            </a:r>
            <a:r>
              <a:rPr lang="en-US" altLang="zh-CN" sz="2000" b="1" dirty="0">
                <a:solidFill>
                  <a:srgbClr val="0000FF"/>
                </a:solidFill>
                <a:latin typeface="楷体" pitchFamily="49" charset="-122"/>
                <a:ea typeface="楷体" pitchFamily="49" charset="-122"/>
              </a:rPr>
              <a:t>- </a:t>
            </a:r>
            <a:r>
              <a:rPr lang="zh-CN" altLang="en-US" sz="2000" b="1" dirty="0">
                <a:solidFill>
                  <a:srgbClr val="0000FF"/>
                </a:solidFill>
                <a:latin typeface="楷体" pitchFamily="49" charset="-122"/>
                <a:ea typeface="楷体" pitchFamily="49" charset="-122"/>
              </a:rPr>
              <a:t>对于人的认识活动和人的认识能力的发挥具有激活、驱动和控制作用（美好的心境、坚韧的意志、饱满的热情等）。</a:t>
            </a:r>
          </a:p>
          <a:p>
            <a:pPr eaLnBrk="1" hangingPunct="1">
              <a:lnSpc>
                <a:spcPct val="125000"/>
              </a:lnSpc>
              <a:spcBef>
                <a:spcPct val="20000"/>
              </a:spcBef>
            </a:pPr>
            <a:r>
              <a:rPr lang="zh-CN" altLang="en-US" sz="2000" b="1" dirty="0">
                <a:solidFill>
                  <a:srgbClr val="0000FF"/>
                </a:solidFill>
                <a:latin typeface="楷体" pitchFamily="49" charset="-122"/>
                <a:ea typeface="楷体" pitchFamily="49" charset="-122"/>
              </a:rPr>
              <a:t>  </a:t>
            </a:r>
            <a:r>
              <a:rPr lang="en-US" altLang="zh-CN" sz="2000" b="1" dirty="0">
                <a:solidFill>
                  <a:srgbClr val="0000FF"/>
                </a:solidFill>
                <a:latin typeface="楷体" pitchFamily="49" charset="-122"/>
                <a:ea typeface="楷体" pitchFamily="49" charset="-122"/>
              </a:rPr>
              <a:t>- </a:t>
            </a:r>
            <a:r>
              <a:rPr lang="zh-CN" altLang="en-US" sz="2000" b="1" dirty="0">
                <a:solidFill>
                  <a:srgbClr val="0000FF"/>
                </a:solidFill>
                <a:latin typeface="楷体" pitchFamily="49" charset="-122"/>
                <a:ea typeface="楷体" pitchFamily="49" charset="-122"/>
              </a:rPr>
              <a:t>有些非理性因素对认识起着消极作用。</a:t>
            </a:r>
          </a:p>
        </p:txBody>
      </p:sp>
      <p:sp>
        <p:nvSpPr>
          <p:cNvPr id="15" name="矩形 816136"/>
          <p:cNvSpPr>
            <a:spLocks noChangeArrowheads="1" noChangeShapeType="1" noTextEdit="1"/>
          </p:cNvSpPr>
          <p:nvPr/>
        </p:nvSpPr>
        <p:spPr bwMode="auto">
          <a:xfrm rot="5400000">
            <a:off x="-263556" y="4478342"/>
            <a:ext cx="1143000" cy="330200"/>
          </a:xfrm>
          <a:prstGeom prst="rect">
            <a:avLst/>
          </a:prstGeom>
        </p:spPr>
        <p:txBody>
          <a:bodyPr vert="eaVert" wrap="none" fromWordArt="1">
            <a:prstTxWarp prst="textPlain">
              <a:avLst>
                <a:gd name="adj" fmla="val 50000"/>
              </a:avLst>
            </a:prstTxWarp>
            <a:scene3d>
              <a:camera prst="legacyPerspectiveFront">
                <a:rot lat="20639991" lon="20699991" rev="0"/>
              </a:camera>
              <a:lightRig rig="legacyNormal3" dir="l"/>
            </a:scene3d>
            <a:sp3d extrusionH="201600" prstMaterial="legacyPlastic">
              <a:extrusionClr>
                <a:srgbClr val="FF9966"/>
              </a:extrusionClr>
            </a:sp3d>
          </a:bodyPr>
          <a:lstStyle/>
          <a:p>
            <a:pPr algn="ctr" fontAlgn="auto"/>
            <a:r>
              <a:rPr lang="zh-CN" altLang="en-US" sz="3600" kern="10" dirty="0">
                <a:ln w="9525">
                  <a:round/>
                  <a:headEnd/>
                  <a:tailEnd/>
                </a:ln>
                <a:solidFill>
                  <a:srgbClr val="CC0000"/>
                </a:solidFill>
                <a:latin typeface="宋体"/>
                <a:ea typeface="宋体"/>
              </a:rPr>
              <a:t>涵 义</a:t>
            </a:r>
          </a:p>
        </p:txBody>
      </p:sp>
      <p:sp>
        <p:nvSpPr>
          <p:cNvPr id="16" name="矩形 816137"/>
          <p:cNvSpPr>
            <a:spLocks noChangeArrowheads="1" noChangeShapeType="1" noTextEdit="1"/>
          </p:cNvSpPr>
          <p:nvPr/>
        </p:nvSpPr>
        <p:spPr bwMode="auto">
          <a:xfrm rot="5400000">
            <a:off x="-257206" y="5829314"/>
            <a:ext cx="1143000" cy="342900"/>
          </a:xfrm>
          <a:prstGeom prst="rect">
            <a:avLst/>
          </a:prstGeom>
        </p:spPr>
        <p:txBody>
          <a:bodyPr vert="eaVert" wrap="none" fromWordArt="1">
            <a:prstTxWarp prst="textPlain">
              <a:avLst>
                <a:gd name="adj" fmla="val 50000"/>
              </a:avLst>
            </a:prstTxWarp>
            <a:scene3d>
              <a:camera prst="legacyPerspectiveFront">
                <a:rot lat="20639991" lon="20699991" rev="0"/>
              </a:camera>
              <a:lightRig rig="legacyNormal3" dir="l"/>
            </a:scene3d>
            <a:sp3d extrusionH="201600" prstMaterial="legacyPlastic">
              <a:extrusionClr>
                <a:srgbClr val="FF9966"/>
              </a:extrusionClr>
            </a:sp3d>
          </a:bodyPr>
          <a:lstStyle/>
          <a:p>
            <a:pPr algn="ctr" fontAlgn="auto"/>
            <a:r>
              <a:rPr lang="zh-CN" altLang="en-US" sz="3600" kern="10" dirty="0">
                <a:ln w="9525">
                  <a:round/>
                  <a:headEnd/>
                  <a:tailEnd/>
                </a:ln>
                <a:solidFill>
                  <a:srgbClr val="CC0000"/>
                </a:solidFill>
                <a:latin typeface="宋体"/>
                <a:ea typeface="宋体"/>
              </a:rPr>
              <a:t>作 用</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矩形 715780"/>
          <p:cNvSpPr>
            <a:spLocks noChangeArrowheads="1"/>
          </p:cNvSpPr>
          <p:nvPr/>
        </p:nvSpPr>
        <p:spPr bwMode="auto">
          <a:xfrm>
            <a:off x="519113" y="519113"/>
            <a:ext cx="3455987" cy="490519"/>
          </a:xfrm>
          <a:prstGeom prst="rect">
            <a:avLst/>
          </a:prstGeom>
          <a:solidFill>
            <a:srgbClr val="CCFFFF"/>
          </a:solidFill>
          <a:ln w="12700">
            <a:solidFill>
              <a:srgbClr val="FF3300"/>
            </a:solidFill>
            <a:miter lim="800000"/>
            <a:headEnd/>
            <a:tailEnd/>
          </a:ln>
        </p:spPr>
        <p:txBody>
          <a:bodyPr>
            <a:spAutoFit/>
          </a:bodyPr>
          <a:lstStyle/>
          <a:p>
            <a:pPr eaLnBrk="1" hangingPunct="1">
              <a:lnSpc>
                <a:spcPct val="125000"/>
              </a:lnSpc>
            </a:pPr>
            <a:r>
              <a:rPr lang="zh-CN" altLang="en-US" sz="2400" b="1" dirty="0">
                <a:solidFill>
                  <a:srgbClr val="0000FF"/>
                </a:solidFill>
                <a:latin typeface="黑体" pitchFamily="49" charset="-122"/>
                <a:ea typeface="黑体" pitchFamily="49" charset="-122"/>
              </a:rPr>
              <a:t>（三）从认识到实践</a:t>
            </a:r>
            <a:endParaRPr lang="zh-CN" altLang="en-US" sz="2400" b="1" dirty="0">
              <a:solidFill>
                <a:schemeClr val="accent2"/>
              </a:solidFill>
              <a:latin typeface="黑体" pitchFamily="49" charset="-122"/>
              <a:ea typeface="黑体" pitchFamily="49" charset="-122"/>
            </a:endParaRPr>
          </a:p>
        </p:txBody>
      </p:sp>
      <p:sp>
        <p:nvSpPr>
          <p:cNvPr id="60420" name="矩形 715791"/>
          <p:cNvSpPr>
            <a:spLocks noChangeArrowheads="1"/>
          </p:cNvSpPr>
          <p:nvPr/>
        </p:nvSpPr>
        <p:spPr bwMode="auto">
          <a:xfrm>
            <a:off x="500034" y="1142985"/>
            <a:ext cx="8215339" cy="857256"/>
          </a:xfrm>
          <a:prstGeom prst="rect">
            <a:avLst/>
          </a:prstGeom>
          <a:solidFill>
            <a:srgbClr val="B7E7D2"/>
          </a:solidFill>
          <a:ln w="9525">
            <a:noFill/>
            <a:miter lim="800000"/>
            <a:headEnd/>
            <a:tailEnd/>
          </a:ln>
          <a:effectLst/>
        </p:spPr>
        <p:txBody>
          <a:bodyPr/>
          <a:lstStyle/>
          <a:p>
            <a:pPr eaLnBrk="1" hangingPunct="1">
              <a:lnSpc>
                <a:spcPct val="125000"/>
              </a:lnSpc>
              <a:spcBef>
                <a:spcPct val="20000"/>
              </a:spcBef>
            </a:pPr>
            <a:r>
              <a:rPr lang="en-US" altLang="zh-CN" b="1" dirty="0">
                <a:solidFill>
                  <a:srgbClr val="3333FF"/>
                </a:solidFill>
                <a:latin typeface="幼圆" pitchFamily="49" charset="-122"/>
              </a:rPr>
              <a:t>   </a:t>
            </a:r>
            <a:r>
              <a:rPr lang="en-US" altLang="zh-CN" b="1" dirty="0">
                <a:solidFill>
                  <a:srgbClr val="0000FF"/>
                </a:solidFill>
                <a:latin typeface="幼圆" pitchFamily="49" charset="-122"/>
              </a:rPr>
              <a:t>“</a:t>
            </a:r>
            <a:r>
              <a:rPr lang="zh-CN" altLang="en-US" b="1" dirty="0">
                <a:solidFill>
                  <a:srgbClr val="0000FF"/>
                </a:solidFill>
                <a:latin typeface="幼圆" pitchFamily="49" charset="-122"/>
              </a:rPr>
              <a:t>认识过程的第二个阶段，即由精神到物质的阶段，由思想到存在的阶段”，是认识过程的第二次能动的飞跃。</a:t>
            </a:r>
          </a:p>
        </p:txBody>
      </p:sp>
      <p:grpSp>
        <p:nvGrpSpPr>
          <p:cNvPr id="60423" name="组合 715798"/>
          <p:cNvGrpSpPr>
            <a:grpSpLocks/>
          </p:cNvGrpSpPr>
          <p:nvPr/>
        </p:nvGrpSpPr>
        <p:grpSpPr bwMode="auto">
          <a:xfrm>
            <a:off x="500034" y="2214554"/>
            <a:ext cx="5786478" cy="668335"/>
            <a:chOff x="1338" y="1109"/>
            <a:chExt cx="3696" cy="384"/>
          </a:xfrm>
        </p:grpSpPr>
        <p:sp>
          <p:nvSpPr>
            <p:cNvPr id="60427" name="圆角矩形 715799"/>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60428" name="文本框 715800"/>
            <p:cNvSpPr txBox="1">
              <a:spLocks noChangeArrowheads="1"/>
            </p:cNvSpPr>
            <p:nvPr/>
          </p:nvSpPr>
          <p:spPr bwMode="auto">
            <a:xfrm>
              <a:off x="1439" y="1122"/>
              <a:ext cx="3551" cy="342"/>
            </a:xfrm>
            <a:prstGeom prst="rect">
              <a:avLst/>
            </a:prstGeom>
            <a:noFill/>
            <a:ln w="9525">
              <a:noFill/>
              <a:miter lim="800000"/>
              <a:headEnd/>
              <a:tailEnd/>
            </a:ln>
          </p:spPr>
          <p:txBody>
            <a:bodyPr>
              <a:spAutoFit/>
            </a:bodyPr>
            <a:lstStyle/>
            <a:p>
              <a:pPr eaLnBrk="1" hangingPunct="1">
                <a:lnSpc>
                  <a:spcPct val="125000"/>
                </a:lnSpc>
              </a:pPr>
              <a:r>
                <a:rPr lang="en-US" altLang="zh-CN" sz="2400" b="1" dirty="0">
                  <a:solidFill>
                    <a:schemeClr val="bg1"/>
                  </a:solidFill>
                  <a:latin typeface="楷体" pitchFamily="49" charset="-122"/>
                  <a:ea typeface="楷体" pitchFamily="49" charset="-122"/>
                </a:rPr>
                <a:t>1 </a:t>
              </a:r>
              <a:r>
                <a:rPr lang="zh-CN" altLang="en-US" sz="2400" b="1" dirty="0">
                  <a:solidFill>
                    <a:schemeClr val="bg1"/>
                  </a:solidFill>
                  <a:latin typeface="楷体" pitchFamily="49" charset="-122"/>
                  <a:ea typeface="楷体" pitchFamily="49" charset="-122"/>
                </a:rPr>
                <a:t>认识到实践飞跃的必要性和重要性</a:t>
              </a:r>
              <a:r>
                <a:rPr lang="zh-CN" altLang="en-US" dirty="0">
                  <a:latin typeface="楷体" pitchFamily="49" charset="-122"/>
                  <a:ea typeface="楷体" pitchFamily="49" charset="-122"/>
                </a:rPr>
                <a:t>  </a:t>
              </a:r>
            </a:p>
          </p:txBody>
        </p:sp>
      </p:grpSp>
      <p:sp>
        <p:nvSpPr>
          <p:cNvPr id="13" name="矩形 740358"/>
          <p:cNvSpPr>
            <a:spLocks noChangeArrowheads="1"/>
          </p:cNvSpPr>
          <p:nvPr/>
        </p:nvSpPr>
        <p:spPr bwMode="auto">
          <a:xfrm>
            <a:off x="500034" y="3071811"/>
            <a:ext cx="8215370" cy="857256"/>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buFontTx/>
              <a:buChar char="•"/>
            </a:pPr>
            <a:r>
              <a:rPr lang="en-US" altLang="zh-CN" sz="2000" b="1" dirty="0">
                <a:solidFill>
                  <a:srgbClr val="990000"/>
                </a:solidFill>
                <a:ea typeface="楷体_GB2312" pitchFamily="49" charset="-122"/>
              </a:rPr>
              <a:t>  </a:t>
            </a:r>
            <a:r>
              <a:rPr lang="zh-CN" altLang="en-US" sz="2000" b="1" dirty="0">
                <a:solidFill>
                  <a:srgbClr val="0000FF"/>
                </a:solidFill>
                <a:latin typeface="楷体" pitchFamily="49" charset="-122"/>
                <a:ea typeface="楷体" pitchFamily="49" charset="-122"/>
              </a:rPr>
              <a:t>认识世界的目的是改造世界。理论认识回到实践的过程，既是理论指导实践的过程，又是理论实现自身的过程。</a:t>
            </a:r>
          </a:p>
        </p:txBody>
      </p:sp>
      <p:sp>
        <p:nvSpPr>
          <p:cNvPr id="14" name="矩形 740365"/>
          <p:cNvSpPr>
            <a:spLocks noChangeArrowheads="1"/>
          </p:cNvSpPr>
          <p:nvPr/>
        </p:nvSpPr>
        <p:spPr bwMode="auto">
          <a:xfrm>
            <a:off x="500034" y="4071943"/>
            <a:ext cx="8215370" cy="857256"/>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buFontTx/>
              <a:buChar char="•"/>
            </a:pPr>
            <a:r>
              <a:rPr lang="en-US" altLang="zh-CN" sz="2000" b="1" dirty="0">
                <a:solidFill>
                  <a:srgbClr val="990000"/>
                </a:solidFill>
                <a:ea typeface="楷体_GB2312" pitchFamily="49" charset="-122"/>
              </a:rPr>
              <a:t>  </a:t>
            </a:r>
            <a:r>
              <a:rPr lang="zh-CN" altLang="en-US" sz="2000" b="1" dirty="0">
                <a:solidFill>
                  <a:srgbClr val="0000FF"/>
                </a:solidFill>
                <a:latin typeface="楷体" pitchFamily="49" charset="-122"/>
                <a:ea typeface="楷体" pitchFamily="49" charset="-122"/>
              </a:rPr>
              <a:t>认识的真理性只有在实践中才能得到检验和发展。如果没有这个阶段，对事物的认识就还没有完成。 </a:t>
            </a:r>
          </a:p>
        </p:txBody>
      </p:sp>
      <p:sp>
        <p:nvSpPr>
          <p:cNvPr id="16" name="矩形 740366" descr="白色大理石"/>
          <p:cNvSpPr>
            <a:spLocks noChangeArrowheads="1" noChangeShapeType="1" noTextEdit="1"/>
          </p:cNvSpPr>
          <p:nvPr/>
        </p:nvSpPr>
        <p:spPr bwMode="auto">
          <a:xfrm>
            <a:off x="2000232" y="5429264"/>
            <a:ext cx="4889500" cy="355600"/>
          </a:xfrm>
          <a:prstGeom prst="rect">
            <a:avLst/>
          </a:prstGeom>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zh-CN" altLang="en-US" sz="3600" kern="10" dirty="0">
                <a:ln w="9525">
                  <a:round/>
                  <a:headEnd/>
                  <a:tailEnd/>
                </a:ln>
                <a:blipFill dpi="0" rotWithShape="0">
                  <a:blip r:embed="rId2"/>
                  <a:srcRect/>
                  <a:tile tx="0" ty="0" sx="100000" sy="100000" flip="none" algn="tl"/>
                </a:blipFill>
                <a:latin typeface="宋体"/>
                <a:ea typeface="宋体"/>
              </a:rPr>
              <a:t>第二次飞跃比第一次飞跃更为重要</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矩形 741382"/>
          <p:cNvSpPr>
            <a:spLocks noChangeArrowheads="1"/>
          </p:cNvSpPr>
          <p:nvPr/>
        </p:nvSpPr>
        <p:spPr bwMode="auto">
          <a:xfrm>
            <a:off x="1030288" y="1265238"/>
            <a:ext cx="2117725" cy="484187"/>
          </a:xfrm>
          <a:prstGeom prst="rect">
            <a:avLst/>
          </a:prstGeom>
          <a:solidFill>
            <a:srgbClr val="D9F2AC"/>
          </a:solidFill>
          <a:ln w="9525">
            <a:solidFill>
              <a:srgbClr val="FF9900"/>
            </a:solidFill>
            <a:miter lim="800000"/>
            <a:headEnd/>
            <a:tailEnd/>
          </a:ln>
        </p:spPr>
        <p:txBody>
          <a:bodyPr/>
          <a:lstStyle/>
          <a:p>
            <a:pPr algn="ctr" eaLnBrk="1" hangingPunct="1">
              <a:lnSpc>
                <a:spcPct val="125000"/>
              </a:lnSpc>
              <a:spcBef>
                <a:spcPct val="20000"/>
              </a:spcBef>
              <a:buFontTx/>
              <a:buChar char="•"/>
            </a:pPr>
            <a:r>
              <a:rPr lang="en-US" altLang="zh-CN" sz="2000" b="1">
                <a:solidFill>
                  <a:srgbClr val="990000"/>
                </a:solidFill>
                <a:ea typeface="楷体_GB2312" pitchFamily="49" charset="-122"/>
              </a:rPr>
              <a:t>  </a:t>
            </a:r>
            <a:r>
              <a:rPr lang="zh-CN" altLang="en-US" sz="2000" b="1">
                <a:solidFill>
                  <a:srgbClr val="990000"/>
                </a:solidFill>
                <a:latin typeface="幼圆" pitchFamily="49" charset="-122"/>
              </a:rPr>
              <a:t>确定实践目的</a:t>
            </a:r>
          </a:p>
        </p:txBody>
      </p:sp>
      <p:sp>
        <p:nvSpPr>
          <p:cNvPr id="62467" name="矩形 741396"/>
          <p:cNvSpPr>
            <a:spLocks noChangeArrowheads="1"/>
          </p:cNvSpPr>
          <p:nvPr/>
        </p:nvSpPr>
        <p:spPr bwMode="auto">
          <a:xfrm>
            <a:off x="1000100" y="2214554"/>
            <a:ext cx="2117725" cy="492125"/>
          </a:xfrm>
          <a:prstGeom prst="rect">
            <a:avLst/>
          </a:prstGeom>
          <a:solidFill>
            <a:srgbClr val="D9F2AC"/>
          </a:solidFill>
          <a:ln w="9525">
            <a:solidFill>
              <a:srgbClr val="FF9900"/>
            </a:solidFill>
            <a:miter lim="800000"/>
            <a:headEnd/>
            <a:tailEnd/>
          </a:ln>
        </p:spPr>
        <p:txBody>
          <a:bodyPr/>
          <a:lstStyle/>
          <a:p>
            <a:pPr algn="ctr" eaLnBrk="1" hangingPunct="1">
              <a:lnSpc>
                <a:spcPct val="125000"/>
              </a:lnSpc>
              <a:spcBef>
                <a:spcPct val="20000"/>
              </a:spcBef>
              <a:buFontTx/>
              <a:buChar char="•"/>
            </a:pPr>
            <a:r>
              <a:rPr lang="en-US" altLang="zh-CN" sz="2000" b="1" dirty="0">
                <a:solidFill>
                  <a:srgbClr val="990000"/>
                </a:solidFill>
                <a:ea typeface="楷体_GB2312" pitchFamily="49" charset="-122"/>
              </a:rPr>
              <a:t>  </a:t>
            </a:r>
            <a:r>
              <a:rPr lang="zh-CN" altLang="en-US" sz="2000" b="1" dirty="0">
                <a:solidFill>
                  <a:srgbClr val="990000"/>
                </a:solidFill>
                <a:latin typeface="幼圆" pitchFamily="49" charset="-122"/>
              </a:rPr>
              <a:t>形成实践理念</a:t>
            </a:r>
          </a:p>
        </p:txBody>
      </p:sp>
      <p:sp>
        <p:nvSpPr>
          <p:cNvPr id="62468" name="矩形 741397"/>
          <p:cNvSpPr>
            <a:spLocks noChangeArrowheads="1"/>
          </p:cNvSpPr>
          <p:nvPr/>
        </p:nvSpPr>
        <p:spPr bwMode="auto">
          <a:xfrm>
            <a:off x="1000100" y="3214686"/>
            <a:ext cx="2117725" cy="479425"/>
          </a:xfrm>
          <a:prstGeom prst="rect">
            <a:avLst/>
          </a:prstGeom>
          <a:solidFill>
            <a:srgbClr val="D9F2AC"/>
          </a:solidFill>
          <a:ln w="9525">
            <a:solidFill>
              <a:srgbClr val="FF9900"/>
            </a:solidFill>
            <a:miter lim="800000"/>
            <a:headEnd/>
            <a:tailEnd/>
          </a:ln>
        </p:spPr>
        <p:txBody>
          <a:bodyPr/>
          <a:lstStyle/>
          <a:p>
            <a:pPr algn="ctr" eaLnBrk="1" hangingPunct="1">
              <a:lnSpc>
                <a:spcPct val="125000"/>
              </a:lnSpc>
              <a:spcBef>
                <a:spcPct val="20000"/>
              </a:spcBef>
              <a:buFontTx/>
              <a:buChar char="•"/>
            </a:pPr>
            <a:r>
              <a:rPr lang="en-US" altLang="zh-CN" sz="2000" b="1" dirty="0">
                <a:solidFill>
                  <a:srgbClr val="990000"/>
                </a:solidFill>
                <a:ea typeface="楷体_GB2312" pitchFamily="49" charset="-122"/>
              </a:rPr>
              <a:t>  </a:t>
            </a:r>
            <a:r>
              <a:rPr lang="zh-CN" altLang="en-US" sz="2000" b="1" dirty="0">
                <a:solidFill>
                  <a:srgbClr val="990000"/>
                </a:solidFill>
                <a:latin typeface="幼圆" pitchFamily="49" charset="-122"/>
              </a:rPr>
              <a:t>制定实践方案</a:t>
            </a:r>
          </a:p>
        </p:txBody>
      </p:sp>
      <p:sp>
        <p:nvSpPr>
          <p:cNvPr id="62469" name="矩形 741398"/>
          <p:cNvSpPr>
            <a:spLocks noChangeArrowheads="1"/>
          </p:cNvSpPr>
          <p:nvPr/>
        </p:nvSpPr>
        <p:spPr bwMode="auto">
          <a:xfrm>
            <a:off x="1000100" y="4214818"/>
            <a:ext cx="2130425" cy="504825"/>
          </a:xfrm>
          <a:prstGeom prst="rect">
            <a:avLst/>
          </a:prstGeom>
          <a:solidFill>
            <a:srgbClr val="D9F2AC"/>
          </a:solidFill>
          <a:ln w="9525">
            <a:solidFill>
              <a:srgbClr val="FF9900"/>
            </a:solidFill>
            <a:miter lim="800000"/>
            <a:headEnd/>
            <a:tailEnd/>
          </a:ln>
        </p:spPr>
        <p:txBody>
          <a:bodyPr/>
          <a:lstStyle/>
          <a:p>
            <a:pPr algn="ctr" eaLnBrk="1" hangingPunct="1">
              <a:lnSpc>
                <a:spcPct val="125000"/>
              </a:lnSpc>
              <a:spcBef>
                <a:spcPct val="20000"/>
              </a:spcBef>
              <a:buFontTx/>
              <a:buChar char="•"/>
            </a:pPr>
            <a:r>
              <a:rPr lang="en-US" altLang="zh-CN" sz="2000" b="1" dirty="0">
                <a:solidFill>
                  <a:srgbClr val="990000"/>
                </a:solidFill>
                <a:ea typeface="楷体_GB2312" pitchFamily="49" charset="-122"/>
              </a:rPr>
              <a:t> </a:t>
            </a:r>
            <a:r>
              <a:rPr lang="zh-CN" altLang="en-US" sz="2000" b="1" dirty="0">
                <a:solidFill>
                  <a:srgbClr val="990000"/>
                </a:solidFill>
                <a:latin typeface="幼圆" pitchFamily="49" charset="-122"/>
              </a:rPr>
              <a:t>进行中间实验</a:t>
            </a:r>
          </a:p>
        </p:txBody>
      </p:sp>
      <p:grpSp>
        <p:nvGrpSpPr>
          <p:cNvPr id="62470" name="组合 741402"/>
          <p:cNvGrpSpPr>
            <a:grpSpLocks/>
          </p:cNvGrpSpPr>
          <p:nvPr/>
        </p:nvGrpSpPr>
        <p:grpSpPr bwMode="auto">
          <a:xfrm>
            <a:off x="571472" y="285728"/>
            <a:ext cx="4781550" cy="603250"/>
            <a:chOff x="1338" y="1109"/>
            <a:chExt cx="3696" cy="384"/>
          </a:xfrm>
        </p:grpSpPr>
        <p:sp>
          <p:nvSpPr>
            <p:cNvPr id="62485" name="圆角矩形 741403"/>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62486" name="文本框 741404"/>
            <p:cNvSpPr txBox="1">
              <a:spLocks noChangeArrowheads="1"/>
            </p:cNvSpPr>
            <p:nvPr/>
          </p:nvSpPr>
          <p:spPr bwMode="auto">
            <a:xfrm>
              <a:off x="1439" y="1122"/>
              <a:ext cx="3551" cy="293"/>
            </a:xfrm>
            <a:prstGeom prst="rect">
              <a:avLst/>
            </a:prstGeom>
            <a:noFill/>
            <a:ln w="9525">
              <a:noFill/>
              <a:miter lim="800000"/>
              <a:headEnd/>
              <a:tailEnd/>
            </a:ln>
          </p:spPr>
          <p:txBody>
            <a:bodyPr>
              <a:spAutoFit/>
            </a:bodyPr>
            <a:lstStyle/>
            <a:p>
              <a:pPr algn="ctr" eaLnBrk="1" hangingPunct="1"/>
              <a:r>
                <a:rPr lang="en-US" altLang="zh-CN" sz="2400" b="1">
                  <a:solidFill>
                    <a:schemeClr val="bg1"/>
                  </a:solidFill>
                  <a:latin typeface="楷体" pitchFamily="49" charset="-122"/>
                  <a:ea typeface="楷体" pitchFamily="49" charset="-122"/>
                </a:rPr>
                <a:t>2 </a:t>
              </a:r>
              <a:r>
                <a:rPr lang="zh-CN" altLang="en-US" sz="2400" b="1">
                  <a:solidFill>
                    <a:schemeClr val="bg1"/>
                  </a:solidFill>
                  <a:latin typeface="楷体" pitchFamily="49" charset="-122"/>
                  <a:ea typeface="楷体" pitchFamily="49" charset="-122"/>
                </a:rPr>
                <a:t>实现由认识向实践飞跃的环节</a:t>
              </a:r>
            </a:p>
          </p:txBody>
        </p:sp>
      </p:grpSp>
      <p:sp>
        <p:nvSpPr>
          <p:cNvPr id="62472" name="矩形 741414"/>
          <p:cNvSpPr>
            <a:spLocks noChangeArrowheads="1"/>
          </p:cNvSpPr>
          <p:nvPr/>
        </p:nvSpPr>
        <p:spPr bwMode="auto">
          <a:xfrm>
            <a:off x="642910" y="5286388"/>
            <a:ext cx="2854325" cy="504825"/>
          </a:xfrm>
          <a:prstGeom prst="rect">
            <a:avLst/>
          </a:prstGeom>
          <a:solidFill>
            <a:srgbClr val="D9F2AC"/>
          </a:solidFill>
          <a:ln w="9525">
            <a:solidFill>
              <a:srgbClr val="FF9900"/>
            </a:solidFill>
            <a:miter lim="800000"/>
            <a:headEnd/>
            <a:tailEnd/>
          </a:ln>
        </p:spPr>
        <p:txBody>
          <a:bodyPr/>
          <a:lstStyle/>
          <a:p>
            <a:pPr algn="ctr" eaLnBrk="1" hangingPunct="1">
              <a:lnSpc>
                <a:spcPct val="125000"/>
              </a:lnSpc>
              <a:spcBef>
                <a:spcPct val="20000"/>
              </a:spcBef>
              <a:buFontTx/>
              <a:buChar char="•"/>
            </a:pPr>
            <a:r>
              <a:rPr lang="en-US" altLang="zh-CN" sz="2000" b="1" dirty="0">
                <a:solidFill>
                  <a:srgbClr val="990000"/>
                </a:solidFill>
                <a:ea typeface="楷体_GB2312" pitchFamily="49" charset="-122"/>
              </a:rPr>
              <a:t> </a:t>
            </a:r>
            <a:r>
              <a:rPr lang="zh-CN" altLang="en-US" sz="2000" b="1" dirty="0">
                <a:solidFill>
                  <a:srgbClr val="990000"/>
                </a:solidFill>
                <a:latin typeface="幼圆" pitchFamily="49" charset="-122"/>
              </a:rPr>
              <a:t>运用科学的实践方法</a:t>
            </a:r>
          </a:p>
        </p:txBody>
      </p:sp>
      <p:sp>
        <p:nvSpPr>
          <p:cNvPr id="62477" name="文本框 741419"/>
          <p:cNvSpPr txBox="1">
            <a:spLocks noChangeArrowheads="1"/>
          </p:cNvSpPr>
          <p:nvPr/>
        </p:nvSpPr>
        <p:spPr bwMode="auto">
          <a:xfrm>
            <a:off x="3571868" y="1285860"/>
            <a:ext cx="4305322" cy="784830"/>
          </a:xfrm>
          <a:prstGeom prst="rect">
            <a:avLst/>
          </a:prstGeom>
          <a:solidFill>
            <a:srgbClr val="FFFF99"/>
          </a:solidFill>
          <a:ln w="28575">
            <a:solidFill>
              <a:srgbClr val="FF3300"/>
            </a:solidFill>
            <a:miter lim="800000"/>
            <a:headEnd/>
            <a:tailEnd/>
          </a:ln>
        </p:spPr>
        <p:txBody>
          <a:bodyPr wrap="square">
            <a:spAutoFit/>
          </a:bodyPr>
          <a:lstStyle/>
          <a:p>
            <a:pPr eaLnBrk="1" hangingPunct="1">
              <a:lnSpc>
                <a:spcPct val="125000"/>
              </a:lnSpc>
            </a:pPr>
            <a:r>
              <a:rPr lang="zh-CN" altLang="en-US" b="1" dirty="0">
                <a:solidFill>
                  <a:srgbClr val="003399"/>
                </a:solidFill>
                <a:latin typeface="楷体" pitchFamily="49" charset="-122"/>
                <a:ea typeface="楷体" pitchFamily="49" charset="-122"/>
              </a:rPr>
              <a:t>实践主体根据自身的需要和对实践客体的认识而对实践结果的构想</a:t>
            </a:r>
          </a:p>
        </p:txBody>
      </p:sp>
      <p:sp>
        <p:nvSpPr>
          <p:cNvPr id="62478" name="文本框 741420"/>
          <p:cNvSpPr txBox="1">
            <a:spLocks noChangeArrowheads="1"/>
          </p:cNvSpPr>
          <p:nvPr/>
        </p:nvSpPr>
        <p:spPr bwMode="auto">
          <a:xfrm>
            <a:off x="3571868" y="2928934"/>
            <a:ext cx="4308498" cy="784830"/>
          </a:xfrm>
          <a:prstGeom prst="rect">
            <a:avLst/>
          </a:prstGeom>
          <a:solidFill>
            <a:srgbClr val="FFFF99"/>
          </a:solidFill>
          <a:ln w="28575">
            <a:solidFill>
              <a:srgbClr val="FF3300"/>
            </a:solidFill>
            <a:miter lim="800000"/>
            <a:headEnd/>
            <a:tailEnd/>
          </a:ln>
        </p:spPr>
        <p:txBody>
          <a:bodyPr wrap="square">
            <a:spAutoFit/>
          </a:bodyPr>
          <a:lstStyle/>
          <a:p>
            <a:pPr eaLnBrk="1" hangingPunct="1">
              <a:lnSpc>
                <a:spcPct val="125000"/>
              </a:lnSpc>
            </a:pPr>
            <a:r>
              <a:rPr lang="zh-CN" altLang="en-US" b="1" dirty="0">
                <a:solidFill>
                  <a:srgbClr val="003399"/>
                </a:solidFill>
                <a:latin typeface="楷体" pitchFamily="49" charset="-122"/>
                <a:ea typeface="楷体" pitchFamily="49" charset="-122"/>
              </a:rPr>
              <a:t>人们为实现实践目的而制定的实践活动的规则、程序和步骤</a:t>
            </a:r>
            <a:endParaRPr lang="zh-CN" altLang="en-US" b="1" dirty="0">
              <a:latin typeface="楷体" pitchFamily="49" charset="-122"/>
              <a:ea typeface="楷体" pitchFamily="49" charset="-122"/>
            </a:endParaRPr>
          </a:p>
        </p:txBody>
      </p:sp>
      <p:sp>
        <p:nvSpPr>
          <p:cNvPr id="62479" name="直接连接符 741422"/>
          <p:cNvSpPr>
            <a:spLocks noChangeShapeType="1"/>
          </p:cNvSpPr>
          <p:nvPr/>
        </p:nvSpPr>
        <p:spPr bwMode="auto">
          <a:xfrm flipV="1">
            <a:off x="3175000" y="1571612"/>
            <a:ext cx="396868" cy="3188"/>
          </a:xfrm>
          <a:prstGeom prst="line">
            <a:avLst/>
          </a:prstGeom>
          <a:noFill/>
          <a:ln w="57150" cmpd="thickThin">
            <a:solidFill>
              <a:schemeClr val="tx1"/>
            </a:solidFill>
            <a:round/>
            <a:headEnd/>
            <a:tailEnd type="triangle" w="med" len="med"/>
          </a:ln>
        </p:spPr>
        <p:txBody>
          <a:bodyPr/>
          <a:lstStyle/>
          <a:p>
            <a:endParaRPr lang="zh-CN" altLang="en-US"/>
          </a:p>
        </p:txBody>
      </p:sp>
      <p:sp>
        <p:nvSpPr>
          <p:cNvPr id="62480" name="直接连接符 741424"/>
          <p:cNvSpPr>
            <a:spLocks noChangeShapeType="1"/>
          </p:cNvSpPr>
          <p:nvPr/>
        </p:nvSpPr>
        <p:spPr bwMode="auto">
          <a:xfrm>
            <a:off x="3175000" y="3425812"/>
            <a:ext cx="396868" cy="3188"/>
          </a:xfrm>
          <a:prstGeom prst="line">
            <a:avLst/>
          </a:prstGeom>
          <a:noFill/>
          <a:ln w="57150" cmpd="thickThin">
            <a:solidFill>
              <a:schemeClr val="tx1"/>
            </a:solidFill>
            <a:round/>
            <a:headEnd/>
            <a:tailEnd type="triangle" w="med" len="med"/>
          </a:ln>
        </p:spPr>
        <p:txBody>
          <a:bodyPr/>
          <a:lstStyle/>
          <a:p>
            <a:endParaRPr lang="zh-CN" altLang="en-US"/>
          </a:p>
        </p:txBody>
      </p:sp>
      <p:sp>
        <p:nvSpPr>
          <p:cNvPr id="62481" name="文本框 741427"/>
          <p:cNvSpPr txBox="1">
            <a:spLocks noChangeArrowheads="1"/>
          </p:cNvSpPr>
          <p:nvPr/>
        </p:nvSpPr>
        <p:spPr bwMode="auto">
          <a:xfrm>
            <a:off x="3568692" y="4364038"/>
            <a:ext cx="4308498" cy="737189"/>
          </a:xfrm>
          <a:prstGeom prst="rect">
            <a:avLst/>
          </a:prstGeom>
          <a:solidFill>
            <a:srgbClr val="FFFF99"/>
          </a:solidFill>
          <a:ln w="28575">
            <a:solidFill>
              <a:srgbClr val="FF3300"/>
            </a:solidFill>
            <a:miter lim="800000"/>
            <a:headEnd/>
            <a:tailEnd/>
          </a:ln>
        </p:spPr>
        <p:txBody>
          <a:bodyPr wrap="square">
            <a:spAutoFit/>
          </a:bodyPr>
          <a:lstStyle/>
          <a:p>
            <a:pPr eaLnBrk="1" hangingPunct="1">
              <a:lnSpc>
                <a:spcPct val="125000"/>
              </a:lnSpc>
            </a:pPr>
            <a:r>
              <a:rPr lang="zh-CN" altLang="en-US" b="1" dirty="0">
                <a:solidFill>
                  <a:srgbClr val="003399"/>
                </a:solidFill>
                <a:latin typeface="楷体" pitchFamily="49" charset="-122"/>
                <a:ea typeface="楷体" pitchFamily="49" charset="-122"/>
              </a:rPr>
              <a:t>通过反馈和调节，使实践目的、手段和结果按一定方向运行</a:t>
            </a:r>
          </a:p>
        </p:txBody>
      </p:sp>
      <p:sp>
        <p:nvSpPr>
          <p:cNvPr id="62482" name="直接连接符 741428"/>
          <p:cNvSpPr>
            <a:spLocks noChangeShapeType="1"/>
          </p:cNvSpPr>
          <p:nvPr/>
        </p:nvSpPr>
        <p:spPr bwMode="auto">
          <a:xfrm flipV="1">
            <a:off x="3168944" y="4846650"/>
            <a:ext cx="342900" cy="368300"/>
          </a:xfrm>
          <a:prstGeom prst="line">
            <a:avLst/>
          </a:prstGeom>
          <a:noFill/>
          <a:ln w="57150" cmpd="thickThin">
            <a:solidFill>
              <a:schemeClr val="tx1"/>
            </a:solidFill>
            <a:round/>
            <a:headEnd/>
            <a:tailEnd type="triangle" w="med" len="med"/>
          </a:ln>
        </p:spPr>
        <p:txBody>
          <a:bodyPr/>
          <a:lstStyle/>
          <a:p>
            <a:endParaRPr lang="zh-CN" altLang="en-US"/>
          </a:p>
        </p:txBody>
      </p:sp>
      <p:sp>
        <p:nvSpPr>
          <p:cNvPr id="62483" name="矩形 741430"/>
          <p:cNvSpPr>
            <a:spLocks noChangeArrowheads="1"/>
          </p:cNvSpPr>
          <p:nvPr/>
        </p:nvSpPr>
        <p:spPr bwMode="auto">
          <a:xfrm>
            <a:off x="3570631" y="5287659"/>
            <a:ext cx="4306559" cy="1244588"/>
          </a:xfrm>
          <a:prstGeom prst="rect">
            <a:avLst/>
          </a:prstGeom>
          <a:solidFill>
            <a:srgbClr val="D9F2AC"/>
          </a:solidFill>
          <a:ln w="9525">
            <a:solidFill>
              <a:srgbClr val="FF9900"/>
            </a:solidFill>
            <a:miter lim="800000"/>
            <a:headEnd/>
            <a:tailEnd/>
          </a:ln>
        </p:spPr>
        <p:txBody>
          <a:bodyPr vert="horz"/>
          <a:lstStyle/>
          <a:p>
            <a:pPr eaLnBrk="1" hangingPunct="1">
              <a:lnSpc>
                <a:spcPct val="125000"/>
              </a:lnSpc>
              <a:spcBef>
                <a:spcPct val="20000"/>
              </a:spcBef>
            </a:pPr>
            <a:r>
              <a:rPr lang="en-US" altLang="zh-CN" sz="2000" b="1" dirty="0">
                <a:solidFill>
                  <a:srgbClr val="3333FF"/>
                </a:solidFill>
                <a:ea typeface="华文行楷" pitchFamily="2" charset="-122"/>
              </a:rPr>
              <a:t>    </a:t>
            </a:r>
            <a:r>
              <a:rPr lang="zh-CN" altLang="en-US" sz="2000" b="1" dirty="0">
                <a:solidFill>
                  <a:srgbClr val="990000"/>
                </a:solidFill>
                <a:ea typeface="黑体" pitchFamily="49" charset="-122"/>
              </a:rPr>
              <a:t>必须从实际出发，坚持理论和实际相结合，让理论掌握群众，转化为改造社会、改造自然的物质力量。</a:t>
            </a:r>
          </a:p>
        </p:txBody>
      </p:sp>
      <p:sp>
        <p:nvSpPr>
          <p:cNvPr id="21" name="下箭头 20"/>
          <p:cNvSpPr/>
          <p:nvPr/>
        </p:nvSpPr>
        <p:spPr bwMode="auto">
          <a:xfrm>
            <a:off x="2000232" y="1785926"/>
            <a:ext cx="214314" cy="428628"/>
          </a:xfrm>
          <a:prstGeom prst="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Verdana" pitchFamily="34" charset="0"/>
              <a:ea typeface="宋体" pitchFamily="2" charset="-122"/>
            </a:endParaRPr>
          </a:p>
        </p:txBody>
      </p:sp>
      <p:sp>
        <p:nvSpPr>
          <p:cNvPr id="22" name="下箭头 21"/>
          <p:cNvSpPr/>
          <p:nvPr/>
        </p:nvSpPr>
        <p:spPr bwMode="auto">
          <a:xfrm>
            <a:off x="2000232" y="2786058"/>
            <a:ext cx="214314" cy="428628"/>
          </a:xfrm>
          <a:prstGeom prst="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Verdana" pitchFamily="34" charset="0"/>
              <a:ea typeface="宋体" pitchFamily="2" charset="-122"/>
            </a:endParaRPr>
          </a:p>
        </p:txBody>
      </p:sp>
      <p:sp>
        <p:nvSpPr>
          <p:cNvPr id="23" name="下箭头 22"/>
          <p:cNvSpPr/>
          <p:nvPr/>
        </p:nvSpPr>
        <p:spPr bwMode="auto">
          <a:xfrm>
            <a:off x="2000232" y="3714752"/>
            <a:ext cx="214314" cy="428628"/>
          </a:xfrm>
          <a:prstGeom prst="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Verdana" pitchFamily="34" charset="0"/>
              <a:ea typeface="宋体" pitchFamily="2" charset="-122"/>
            </a:endParaRPr>
          </a:p>
        </p:txBody>
      </p:sp>
      <p:sp>
        <p:nvSpPr>
          <p:cNvPr id="24" name="下箭头 23"/>
          <p:cNvSpPr/>
          <p:nvPr/>
        </p:nvSpPr>
        <p:spPr bwMode="auto">
          <a:xfrm>
            <a:off x="2000232" y="4786322"/>
            <a:ext cx="214314" cy="428628"/>
          </a:xfrm>
          <a:prstGeom prst="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a:ln>
                <a:noFill/>
              </a:ln>
              <a:solidFill>
                <a:schemeClr val="tx1"/>
              </a:solidFill>
              <a:effectLst/>
              <a:latin typeface="Verdana" pitchFamily="34" charset="0"/>
              <a:ea typeface="宋体"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矩形 716810"/>
          <p:cNvSpPr>
            <a:spLocks noChangeArrowheads="1"/>
          </p:cNvSpPr>
          <p:nvPr/>
        </p:nvSpPr>
        <p:spPr bwMode="auto">
          <a:xfrm>
            <a:off x="304800" y="1196975"/>
            <a:ext cx="8620125" cy="792163"/>
          </a:xfrm>
          <a:prstGeom prst="rect">
            <a:avLst/>
          </a:prstGeom>
          <a:solidFill>
            <a:srgbClr val="B7E7D2"/>
          </a:solidFill>
          <a:ln w="9525">
            <a:noFill/>
            <a:miter lim="800000"/>
            <a:headEnd/>
            <a:tailEnd/>
          </a:ln>
          <a:effectLst/>
        </p:spPr>
        <p:txBody>
          <a:bodyPr/>
          <a:lstStyle/>
          <a:p>
            <a:pPr eaLnBrk="1" hangingPunct="1">
              <a:lnSpc>
                <a:spcPct val="125000"/>
              </a:lnSpc>
              <a:spcBef>
                <a:spcPct val="20000"/>
              </a:spcBef>
            </a:pPr>
            <a:r>
              <a:rPr lang="en-US" altLang="zh-CN" b="1" dirty="0">
                <a:solidFill>
                  <a:srgbClr val="3333FF"/>
                </a:solidFill>
                <a:latin typeface="幼圆" pitchFamily="49" charset="-122"/>
              </a:rPr>
              <a:t>  </a:t>
            </a:r>
            <a:r>
              <a:rPr lang="zh-CN" altLang="en-US" b="1" dirty="0">
                <a:solidFill>
                  <a:srgbClr val="0000FF"/>
                </a:solidFill>
                <a:latin typeface="幼圆" pitchFamily="49" charset="-122"/>
              </a:rPr>
              <a:t>从实践到认识，再从认识到实践，如此实践、认识、再实践、再认识，循环往复以至无穷，一步步地深化和提高，这就是认识发展的总过程。</a:t>
            </a:r>
            <a:r>
              <a:rPr lang="zh-CN" altLang="en-US" dirty="0">
                <a:solidFill>
                  <a:srgbClr val="0000FF"/>
                </a:solidFill>
              </a:rPr>
              <a:t> </a:t>
            </a:r>
            <a:endParaRPr lang="zh-CN" altLang="en-US" b="1" dirty="0">
              <a:solidFill>
                <a:srgbClr val="0000FF"/>
              </a:solidFill>
              <a:latin typeface="幼圆" pitchFamily="49" charset="-122"/>
            </a:endParaRPr>
          </a:p>
        </p:txBody>
      </p:sp>
      <p:grpSp>
        <p:nvGrpSpPr>
          <p:cNvPr id="63493" name="组合 716815"/>
          <p:cNvGrpSpPr>
            <a:grpSpLocks/>
          </p:cNvGrpSpPr>
          <p:nvPr/>
        </p:nvGrpSpPr>
        <p:grpSpPr bwMode="auto">
          <a:xfrm>
            <a:off x="309563" y="2352675"/>
            <a:ext cx="3905250" cy="603250"/>
            <a:chOff x="1338" y="1109"/>
            <a:chExt cx="3696" cy="384"/>
          </a:xfrm>
        </p:grpSpPr>
        <p:sp>
          <p:nvSpPr>
            <p:cNvPr id="63498" name="圆角矩形 716816"/>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63499" name="文本框 716817"/>
            <p:cNvSpPr txBox="1">
              <a:spLocks noChangeArrowheads="1"/>
            </p:cNvSpPr>
            <p:nvPr/>
          </p:nvSpPr>
          <p:spPr bwMode="auto">
            <a:xfrm>
              <a:off x="1439" y="1122"/>
              <a:ext cx="3551" cy="293"/>
            </a:xfrm>
            <a:prstGeom prst="rect">
              <a:avLst/>
            </a:prstGeom>
            <a:noFill/>
            <a:ln w="9525">
              <a:noFill/>
              <a:miter lim="800000"/>
              <a:headEnd/>
              <a:tailEnd/>
            </a:ln>
          </p:spPr>
          <p:txBody>
            <a:bodyPr>
              <a:spAutoFit/>
            </a:bodyPr>
            <a:lstStyle/>
            <a:p>
              <a:pPr eaLnBrk="1" hangingPunct="1"/>
              <a:r>
                <a:rPr lang="en-US" altLang="zh-CN" sz="2400" b="1">
                  <a:solidFill>
                    <a:schemeClr val="bg1"/>
                  </a:solidFill>
                  <a:latin typeface="楷体" pitchFamily="49" charset="-122"/>
                  <a:ea typeface="楷体" pitchFamily="49" charset="-122"/>
                </a:rPr>
                <a:t>1 </a:t>
              </a:r>
              <a:r>
                <a:rPr lang="zh-CN" altLang="en-US" sz="2400" b="1">
                  <a:solidFill>
                    <a:schemeClr val="bg1"/>
                  </a:solidFill>
                  <a:latin typeface="楷体" pitchFamily="49" charset="-122"/>
                  <a:ea typeface="楷体" pitchFamily="49" charset="-122"/>
                </a:rPr>
                <a:t>认识过程完成的相对性</a:t>
              </a:r>
              <a:r>
                <a:rPr lang="zh-CN" altLang="en-US" sz="2400" b="1">
                  <a:solidFill>
                    <a:schemeClr val="bg1"/>
                  </a:solidFill>
                  <a:latin typeface="楷体_GB2312" pitchFamily="49" charset="-122"/>
                  <a:ea typeface="楷体_GB2312" pitchFamily="49" charset="-122"/>
                </a:rPr>
                <a:t>  </a:t>
              </a:r>
            </a:p>
          </p:txBody>
        </p:sp>
      </p:grpSp>
      <p:sp>
        <p:nvSpPr>
          <p:cNvPr id="63495" name="矩形 702467"/>
          <p:cNvSpPr>
            <a:spLocks noChangeArrowheads="1"/>
          </p:cNvSpPr>
          <p:nvPr/>
        </p:nvSpPr>
        <p:spPr bwMode="auto">
          <a:xfrm>
            <a:off x="285720" y="428604"/>
            <a:ext cx="5940425" cy="609600"/>
          </a:xfrm>
          <a:prstGeom prst="rect">
            <a:avLst/>
          </a:prstGeom>
          <a:solidFill>
            <a:srgbClr val="CCECFF"/>
          </a:solidFill>
          <a:ln w="38100">
            <a:noFill/>
            <a:miter lim="800000"/>
            <a:headEnd/>
            <a:tailEnd/>
          </a:ln>
        </p:spPr>
        <p:txBody>
          <a:bodyPr>
            <a:spAutoFit/>
          </a:bodyPr>
          <a:lstStyle/>
          <a:p>
            <a:pPr algn="ctr">
              <a:lnSpc>
                <a:spcPct val="120000"/>
              </a:lnSpc>
              <a:spcBef>
                <a:spcPct val="50000"/>
              </a:spcBef>
            </a:pPr>
            <a:r>
              <a:rPr lang="zh-CN" altLang="en-US" sz="2800" b="1" noProof="1">
                <a:solidFill>
                  <a:srgbClr val="FF0066"/>
                </a:solidFill>
                <a:latin typeface="幼圆" pitchFamily="49" charset="-122"/>
              </a:rPr>
              <a:t>四、实践与认识的辩证运动及其规律</a:t>
            </a:r>
          </a:p>
        </p:txBody>
      </p:sp>
      <p:sp>
        <p:nvSpPr>
          <p:cNvPr id="14" name="矩形 849921"/>
          <p:cNvSpPr>
            <a:spLocks noChangeArrowheads="1"/>
          </p:cNvSpPr>
          <p:nvPr/>
        </p:nvSpPr>
        <p:spPr bwMode="auto">
          <a:xfrm>
            <a:off x="357158" y="3143248"/>
            <a:ext cx="8429684" cy="928694"/>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buFontTx/>
              <a:buChar char="•"/>
            </a:pPr>
            <a:r>
              <a:rPr lang="en-US" altLang="zh-CN" sz="2000" b="1" dirty="0">
                <a:solidFill>
                  <a:srgbClr val="990000"/>
                </a:solidFill>
                <a:ea typeface="楷体_GB2312" pitchFamily="49" charset="-122"/>
              </a:rPr>
              <a:t>  </a:t>
            </a:r>
            <a:r>
              <a:rPr lang="zh-CN" altLang="en-US" sz="2000" b="1" dirty="0">
                <a:solidFill>
                  <a:srgbClr val="990000"/>
                </a:solidFill>
                <a:latin typeface="楷体" pitchFamily="49" charset="-122"/>
                <a:ea typeface="楷体" pitchFamily="49" charset="-122"/>
              </a:rPr>
              <a:t>人们的认识经过实践的考验，又会产生一个飞跃，这时，人们对于在某一发展阶段内的某一客观过程的认识运动就算是完成了。</a:t>
            </a:r>
          </a:p>
        </p:txBody>
      </p:sp>
      <p:sp>
        <p:nvSpPr>
          <p:cNvPr id="15" name="矩形 849935"/>
          <p:cNvSpPr>
            <a:spLocks noChangeArrowheads="1"/>
          </p:cNvSpPr>
          <p:nvPr/>
        </p:nvSpPr>
        <p:spPr bwMode="auto">
          <a:xfrm>
            <a:off x="357158" y="4143381"/>
            <a:ext cx="8429684" cy="928694"/>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buFontTx/>
              <a:buChar char="•"/>
            </a:pPr>
            <a:r>
              <a:rPr lang="en-US" altLang="zh-CN" sz="2000" b="1">
                <a:solidFill>
                  <a:srgbClr val="990000"/>
                </a:solidFill>
                <a:ea typeface="楷体_GB2312" pitchFamily="49" charset="-122"/>
              </a:rPr>
              <a:t>  </a:t>
            </a:r>
            <a:r>
              <a:rPr lang="zh-CN" altLang="en-US" sz="2000" b="1">
                <a:solidFill>
                  <a:srgbClr val="990000"/>
                </a:solidFill>
                <a:latin typeface="楷体" pitchFamily="49" charset="-122"/>
                <a:ea typeface="楷体" pitchFamily="49" charset="-122"/>
              </a:rPr>
              <a:t>客观现实世界的变化运动永远不会完结，人们在实践中对于客观现实的认识也就一次又一次地深化，对于真理的认识也就永远没有完结。</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矩形 742409"/>
          <p:cNvSpPr>
            <a:spLocks noChangeArrowheads="1"/>
          </p:cNvSpPr>
          <p:nvPr/>
        </p:nvSpPr>
        <p:spPr bwMode="auto">
          <a:xfrm>
            <a:off x="214282" y="1357298"/>
            <a:ext cx="8358246" cy="928694"/>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buFontTx/>
              <a:buChar char="•"/>
            </a:pPr>
            <a:r>
              <a:rPr lang="en-US" altLang="zh-CN" sz="2000" b="1">
                <a:solidFill>
                  <a:srgbClr val="990000"/>
                </a:solidFill>
                <a:ea typeface="楷体_GB2312" pitchFamily="49" charset="-122"/>
              </a:rPr>
              <a:t> </a:t>
            </a:r>
            <a:r>
              <a:rPr lang="en-US" altLang="zh-CN" sz="2000" b="1">
                <a:solidFill>
                  <a:srgbClr val="990000"/>
                </a:solidFill>
                <a:latin typeface="楷体" pitchFamily="49" charset="-122"/>
                <a:ea typeface="楷体" pitchFamily="49" charset="-122"/>
              </a:rPr>
              <a:t> </a:t>
            </a:r>
            <a:r>
              <a:rPr lang="zh-CN" altLang="en-US" b="1">
                <a:solidFill>
                  <a:srgbClr val="990000"/>
                </a:solidFill>
                <a:latin typeface="楷体" pitchFamily="49" charset="-122"/>
                <a:ea typeface="楷体" pitchFamily="49" charset="-122"/>
              </a:rPr>
              <a:t>是认识在实践的基础上沿着科学性方向不断深化发展的过程，也是实践在认识的指导下沿着合理性方向不断深入推进的过程</a:t>
            </a:r>
            <a:r>
              <a:rPr lang="zh-CN" altLang="en-US" sz="2000" b="1">
                <a:solidFill>
                  <a:srgbClr val="990000"/>
                </a:solidFill>
                <a:latin typeface="楷体" pitchFamily="49" charset="-122"/>
                <a:ea typeface="楷体" pitchFamily="49" charset="-122"/>
              </a:rPr>
              <a:t>。</a:t>
            </a:r>
          </a:p>
        </p:txBody>
      </p:sp>
      <p:sp>
        <p:nvSpPr>
          <p:cNvPr id="65542" name="矩形 742419"/>
          <p:cNvSpPr>
            <a:spLocks noChangeArrowheads="1"/>
          </p:cNvSpPr>
          <p:nvPr/>
        </p:nvSpPr>
        <p:spPr bwMode="auto">
          <a:xfrm>
            <a:off x="214282" y="2428869"/>
            <a:ext cx="8358246" cy="928694"/>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buFontTx/>
              <a:buChar char="•"/>
            </a:pPr>
            <a:r>
              <a:rPr lang="en-US" altLang="zh-CN" sz="2000" b="1">
                <a:solidFill>
                  <a:srgbClr val="990000"/>
                </a:solidFill>
                <a:ea typeface="楷体_GB2312" pitchFamily="49" charset="-122"/>
              </a:rPr>
              <a:t>  </a:t>
            </a:r>
            <a:r>
              <a:rPr lang="zh-CN" altLang="en-US" b="1">
                <a:solidFill>
                  <a:srgbClr val="990000"/>
                </a:solidFill>
                <a:latin typeface="楷体" pitchFamily="49" charset="-122"/>
                <a:ea typeface="楷体" pitchFamily="49" charset="-122"/>
              </a:rPr>
              <a:t>既不是封闭的循环，也不是直线型的发展，往往充满了曲折以及反复，因而是一个</a:t>
            </a:r>
            <a:r>
              <a:rPr lang="zh-CN" altLang="en-US" b="1">
                <a:solidFill>
                  <a:srgbClr val="003300"/>
                </a:solidFill>
                <a:latin typeface="幼圆" pitchFamily="49" charset="-122"/>
              </a:rPr>
              <a:t>波浪式前进和螺旋式上升</a:t>
            </a:r>
            <a:r>
              <a:rPr lang="zh-CN" altLang="en-US" b="1">
                <a:solidFill>
                  <a:srgbClr val="990000"/>
                </a:solidFill>
                <a:latin typeface="楷体" pitchFamily="49" charset="-122"/>
                <a:ea typeface="楷体" pitchFamily="49" charset="-122"/>
              </a:rPr>
              <a:t>的过程</a:t>
            </a:r>
            <a:r>
              <a:rPr lang="zh-CN" altLang="en-US" sz="2000" b="1">
                <a:solidFill>
                  <a:srgbClr val="990000"/>
                </a:solidFill>
                <a:latin typeface="楷体" pitchFamily="49" charset="-122"/>
                <a:ea typeface="楷体" pitchFamily="49" charset="-122"/>
              </a:rPr>
              <a:t>。        </a:t>
            </a:r>
            <a:r>
              <a:rPr lang="zh-CN" altLang="en-US" sz="2000" b="1">
                <a:solidFill>
                  <a:srgbClr val="990000"/>
                </a:solidFill>
                <a:ea typeface="楷体_GB2312" pitchFamily="49" charset="-122"/>
              </a:rPr>
              <a:t>                     </a:t>
            </a:r>
          </a:p>
        </p:txBody>
      </p:sp>
      <p:grpSp>
        <p:nvGrpSpPr>
          <p:cNvPr id="65543" name="组合 742420"/>
          <p:cNvGrpSpPr>
            <a:grpSpLocks/>
          </p:cNvGrpSpPr>
          <p:nvPr/>
        </p:nvGrpSpPr>
        <p:grpSpPr bwMode="auto">
          <a:xfrm>
            <a:off x="182563" y="582613"/>
            <a:ext cx="4540250" cy="603250"/>
            <a:chOff x="1338" y="1109"/>
            <a:chExt cx="3696" cy="384"/>
          </a:xfrm>
        </p:grpSpPr>
        <p:sp>
          <p:nvSpPr>
            <p:cNvPr id="65545" name="圆角矩形 742421"/>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65546" name="文本框 742422"/>
            <p:cNvSpPr txBox="1">
              <a:spLocks noChangeArrowheads="1"/>
            </p:cNvSpPr>
            <p:nvPr/>
          </p:nvSpPr>
          <p:spPr bwMode="auto">
            <a:xfrm>
              <a:off x="1415" y="1154"/>
              <a:ext cx="3551" cy="293"/>
            </a:xfrm>
            <a:prstGeom prst="rect">
              <a:avLst/>
            </a:prstGeom>
            <a:noFill/>
            <a:ln w="9525">
              <a:noFill/>
              <a:miter lim="800000"/>
              <a:headEnd/>
              <a:tailEnd/>
            </a:ln>
          </p:spPr>
          <p:txBody>
            <a:bodyPr>
              <a:spAutoFit/>
            </a:bodyPr>
            <a:lstStyle/>
            <a:p>
              <a:pPr algn="ctr" eaLnBrk="1" hangingPunct="1"/>
              <a:r>
                <a:rPr lang="en-US" altLang="zh-CN" sz="2400" b="1">
                  <a:solidFill>
                    <a:schemeClr val="bg1"/>
                  </a:solidFill>
                  <a:latin typeface="楷体" pitchFamily="49" charset="-122"/>
                  <a:ea typeface="楷体" pitchFamily="49" charset="-122"/>
                </a:rPr>
                <a:t>2 </a:t>
              </a:r>
              <a:r>
                <a:rPr lang="zh-CN" altLang="en-US" sz="2400" b="1">
                  <a:solidFill>
                    <a:schemeClr val="bg1"/>
                  </a:solidFill>
                  <a:latin typeface="楷体" pitchFamily="49" charset="-122"/>
                  <a:ea typeface="楷体" pitchFamily="49" charset="-122"/>
                </a:rPr>
                <a:t>认识过程的反复性和无限性 </a:t>
              </a:r>
            </a:p>
          </p:txBody>
        </p:sp>
      </p:grpSp>
      <p:grpSp>
        <p:nvGrpSpPr>
          <p:cNvPr id="11" name="组合 744462"/>
          <p:cNvGrpSpPr>
            <a:grpSpLocks/>
          </p:cNvGrpSpPr>
          <p:nvPr/>
        </p:nvGrpSpPr>
        <p:grpSpPr bwMode="auto">
          <a:xfrm>
            <a:off x="142844" y="3500438"/>
            <a:ext cx="7007225" cy="671512"/>
            <a:chOff x="1434" y="1109"/>
            <a:chExt cx="3600" cy="384"/>
          </a:xfrm>
        </p:grpSpPr>
        <p:sp>
          <p:nvSpPr>
            <p:cNvPr id="12" name="圆角矩形 744463"/>
            <p:cNvSpPr>
              <a:spLocks noChangeArrowheads="1"/>
            </p:cNvSpPr>
            <p:nvPr/>
          </p:nvSpPr>
          <p:spPr bwMode="auto">
            <a:xfrm>
              <a:off x="1434" y="1109"/>
              <a:ext cx="3600"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pPr algn="ctr" eaLnBrk="1" hangingPunct="1"/>
              <a:endParaRPr lang="zh-CN" altLang="en-US"/>
            </a:p>
          </p:txBody>
        </p:sp>
        <p:sp>
          <p:nvSpPr>
            <p:cNvPr id="13" name="文本框 744464"/>
            <p:cNvSpPr txBox="1">
              <a:spLocks noChangeArrowheads="1"/>
            </p:cNvSpPr>
            <p:nvPr/>
          </p:nvSpPr>
          <p:spPr bwMode="auto">
            <a:xfrm>
              <a:off x="1453" y="1170"/>
              <a:ext cx="3551" cy="263"/>
            </a:xfrm>
            <a:prstGeom prst="rect">
              <a:avLst/>
            </a:prstGeom>
            <a:noFill/>
            <a:ln w="9525">
              <a:noFill/>
              <a:miter lim="800000"/>
              <a:headEnd/>
              <a:tailEnd/>
            </a:ln>
          </p:spPr>
          <p:txBody>
            <a:bodyPr>
              <a:spAutoFit/>
            </a:bodyPr>
            <a:lstStyle/>
            <a:p>
              <a:pPr algn="ctr" eaLnBrk="1" hangingPunct="1"/>
              <a:r>
                <a:rPr lang="en-US" altLang="zh-CN" sz="2400" b="1" dirty="0">
                  <a:solidFill>
                    <a:schemeClr val="bg1"/>
                  </a:solidFill>
                  <a:latin typeface="楷体" pitchFamily="49" charset="-122"/>
                  <a:ea typeface="楷体" pitchFamily="49" charset="-122"/>
                </a:rPr>
                <a:t>3 </a:t>
              </a:r>
              <a:r>
                <a:rPr lang="zh-CN" altLang="en-US" sz="2400" b="1" dirty="0">
                  <a:solidFill>
                    <a:schemeClr val="bg1"/>
                  </a:solidFill>
                  <a:latin typeface="楷体" pitchFamily="49" charset="-122"/>
                  <a:ea typeface="楷体" pitchFamily="49" charset="-122"/>
                </a:rPr>
                <a:t>主观和客观、认识和实践的具体的历史的统一  </a:t>
              </a:r>
            </a:p>
          </p:txBody>
        </p:sp>
      </p:grpSp>
      <p:sp>
        <p:nvSpPr>
          <p:cNvPr id="14" name="矩形 744454"/>
          <p:cNvSpPr>
            <a:spLocks noChangeArrowheads="1"/>
          </p:cNvSpPr>
          <p:nvPr/>
        </p:nvSpPr>
        <p:spPr bwMode="auto">
          <a:xfrm>
            <a:off x="928662" y="4429132"/>
            <a:ext cx="2808288" cy="1368425"/>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buFontTx/>
              <a:buChar char="•"/>
            </a:pPr>
            <a:r>
              <a:rPr lang="en-US" altLang="zh-CN" sz="2000" b="1" dirty="0">
                <a:solidFill>
                  <a:srgbClr val="990000"/>
                </a:solidFill>
                <a:ea typeface="楷体_GB2312" pitchFamily="49" charset="-122"/>
              </a:rPr>
              <a:t>  </a:t>
            </a:r>
            <a:r>
              <a:rPr lang="zh-CN" altLang="en-US" sz="2000" b="1" dirty="0">
                <a:solidFill>
                  <a:srgbClr val="990000"/>
                </a:solidFill>
                <a:latin typeface="楷体" pitchFamily="49" charset="-122"/>
                <a:ea typeface="楷体" pitchFamily="49" charset="-122"/>
              </a:rPr>
              <a:t>主观认识总是同</a:t>
            </a:r>
            <a:r>
              <a:rPr lang="zh-CN" altLang="en-US" sz="2000" b="1" dirty="0">
                <a:solidFill>
                  <a:srgbClr val="003300"/>
                </a:solidFill>
                <a:latin typeface="幼圆" pitchFamily="49" charset="-122"/>
              </a:rPr>
              <a:t>一定时间、地点、条件下的客观实践</a:t>
            </a:r>
            <a:r>
              <a:rPr lang="zh-CN" altLang="en-US" sz="2000" b="1" dirty="0">
                <a:solidFill>
                  <a:srgbClr val="990000"/>
                </a:solidFill>
                <a:latin typeface="楷体" pitchFamily="49" charset="-122"/>
                <a:ea typeface="楷体" pitchFamily="49" charset="-122"/>
              </a:rPr>
              <a:t>相符合</a:t>
            </a:r>
          </a:p>
        </p:txBody>
      </p:sp>
      <p:sp>
        <p:nvSpPr>
          <p:cNvPr id="15" name="矩形 744455"/>
          <p:cNvSpPr>
            <a:spLocks noChangeArrowheads="1" noChangeShapeType="1" noTextEdit="1"/>
          </p:cNvSpPr>
          <p:nvPr/>
        </p:nvSpPr>
        <p:spPr bwMode="auto">
          <a:xfrm rot="5400000">
            <a:off x="-125442" y="4911732"/>
            <a:ext cx="1371600" cy="406400"/>
          </a:xfrm>
          <a:prstGeom prst="rect">
            <a:avLst/>
          </a:prstGeom>
        </p:spPr>
        <p:txBody>
          <a:bodyPr vert="eaVert" wrap="none" fromWordArt="1">
            <a:prstTxWarp prst="textPlain">
              <a:avLst>
                <a:gd name="adj" fmla="val 50000"/>
              </a:avLst>
            </a:prstTxWarp>
          </a:bodyPr>
          <a:lstStyle/>
          <a:p>
            <a:pPr algn="ctr" fontAlgn="auto"/>
            <a:r>
              <a:rPr lang="zh-CN" altLang="en-US" sz="3600" kern="10" dirty="0">
                <a:ln w="9525">
                  <a:solidFill>
                    <a:srgbClr val="800000"/>
                  </a:solidFill>
                  <a:round/>
                  <a:headEnd/>
                  <a:tailEnd/>
                </a:ln>
                <a:solidFill>
                  <a:srgbClr val="800000"/>
                </a:solidFill>
                <a:effectLst>
                  <a:outerShdw dist="35921" dir="2700000" algn="ctr" rotWithShape="0">
                    <a:srgbClr val="B2B2B2">
                      <a:alpha val="79999"/>
                    </a:srgbClr>
                  </a:outerShdw>
                </a:effectLst>
                <a:latin typeface="宋体"/>
                <a:ea typeface="宋体"/>
              </a:rPr>
              <a:t>具体的</a:t>
            </a:r>
          </a:p>
        </p:txBody>
      </p:sp>
      <p:sp>
        <p:nvSpPr>
          <p:cNvPr id="16" name="矩形 744456"/>
          <p:cNvSpPr>
            <a:spLocks noChangeArrowheads="1"/>
          </p:cNvSpPr>
          <p:nvPr/>
        </p:nvSpPr>
        <p:spPr bwMode="auto">
          <a:xfrm>
            <a:off x="5072066" y="4429132"/>
            <a:ext cx="3143272" cy="1368425"/>
          </a:xfrm>
          <a:prstGeom prst="rect">
            <a:avLst/>
          </a:prstGeom>
          <a:solidFill>
            <a:srgbClr val="D9F2AC"/>
          </a:solidFill>
          <a:ln w="9525">
            <a:solidFill>
              <a:srgbClr val="FF9900"/>
            </a:solidFill>
            <a:miter lim="800000"/>
            <a:headEnd/>
            <a:tailEnd/>
          </a:ln>
        </p:spPr>
        <p:txBody>
          <a:bodyPr/>
          <a:lstStyle/>
          <a:p>
            <a:pPr eaLnBrk="1" hangingPunct="1">
              <a:lnSpc>
                <a:spcPct val="125000"/>
              </a:lnSpc>
              <a:spcBef>
                <a:spcPct val="20000"/>
              </a:spcBef>
              <a:buFontTx/>
              <a:buChar char="•"/>
            </a:pPr>
            <a:r>
              <a:rPr lang="en-US" altLang="zh-CN" sz="2000" b="1" dirty="0">
                <a:solidFill>
                  <a:srgbClr val="990000"/>
                </a:solidFill>
                <a:ea typeface="楷体_GB2312" pitchFamily="49" charset="-122"/>
              </a:rPr>
              <a:t>  </a:t>
            </a:r>
            <a:r>
              <a:rPr lang="zh-CN" altLang="en-US" sz="2000" b="1" dirty="0">
                <a:solidFill>
                  <a:srgbClr val="990000"/>
                </a:solidFill>
                <a:ea typeface="楷体_GB2312" pitchFamily="49" charset="-122"/>
              </a:rPr>
              <a:t>主</a:t>
            </a:r>
            <a:r>
              <a:rPr lang="zh-CN" altLang="en-US" sz="2000" b="1" dirty="0">
                <a:solidFill>
                  <a:srgbClr val="990000"/>
                </a:solidFill>
                <a:latin typeface="楷体" pitchFamily="49" charset="-122"/>
                <a:ea typeface="楷体" pitchFamily="49" charset="-122"/>
              </a:rPr>
              <a:t>观认识总是同</a:t>
            </a:r>
            <a:r>
              <a:rPr lang="zh-CN" altLang="en-US" sz="2000" b="1" dirty="0">
                <a:solidFill>
                  <a:srgbClr val="003300"/>
                </a:solidFill>
                <a:latin typeface="幼圆" pitchFamily="49" charset="-122"/>
              </a:rPr>
              <a:t>特定历史发展阶段的客观实践</a:t>
            </a:r>
            <a:r>
              <a:rPr lang="zh-CN" altLang="en-US" sz="2000" b="1" dirty="0">
                <a:solidFill>
                  <a:srgbClr val="990000"/>
                </a:solidFill>
                <a:latin typeface="楷体" pitchFamily="49" charset="-122"/>
                <a:ea typeface="楷体" pitchFamily="49" charset="-122"/>
              </a:rPr>
              <a:t>相适应</a:t>
            </a:r>
          </a:p>
        </p:txBody>
      </p:sp>
      <p:sp>
        <p:nvSpPr>
          <p:cNvPr id="17" name="矩形 744457"/>
          <p:cNvSpPr>
            <a:spLocks noChangeArrowheads="1" noChangeShapeType="1" noTextEdit="1"/>
          </p:cNvSpPr>
          <p:nvPr/>
        </p:nvSpPr>
        <p:spPr bwMode="auto">
          <a:xfrm rot="5400000">
            <a:off x="4141788" y="4930782"/>
            <a:ext cx="1371600" cy="368300"/>
          </a:xfrm>
          <a:prstGeom prst="rect">
            <a:avLst/>
          </a:prstGeom>
        </p:spPr>
        <p:txBody>
          <a:bodyPr vert="eaVert" wrap="none" fromWordArt="1">
            <a:prstTxWarp prst="textPlain">
              <a:avLst>
                <a:gd name="adj" fmla="val 50000"/>
              </a:avLst>
            </a:prstTxWarp>
          </a:bodyPr>
          <a:lstStyle/>
          <a:p>
            <a:pPr algn="ctr" fontAlgn="auto"/>
            <a:r>
              <a:rPr lang="zh-CN" altLang="en-US" sz="3600" kern="10" dirty="0">
                <a:ln w="9525">
                  <a:solidFill>
                    <a:srgbClr val="800000"/>
                  </a:solidFill>
                  <a:round/>
                  <a:headEnd/>
                  <a:tailEnd/>
                </a:ln>
                <a:solidFill>
                  <a:srgbClr val="800000"/>
                </a:solidFill>
                <a:effectLst>
                  <a:outerShdw dist="35921" dir="2700000" algn="ctr" rotWithShape="0">
                    <a:srgbClr val="B2B2B2">
                      <a:alpha val="79999"/>
                    </a:srgbClr>
                  </a:outerShdw>
                </a:effectLst>
                <a:latin typeface="宋体"/>
                <a:ea typeface="宋体"/>
              </a:rPr>
              <a:t>历史的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9408" name="矩形 699407"/>
          <p:cNvSpPr/>
          <p:nvPr/>
        </p:nvSpPr>
        <p:spPr>
          <a:xfrm>
            <a:off x="857224" y="2857496"/>
            <a:ext cx="7344816" cy="1938992"/>
          </a:xfrm>
          <a:prstGeom prst="rect">
            <a:avLst/>
          </a:prstGeom>
          <a:solidFill>
            <a:schemeClr val="accent3">
              <a:lumMod val="95000"/>
            </a:schemeClr>
          </a:solidFill>
          <a:ln w="9525">
            <a:noFill/>
          </a:ln>
        </p:spPr>
        <p:txBody>
          <a:bodyPr wrap="square">
            <a:spAutoFit/>
          </a:bodyPr>
          <a:lstStyle/>
          <a:p>
            <a:pPr>
              <a:lnSpc>
                <a:spcPct val="125000"/>
              </a:lnSpc>
            </a:pPr>
            <a:r>
              <a:rPr lang="zh-CN" altLang="en-US" sz="3200" b="1" noProof="1">
                <a:latin typeface="楷体" panose="02010609060101010101" pitchFamily="49" charset="-122"/>
                <a:ea typeface="楷体" panose="02010609060101010101" pitchFamily="49" charset="-122"/>
              </a:rPr>
              <a:t>一、真理的客观性、绝对性和相对性</a:t>
            </a:r>
          </a:p>
          <a:p>
            <a:pPr>
              <a:lnSpc>
                <a:spcPct val="125000"/>
              </a:lnSpc>
            </a:pPr>
            <a:r>
              <a:rPr lang="zh-CN" altLang="en-US" sz="3200" b="1" noProof="1">
                <a:latin typeface="楷体" panose="02010609060101010101" pitchFamily="49" charset="-122"/>
                <a:ea typeface="楷体" panose="02010609060101010101" pitchFamily="49" charset="-122"/>
              </a:rPr>
              <a:t>二、真理的检验标准</a:t>
            </a:r>
          </a:p>
          <a:p>
            <a:pPr>
              <a:lnSpc>
                <a:spcPct val="125000"/>
              </a:lnSpc>
            </a:pPr>
            <a:r>
              <a:rPr lang="zh-CN" altLang="en-US" sz="3200" b="1" noProof="1">
                <a:latin typeface="楷体" panose="02010609060101010101" pitchFamily="49" charset="-122"/>
                <a:ea typeface="楷体" panose="02010609060101010101" pitchFamily="49" charset="-122"/>
              </a:rPr>
              <a:t>三、真理与价值的辩证统一</a:t>
            </a:r>
          </a:p>
        </p:txBody>
      </p:sp>
      <p:sp>
        <p:nvSpPr>
          <p:cNvPr id="5" name="矩形 698373"/>
          <p:cNvSpPr>
            <a:spLocks noChangeArrowheads="1"/>
          </p:cNvSpPr>
          <p:nvPr/>
        </p:nvSpPr>
        <p:spPr bwMode="auto">
          <a:xfrm>
            <a:off x="500034" y="928670"/>
            <a:ext cx="8153400" cy="1246495"/>
          </a:xfrm>
          <a:prstGeom prst="rect">
            <a:avLst/>
          </a:prstGeom>
          <a:noFill/>
          <a:ln w="9525">
            <a:noFill/>
            <a:miter lim="800000"/>
            <a:headEnd/>
            <a:tailEnd/>
          </a:ln>
        </p:spPr>
        <p:txBody>
          <a:bodyPr wrap="square">
            <a:spAutoFit/>
          </a:bodyPr>
          <a:lstStyle/>
          <a:p>
            <a:pPr algn="ctr" eaLnBrk="1" hangingPunct="1">
              <a:lnSpc>
                <a:spcPct val="125000"/>
              </a:lnSpc>
            </a:pPr>
            <a:r>
              <a:rPr lang="zh-CN" altLang="en-US" sz="6000" b="1" noProof="1">
                <a:solidFill>
                  <a:srgbClr val="000000"/>
                </a:solidFill>
                <a:latin typeface="楷体" pitchFamily="49" charset="-122"/>
                <a:ea typeface="楷体" pitchFamily="49" charset="-122"/>
              </a:rPr>
              <a:t>第二节 真理与价值</a:t>
            </a:r>
            <a:endParaRPr lang="en-US" altLang="zh-CN" sz="6000" b="1" noProof="1">
              <a:solidFill>
                <a:srgbClr val="000000"/>
              </a:solidFill>
              <a:latin typeface="楷体" pitchFamily="49" charset="-122"/>
              <a:ea typeface="楷体" pitchFamily="49" charset="-122"/>
            </a:endParaRPr>
          </a:p>
        </p:txBody>
      </p:sp>
    </p:spTree>
    <p:extLst>
      <p:ext uri="{BB962C8B-B14F-4D97-AF65-F5344CB8AC3E}">
        <p14:creationId xmlns:p14="http://schemas.microsoft.com/office/powerpoint/2010/main" val="4127171701"/>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矩形 717829"/>
          <p:cNvSpPr>
            <a:spLocks noChangeArrowheads="1"/>
          </p:cNvSpPr>
          <p:nvPr/>
        </p:nvSpPr>
        <p:spPr bwMode="auto">
          <a:xfrm>
            <a:off x="357158" y="1071546"/>
            <a:ext cx="3311525" cy="552450"/>
          </a:xfrm>
          <a:prstGeom prst="rect">
            <a:avLst/>
          </a:prstGeom>
          <a:solidFill>
            <a:srgbClr val="CCFFFF"/>
          </a:solidFill>
          <a:ln w="12700">
            <a:solidFill>
              <a:srgbClr val="FF3300"/>
            </a:solidFill>
            <a:miter lim="800000"/>
            <a:headEnd/>
            <a:tailEnd/>
          </a:ln>
        </p:spPr>
        <p:txBody>
          <a:bodyPr>
            <a:spAutoFit/>
          </a:bodyPr>
          <a:lstStyle/>
          <a:p>
            <a:pPr>
              <a:lnSpc>
                <a:spcPct val="125000"/>
              </a:lnSpc>
            </a:pPr>
            <a:r>
              <a:rPr lang="zh-CN" altLang="en-US" sz="2400" b="1">
                <a:solidFill>
                  <a:srgbClr val="0000FF"/>
                </a:solidFill>
                <a:latin typeface="黑体" pitchFamily="49" charset="-122"/>
                <a:ea typeface="黑体" pitchFamily="49" charset="-122"/>
              </a:rPr>
              <a:t>（一）真理的客观性</a:t>
            </a:r>
            <a:endParaRPr lang="zh-CN" altLang="en-US" sz="2400" b="1">
              <a:solidFill>
                <a:schemeClr val="accent2"/>
              </a:solidFill>
              <a:latin typeface="黑体" pitchFamily="49" charset="-122"/>
              <a:ea typeface="黑体" pitchFamily="49" charset="-122"/>
            </a:endParaRPr>
          </a:p>
        </p:txBody>
      </p:sp>
      <p:sp>
        <p:nvSpPr>
          <p:cNvPr id="14338" name="矩形 717835"/>
          <p:cNvSpPr>
            <a:spLocks noChangeArrowheads="1"/>
          </p:cNvSpPr>
          <p:nvPr/>
        </p:nvSpPr>
        <p:spPr bwMode="auto">
          <a:xfrm>
            <a:off x="357158" y="1928802"/>
            <a:ext cx="8177240" cy="587366"/>
          </a:xfrm>
          <a:prstGeom prst="rect">
            <a:avLst/>
          </a:prstGeom>
          <a:solidFill>
            <a:srgbClr val="B7E7D2"/>
          </a:solidFill>
          <a:ln>
            <a:noFill/>
          </a:ln>
          <a:effectLst/>
          <a:extLst>
            <a:ext uri="{91240B29-F687-4F45-9708-019B960494DF}">
              <a14:hiddenLine xmlns:a14="http://schemas.microsoft.com/office/drawing/2010/main" w="9525">
                <a:solidFill>
                  <a:srgbClr val="000000"/>
                </a:solidFill>
                <a:miter lim="800000"/>
                <a:headEnd/>
                <a:tailEnd/>
              </a14:hiddenLine>
            </a:ext>
          </a:extLst>
        </p:spPr>
        <p:txBody>
          <a:bodyPr/>
          <a:lstStyle/>
          <a:p>
            <a:pPr>
              <a:lnSpc>
                <a:spcPct val="150000"/>
              </a:lnSpc>
              <a:spcBef>
                <a:spcPct val="20000"/>
              </a:spcBef>
            </a:pPr>
            <a:r>
              <a:rPr lang="en-US" altLang="zh-CN" b="1" dirty="0">
                <a:solidFill>
                  <a:srgbClr val="3333FF"/>
                </a:solidFill>
                <a:latin typeface="幼圆" pitchFamily="49" charset="-122"/>
                <a:ea typeface="幼圆" pitchFamily="49" charset="-122"/>
              </a:rPr>
              <a:t>  </a:t>
            </a:r>
            <a:r>
              <a:rPr lang="zh-CN" altLang="en-US" b="1" dirty="0">
                <a:solidFill>
                  <a:srgbClr val="3333FF"/>
                </a:solidFill>
                <a:latin typeface="幼圆" pitchFamily="49" charset="-122"/>
                <a:ea typeface="幼圆" pitchFamily="49" charset="-122"/>
              </a:rPr>
              <a:t>真理是客观的，凡真理都是客观真理，这是真理问题上的唯物论。</a:t>
            </a:r>
          </a:p>
        </p:txBody>
      </p:sp>
      <p:grpSp>
        <p:nvGrpSpPr>
          <p:cNvPr id="2" name="组合 717848"/>
          <p:cNvGrpSpPr>
            <a:grpSpLocks/>
          </p:cNvGrpSpPr>
          <p:nvPr/>
        </p:nvGrpSpPr>
        <p:grpSpPr bwMode="auto">
          <a:xfrm>
            <a:off x="357158" y="2571744"/>
            <a:ext cx="4032250" cy="609600"/>
            <a:chOff x="1338" y="1109"/>
            <a:chExt cx="3696" cy="384"/>
          </a:xfrm>
        </p:grpSpPr>
        <p:sp>
          <p:nvSpPr>
            <p:cNvPr id="14345" name="圆角矩形 717849"/>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endParaRPr lang="zh-CN" altLang="en-US"/>
            </a:p>
          </p:txBody>
        </p:sp>
        <p:sp>
          <p:nvSpPr>
            <p:cNvPr id="14346" name="文本框 717850"/>
            <p:cNvSpPr txBox="1">
              <a:spLocks noChangeArrowheads="1"/>
            </p:cNvSpPr>
            <p:nvPr/>
          </p:nvSpPr>
          <p:spPr bwMode="auto">
            <a:xfrm>
              <a:off x="1441" y="1122"/>
              <a:ext cx="3549"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buFont typeface="Arial" pitchFamily="34" charset="0"/>
                <a:defRPr>
                  <a:solidFill>
                    <a:schemeClr val="tx1"/>
                  </a:solidFill>
                  <a:latin typeface="Arial" pitchFamily="34" charset="0"/>
                  <a:ea typeface="宋体" pitchFamily="2" charset="-122"/>
                </a:defRPr>
              </a:lvl6pPr>
              <a:lvl7pPr fontAlgn="base">
                <a:spcBef>
                  <a:spcPct val="0"/>
                </a:spcBef>
                <a:spcAft>
                  <a:spcPct val="0"/>
                </a:spcAft>
                <a:buFont typeface="Arial" pitchFamily="34" charset="0"/>
                <a:defRPr>
                  <a:solidFill>
                    <a:schemeClr val="tx1"/>
                  </a:solidFill>
                  <a:latin typeface="Arial" pitchFamily="34" charset="0"/>
                  <a:ea typeface="宋体" pitchFamily="2" charset="-122"/>
                </a:defRPr>
              </a:lvl7pPr>
              <a:lvl8pPr fontAlgn="base">
                <a:spcBef>
                  <a:spcPct val="0"/>
                </a:spcBef>
                <a:spcAft>
                  <a:spcPct val="0"/>
                </a:spcAft>
                <a:buFont typeface="Arial" pitchFamily="34" charset="0"/>
                <a:defRPr>
                  <a:solidFill>
                    <a:schemeClr val="tx1"/>
                  </a:solidFill>
                  <a:latin typeface="Arial" pitchFamily="34" charset="0"/>
                  <a:ea typeface="宋体" pitchFamily="2" charset="-122"/>
                </a:defRPr>
              </a:lvl8pPr>
              <a:lvl9pPr fontAlgn="base">
                <a:spcBef>
                  <a:spcPct val="0"/>
                </a:spcBef>
                <a:spcAft>
                  <a:spcPct val="0"/>
                </a:spcAft>
                <a:buFont typeface="Arial" pitchFamily="34" charset="0"/>
                <a:defRPr>
                  <a:solidFill>
                    <a:schemeClr val="tx1"/>
                  </a:solidFill>
                  <a:latin typeface="Arial" pitchFamily="34" charset="0"/>
                  <a:ea typeface="宋体" pitchFamily="2" charset="-122"/>
                </a:defRPr>
              </a:lvl9pPr>
            </a:lstStyle>
            <a:p>
              <a:r>
                <a:rPr lang="en-US" altLang="zh-CN" sz="2400" b="1" dirty="0">
                  <a:solidFill>
                    <a:schemeClr val="bg1"/>
                  </a:solidFill>
                  <a:latin typeface="楷体" pitchFamily="49" charset="-122"/>
                  <a:ea typeface="楷体" pitchFamily="49" charset="-122"/>
                </a:rPr>
                <a:t>1 </a:t>
              </a:r>
              <a:r>
                <a:rPr lang="zh-CN" altLang="en-US" sz="2400" b="1" dirty="0">
                  <a:solidFill>
                    <a:schemeClr val="bg1"/>
                  </a:solidFill>
                  <a:latin typeface="楷体" pitchFamily="49" charset="-122"/>
                  <a:ea typeface="楷体" pitchFamily="49" charset="-122"/>
                </a:rPr>
                <a:t>真理的内容是客观的</a:t>
              </a:r>
              <a:r>
                <a:rPr lang="zh-CN" altLang="en-US" b="1" dirty="0">
                  <a:solidFill>
                    <a:srgbClr val="0000FF"/>
                  </a:solidFill>
                  <a:latin typeface="楷体" pitchFamily="49" charset="-122"/>
                  <a:ea typeface="楷体" pitchFamily="49" charset="-122"/>
                </a:rPr>
                <a:t>  </a:t>
              </a:r>
              <a:endParaRPr lang="zh-CN" altLang="en-US" sz="2400" b="1" dirty="0">
                <a:solidFill>
                  <a:schemeClr val="bg1"/>
                </a:solidFill>
                <a:latin typeface="楷体" pitchFamily="49" charset="-122"/>
                <a:ea typeface="楷体" pitchFamily="49" charset="-122"/>
              </a:endParaRPr>
            </a:p>
          </p:txBody>
        </p:sp>
      </p:grpSp>
      <p:grpSp>
        <p:nvGrpSpPr>
          <p:cNvPr id="3" name="组合 717854"/>
          <p:cNvGrpSpPr>
            <a:grpSpLocks/>
          </p:cNvGrpSpPr>
          <p:nvPr/>
        </p:nvGrpSpPr>
        <p:grpSpPr bwMode="auto">
          <a:xfrm>
            <a:off x="357158" y="4286256"/>
            <a:ext cx="4032250" cy="609600"/>
            <a:chOff x="1338" y="1109"/>
            <a:chExt cx="3696" cy="384"/>
          </a:xfrm>
        </p:grpSpPr>
        <p:sp>
          <p:nvSpPr>
            <p:cNvPr id="14348" name="圆角矩形 717855"/>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endParaRPr lang="zh-CN" altLang="en-US"/>
            </a:p>
          </p:txBody>
        </p:sp>
        <p:sp>
          <p:nvSpPr>
            <p:cNvPr id="14349" name="文本框 717856"/>
            <p:cNvSpPr txBox="1">
              <a:spLocks noChangeArrowheads="1"/>
            </p:cNvSpPr>
            <p:nvPr/>
          </p:nvSpPr>
          <p:spPr bwMode="auto">
            <a:xfrm>
              <a:off x="1440" y="1122"/>
              <a:ext cx="3551"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buFont typeface="Arial" pitchFamily="34" charset="0"/>
                <a:defRPr>
                  <a:solidFill>
                    <a:schemeClr val="tx1"/>
                  </a:solidFill>
                  <a:latin typeface="Arial" pitchFamily="34" charset="0"/>
                  <a:ea typeface="宋体" pitchFamily="2" charset="-122"/>
                </a:defRPr>
              </a:lvl6pPr>
              <a:lvl7pPr fontAlgn="base">
                <a:spcBef>
                  <a:spcPct val="0"/>
                </a:spcBef>
                <a:spcAft>
                  <a:spcPct val="0"/>
                </a:spcAft>
                <a:buFont typeface="Arial" pitchFamily="34" charset="0"/>
                <a:defRPr>
                  <a:solidFill>
                    <a:schemeClr val="tx1"/>
                  </a:solidFill>
                  <a:latin typeface="Arial" pitchFamily="34" charset="0"/>
                  <a:ea typeface="宋体" pitchFamily="2" charset="-122"/>
                </a:defRPr>
              </a:lvl7pPr>
              <a:lvl8pPr fontAlgn="base">
                <a:spcBef>
                  <a:spcPct val="0"/>
                </a:spcBef>
                <a:spcAft>
                  <a:spcPct val="0"/>
                </a:spcAft>
                <a:buFont typeface="Arial" pitchFamily="34" charset="0"/>
                <a:defRPr>
                  <a:solidFill>
                    <a:schemeClr val="tx1"/>
                  </a:solidFill>
                  <a:latin typeface="Arial" pitchFamily="34" charset="0"/>
                  <a:ea typeface="宋体" pitchFamily="2" charset="-122"/>
                </a:defRPr>
              </a:lvl8pPr>
              <a:lvl9pPr fontAlgn="base">
                <a:spcBef>
                  <a:spcPct val="0"/>
                </a:spcBef>
                <a:spcAft>
                  <a:spcPct val="0"/>
                </a:spcAft>
                <a:buFont typeface="Arial" pitchFamily="34" charset="0"/>
                <a:defRPr>
                  <a:solidFill>
                    <a:schemeClr val="tx1"/>
                  </a:solidFill>
                  <a:latin typeface="Arial" pitchFamily="34" charset="0"/>
                  <a:ea typeface="宋体" pitchFamily="2" charset="-122"/>
                </a:defRPr>
              </a:lvl9pPr>
            </a:lstStyle>
            <a:p>
              <a:r>
                <a:rPr lang="en-US" altLang="zh-CN" sz="2400" b="1" dirty="0">
                  <a:solidFill>
                    <a:schemeClr val="bg1"/>
                  </a:solidFill>
                  <a:latin typeface="楷体" pitchFamily="49" charset="-122"/>
                  <a:ea typeface="楷体" pitchFamily="49" charset="-122"/>
                </a:rPr>
                <a:t>2 </a:t>
              </a:r>
              <a:r>
                <a:rPr lang="zh-CN" altLang="en-US" sz="2400" b="1" dirty="0">
                  <a:solidFill>
                    <a:schemeClr val="bg1"/>
                  </a:solidFill>
                  <a:latin typeface="楷体" pitchFamily="49" charset="-122"/>
                  <a:ea typeface="楷体" pitchFamily="49" charset="-122"/>
                </a:rPr>
                <a:t>真理的形式是主观的</a:t>
              </a:r>
            </a:p>
          </p:txBody>
        </p:sp>
      </p:grpSp>
      <p:sp>
        <p:nvSpPr>
          <p:cNvPr id="17" name="矩形 748550"/>
          <p:cNvSpPr>
            <a:spLocks noChangeArrowheads="1"/>
          </p:cNvSpPr>
          <p:nvPr/>
        </p:nvSpPr>
        <p:spPr bwMode="auto">
          <a:xfrm>
            <a:off x="357158" y="3286124"/>
            <a:ext cx="8215370" cy="928694"/>
          </a:xfrm>
          <a:prstGeom prst="rect">
            <a:avLst/>
          </a:prstGeom>
          <a:solidFill>
            <a:srgbClr val="D9F2AC"/>
          </a:solidFill>
          <a:ln w="9525">
            <a:solidFill>
              <a:srgbClr val="FF9900"/>
            </a:solidFill>
            <a:miter lim="800000"/>
            <a:headEnd/>
            <a:tailEnd/>
          </a:ln>
        </p:spPr>
        <p:txBody>
          <a:bodyPr/>
          <a:lstStyle/>
          <a:p>
            <a:pPr>
              <a:lnSpc>
                <a:spcPct val="125000"/>
              </a:lnSpc>
              <a:spcBef>
                <a:spcPct val="20000"/>
              </a:spcBef>
              <a:buFont typeface="Arial" pitchFamily="34" charset="0"/>
              <a:buChar char="•"/>
            </a:pPr>
            <a:r>
              <a:rPr lang="zh-CN" altLang="en-US" sz="2000" b="1" dirty="0">
                <a:solidFill>
                  <a:srgbClr val="0000CC"/>
                </a:solidFill>
                <a:latin typeface="楷体" pitchFamily="49" charset="-122"/>
                <a:ea typeface="楷体" pitchFamily="49" charset="-122"/>
              </a:rPr>
              <a:t> 真理的内容是对客观事物及其规律的正确反映，真理中包含着</a:t>
            </a:r>
            <a:r>
              <a:rPr lang="zh-CN" altLang="en-US" sz="2000" b="1" dirty="0">
                <a:solidFill>
                  <a:srgbClr val="FF0000"/>
                </a:solidFill>
                <a:latin typeface="楷体" pitchFamily="49" charset="-122"/>
                <a:ea typeface="楷体" pitchFamily="49" charset="-122"/>
              </a:rPr>
              <a:t>不依赖于人和人的意识的客观内容。</a:t>
            </a:r>
          </a:p>
        </p:txBody>
      </p:sp>
      <p:sp>
        <p:nvSpPr>
          <p:cNvPr id="18" name="矩形 774170"/>
          <p:cNvSpPr>
            <a:spLocks noChangeArrowheads="1"/>
          </p:cNvSpPr>
          <p:nvPr/>
        </p:nvSpPr>
        <p:spPr bwMode="auto">
          <a:xfrm>
            <a:off x="357158" y="5000635"/>
            <a:ext cx="8215370" cy="428629"/>
          </a:xfrm>
          <a:prstGeom prst="rect">
            <a:avLst/>
          </a:prstGeom>
          <a:solidFill>
            <a:srgbClr val="D9F2AC"/>
          </a:solidFill>
          <a:ln w="9525">
            <a:solidFill>
              <a:srgbClr val="FF9900"/>
            </a:solidFill>
            <a:miter lim="800000"/>
            <a:headEnd/>
            <a:tailEnd/>
          </a:ln>
        </p:spPr>
        <p:txBody>
          <a:bodyPr/>
          <a:lstStyle/>
          <a:p>
            <a:pPr>
              <a:lnSpc>
                <a:spcPct val="125000"/>
              </a:lnSpc>
              <a:spcBef>
                <a:spcPct val="20000"/>
              </a:spcBef>
              <a:buFont typeface="Arial" pitchFamily="34" charset="0"/>
              <a:buChar char="•"/>
            </a:pPr>
            <a:r>
              <a:rPr lang="en-US" altLang="zh-CN" sz="2000" b="1" dirty="0">
                <a:solidFill>
                  <a:srgbClr val="990000"/>
                </a:solidFill>
                <a:latin typeface="楷体_GB2312" pitchFamily="49" charset="-122"/>
                <a:ea typeface="楷体_GB2312" pitchFamily="49" charset="-122"/>
              </a:rPr>
              <a:t> </a:t>
            </a:r>
            <a:r>
              <a:rPr lang="zh-CN" altLang="en-US" sz="2000" b="1" dirty="0">
                <a:solidFill>
                  <a:srgbClr val="0000CC"/>
                </a:solidFill>
                <a:latin typeface="楷体" pitchFamily="49" charset="-122"/>
                <a:ea typeface="楷体" pitchFamily="49" charset="-122"/>
              </a:rPr>
              <a:t>真理主要通过概念、判断、推理等</a:t>
            </a:r>
            <a:r>
              <a:rPr lang="zh-CN" altLang="en-US" sz="2000" b="1" dirty="0">
                <a:solidFill>
                  <a:srgbClr val="FF0000"/>
                </a:solidFill>
                <a:latin typeface="楷体" pitchFamily="49" charset="-122"/>
                <a:ea typeface="楷体" pitchFamily="49" charset="-122"/>
              </a:rPr>
              <a:t>主观形式</a:t>
            </a:r>
            <a:r>
              <a:rPr lang="zh-CN" altLang="en-US" sz="2000" b="1" dirty="0">
                <a:solidFill>
                  <a:srgbClr val="0000CC"/>
                </a:solidFill>
                <a:latin typeface="楷体" pitchFamily="49" charset="-122"/>
                <a:ea typeface="楷体" pitchFamily="49" charset="-122"/>
              </a:rPr>
              <a:t>表达出来。</a:t>
            </a:r>
            <a:endParaRPr lang="zh-CN" altLang="en-US" sz="2000" b="1" dirty="0">
              <a:solidFill>
                <a:srgbClr val="990000"/>
              </a:solidFill>
              <a:latin typeface="楷体_GB2312" pitchFamily="49" charset="-122"/>
              <a:ea typeface="楷体_GB2312" pitchFamily="49" charset="-122"/>
            </a:endParaRPr>
          </a:p>
        </p:txBody>
      </p:sp>
      <p:sp>
        <p:nvSpPr>
          <p:cNvPr id="19" name="矩形 774155"/>
          <p:cNvSpPr>
            <a:spLocks noChangeArrowheads="1"/>
          </p:cNvSpPr>
          <p:nvPr/>
        </p:nvSpPr>
        <p:spPr bwMode="auto">
          <a:xfrm>
            <a:off x="357158" y="5489575"/>
            <a:ext cx="8215370" cy="1011259"/>
          </a:xfrm>
          <a:prstGeom prst="rect">
            <a:avLst/>
          </a:prstGeom>
          <a:solidFill>
            <a:srgbClr val="D9F2AC"/>
          </a:solidFill>
          <a:ln w="9525">
            <a:solidFill>
              <a:srgbClr val="FF9900"/>
            </a:solidFill>
            <a:miter lim="800000"/>
            <a:headEnd/>
            <a:tailEnd/>
          </a:ln>
        </p:spPr>
        <p:txBody>
          <a:bodyPr/>
          <a:lstStyle/>
          <a:p>
            <a:pPr>
              <a:lnSpc>
                <a:spcPct val="125000"/>
              </a:lnSpc>
              <a:spcBef>
                <a:spcPct val="20000"/>
              </a:spcBef>
              <a:buFont typeface="Arial" pitchFamily="34" charset="0"/>
              <a:buChar char="•"/>
            </a:pPr>
            <a:r>
              <a:rPr lang="en-US" altLang="zh-CN" sz="2400" b="1" dirty="0">
                <a:solidFill>
                  <a:srgbClr val="990000"/>
                </a:solidFill>
                <a:latin typeface="楷体_GB2312" pitchFamily="49" charset="-122"/>
                <a:ea typeface="楷体_GB2312" pitchFamily="49" charset="-122"/>
              </a:rPr>
              <a:t> </a:t>
            </a:r>
            <a:r>
              <a:rPr lang="zh-CN" altLang="en-US" sz="2000" b="1" dirty="0">
                <a:solidFill>
                  <a:srgbClr val="990000"/>
                </a:solidFill>
                <a:latin typeface="楷体" pitchFamily="49" charset="-122"/>
                <a:ea typeface="楷体" pitchFamily="49" charset="-122"/>
              </a:rPr>
              <a:t>既不能把真理等同于客观实在，也不能因为真理具有主观形式而把真理误认为主观产物。（注意避免实用主义“有用即真理”的错误观点）</a:t>
            </a:r>
          </a:p>
        </p:txBody>
      </p:sp>
      <p:sp>
        <p:nvSpPr>
          <p:cNvPr id="20" name="矩形 19"/>
          <p:cNvSpPr/>
          <p:nvPr/>
        </p:nvSpPr>
        <p:spPr>
          <a:xfrm>
            <a:off x="357158" y="142852"/>
            <a:ext cx="6337399" cy="630942"/>
          </a:xfrm>
          <a:prstGeom prst="rect">
            <a:avLst/>
          </a:prstGeom>
          <a:solidFill>
            <a:srgbClr val="CCECFF"/>
          </a:solidFill>
          <a:ln w="38100">
            <a:noFill/>
          </a:ln>
        </p:spPr>
        <p:txBody>
          <a:bodyPr wrap="square">
            <a:spAutoFit/>
          </a:bodyPr>
          <a:lstStyle/>
          <a:p>
            <a:pPr eaLnBrk="0" hangingPunct="0">
              <a:lnSpc>
                <a:spcPct val="125000"/>
              </a:lnSpc>
              <a:spcBef>
                <a:spcPct val="50000"/>
              </a:spcBef>
            </a:pPr>
            <a:r>
              <a:rPr lang="zh-CN" altLang="en-US" sz="2800" b="1" noProof="1">
                <a:solidFill>
                  <a:srgbClr val="FF0066"/>
                </a:solidFill>
                <a:latin typeface="宋体" panose="02010600030101010101" pitchFamily="2" charset="-122"/>
                <a:ea typeface="宋体" panose="02010600030101010101" pitchFamily="2" charset="-122"/>
              </a:rPr>
              <a:t>一、真理的客观性、绝对性和相对性</a:t>
            </a:r>
          </a:p>
        </p:txBody>
      </p:sp>
      <p:sp>
        <p:nvSpPr>
          <p:cNvPr id="21" name="文本框 704516"/>
          <p:cNvSpPr txBox="1">
            <a:spLocks noChangeArrowheads="1"/>
          </p:cNvSpPr>
          <p:nvPr/>
        </p:nvSpPr>
        <p:spPr bwMode="auto">
          <a:xfrm>
            <a:off x="3929058" y="928670"/>
            <a:ext cx="4602168" cy="861774"/>
          </a:xfrm>
          <a:prstGeom prst="rect">
            <a:avLst/>
          </a:prstGeom>
          <a:solidFill>
            <a:srgbClr val="FFFF99"/>
          </a:solidFill>
          <a:ln w="38100">
            <a:solidFill>
              <a:srgbClr val="FF3300"/>
            </a:solidFill>
            <a:miter lim="800000"/>
            <a:headEnd/>
            <a:tailEnd/>
          </a:ln>
        </p:spPr>
        <p:txBody>
          <a:bodyPr wrap="square">
            <a:spAutoFit/>
          </a:bodyPr>
          <a:lstStyle>
            <a:lvl1pPr>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buFont typeface="Arial" pitchFamily="34" charset="0"/>
              <a:defRPr>
                <a:solidFill>
                  <a:schemeClr val="tx1"/>
                </a:solidFill>
                <a:latin typeface="Arial" pitchFamily="34" charset="0"/>
                <a:ea typeface="宋体" pitchFamily="2" charset="-122"/>
              </a:defRPr>
            </a:lvl6pPr>
            <a:lvl7pPr fontAlgn="base">
              <a:spcBef>
                <a:spcPct val="0"/>
              </a:spcBef>
              <a:spcAft>
                <a:spcPct val="0"/>
              </a:spcAft>
              <a:buFont typeface="Arial" pitchFamily="34" charset="0"/>
              <a:defRPr>
                <a:solidFill>
                  <a:schemeClr val="tx1"/>
                </a:solidFill>
                <a:latin typeface="Arial" pitchFamily="34" charset="0"/>
                <a:ea typeface="宋体" pitchFamily="2" charset="-122"/>
              </a:defRPr>
            </a:lvl7pPr>
            <a:lvl8pPr fontAlgn="base">
              <a:spcBef>
                <a:spcPct val="0"/>
              </a:spcBef>
              <a:spcAft>
                <a:spcPct val="0"/>
              </a:spcAft>
              <a:buFont typeface="Arial" pitchFamily="34" charset="0"/>
              <a:defRPr>
                <a:solidFill>
                  <a:schemeClr val="tx1"/>
                </a:solidFill>
                <a:latin typeface="Arial" pitchFamily="34" charset="0"/>
                <a:ea typeface="宋体" pitchFamily="2" charset="-122"/>
              </a:defRPr>
            </a:lvl8pPr>
            <a:lvl9pPr fontAlgn="base">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25000"/>
              </a:lnSpc>
            </a:pPr>
            <a:r>
              <a:rPr lang="zh-CN" altLang="en-US" sz="2000" b="1" dirty="0">
                <a:solidFill>
                  <a:srgbClr val="0000CC"/>
                </a:solidFill>
                <a:latin typeface="楷体" pitchFamily="49" charset="-122"/>
                <a:ea typeface="楷体" pitchFamily="49" charset="-122"/>
              </a:rPr>
              <a:t>真理是标志主观与客观相符合的范畴，是对客观事物及其规律的</a:t>
            </a:r>
            <a:r>
              <a:rPr lang="zh-CN" altLang="en-US" sz="2000" b="1" dirty="0">
                <a:solidFill>
                  <a:srgbClr val="FF0000"/>
                </a:solidFill>
                <a:latin typeface="楷体" pitchFamily="49" charset="-122"/>
                <a:ea typeface="楷体" pitchFamily="49" charset="-122"/>
              </a:rPr>
              <a:t>正确反映</a:t>
            </a:r>
            <a:r>
              <a:rPr lang="zh-CN" altLang="en-US" sz="2000" b="1" dirty="0">
                <a:solidFill>
                  <a:srgbClr val="0000CC"/>
                </a:solidFill>
                <a:latin typeface="楷体" pitchFamily="49" charset="-122"/>
                <a:ea typeface="楷体" pitchFamily="49" charset="-122"/>
              </a:rPr>
              <a:t>。</a:t>
            </a:r>
            <a:endParaRPr lang="zh-CN" altLang="en-US" sz="1600" dirty="0">
              <a:solidFill>
                <a:srgbClr val="990000"/>
              </a:solidFill>
              <a:latin typeface="楷体" pitchFamily="49" charset="-122"/>
              <a:ea typeface="楷体" pitchFamily="49" charset="-122"/>
            </a:endParaRPr>
          </a:p>
        </p:txBody>
      </p:sp>
    </p:spTree>
    <p:extLst>
      <p:ext uri="{BB962C8B-B14F-4D97-AF65-F5344CB8AC3E}">
        <p14:creationId xmlns:p14="http://schemas.microsoft.com/office/powerpoint/2010/main" val="22552381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矩形 749574"/>
          <p:cNvSpPr>
            <a:spLocks noChangeArrowheads="1"/>
          </p:cNvSpPr>
          <p:nvPr/>
        </p:nvSpPr>
        <p:spPr bwMode="auto">
          <a:xfrm>
            <a:off x="428596" y="3000372"/>
            <a:ext cx="7820050" cy="1143008"/>
          </a:xfrm>
          <a:prstGeom prst="rect">
            <a:avLst/>
          </a:prstGeom>
          <a:solidFill>
            <a:srgbClr val="D9F2AC"/>
          </a:solidFill>
          <a:ln w="9525">
            <a:solidFill>
              <a:srgbClr val="FF9900"/>
            </a:solidFill>
            <a:miter lim="800000"/>
            <a:headEnd/>
            <a:tailEnd/>
          </a:ln>
        </p:spPr>
        <p:txBody>
          <a:bodyPr/>
          <a:lstStyle/>
          <a:p>
            <a:pPr>
              <a:lnSpc>
                <a:spcPct val="125000"/>
              </a:lnSpc>
            </a:pPr>
            <a:r>
              <a:rPr lang="en-US" altLang="zh-CN" sz="1600" b="1" dirty="0">
                <a:solidFill>
                  <a:srgbClr val="990000"/>
                </a:solidFill>
                <a:latin typeface="幼圆" pitchFamily="49" charset="-122"/>
                <a:ea typeface="幼圆" pitchFamily="49" charset="-122"/>
              </a:rPr>
              <a:t>   </a:t>
            </a:r>
            <a:r>
              <a:rPr lang="zh-CN" altLang="en-US" b="1" dirty="0">
                <a:solidFill>
                  <a:srgbClr val="990000"/>
                </a:solidFill>
                <a:latin typeface="幼圆" pitchFamily="49" charset="-122"/>
                <a:ea typeface="幼圆" pitchFamily="49" charset="-122"/>
              </a:rPr>
              <a:t>对于特定实践活动中的特定认识对象来说，在任何情况下，都只能有一种认识是与特定的认识客体的状态、本质和规律相一致的，这种认识就是真理。</a:t>
            </a:r>
          </a:p>
        </p:txBody>
      </p:sp>
      <p:sp>
        <p:nvSpPr>
          <p:cNvPr id="17410" name="文本框 749575"/>
          <p:cNvSpPr txBox="1">
            <a:spLocks noChangeArrowheads="1"/>
          </p:cNvSpPr>
          <p:nvPr/>
        </p:nvSpPr>
        <p:spPr bwMode="auto">
          <a:xfrm>
            <a:off x="428596" y="1928802"/>
            <a:ext cx="7820050" cy="861774"/>
          </a:xfrm>
          <a:prstGeom prst="rect">
            <a:avLst/>
          </a:prstGeom>
          <a:solidFill>
            <a:srgbClr val="FFFF99"/>
          </a:solidFill>
          <a:ln w="38100">
            <a:solidFill>
              <a:srgbClr val="FF3300"/>
            </a:solidFill>
            <a:miter lim="800000"/>
            <a:headEnd/>
            <a:tailEnd/>
          </a:ln>
        </p:spPr>
        <p:txBody>
          <a:bodyPr wrap="square">
            <a:spAutoFit/>
          </a:bodyPr>
          <a:lstStyle>
            <a:lvl1pPr>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buFont typeface="Arial" pitchFamily="34" charset="0"/>
              <a:defRPr>
                <a:solidFill>
                  <a:schemeClr val="tx1"/>
                </a:solidFill>
                <a:latin typeface="Arial" pitchFamily="34" charset="0"/>
                <a:ea typeface="宋体" pitchFamily="2" charset="-122"/>
              </a:defRPr>
            </a:lvl6pPr>
            <a:lvl7pPr fontAlgn="base">
              <a:spcBef>
                <a:spcPct val="0"/>
              </a:spcBef>
              <a:spcAft>
                <a:spcPct val="0"/>
              </a:spcAft>
              <a:buFont typeface="Arial" pitchFamily="34" charset="0"/>
              <a:defRPr>
                <a:solidFill>
                  <a:schemeClr val="tx1"/>
                </a:solidFill>
                <a:latin typeface="Arial" pitchFamily="34" charset="0"/>
                <a:ea typeface="宋体" pitchFamily="2" charset="-122"/>
              </a:defRPr>
            </a:lvl7pPr>
            <a:lvl8pPr fontAlgn="base">
              <a:spcBef>
                <a:spcPct val="0"/>
              </a:spcBef>
              <a:spcAft>
                <a:spcPct val="0"/>
              </a:spcAft>
              <a:buFont typeface="Arial" pitchFamily="34" charset="0"/>
              <a:defRPr>
                <a:solidFill>
                  <a:schemeClr val="tx1"/>
                </a:solidFill>
                <a:latin typeface="Arial" pitchFamily="34" charset="0"/>
                <a:ea typeface="宋体" pitchFamily="2" charset="-122"/>
              </a:defRPr>
            </a:lvl8pPr>
            <a:lvl9pPr fontAlgn="base">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25000"/>
              </a:lnSpc>
            </a:pPr>
            <a:r>
              <a:rPr lang="en-US" altLang="zh-CN" sz="2000" b="1" dirty="0">
                <a:solidFill>
                  <a:srgbClr val="3333FF"/>
                </a:solidFill>
                <a:latin typeface="华文行楷" pitchFamily="2" charset="-122"/>
                <a:ea typeface="华文行楷" pitchFamily="2" charset="-122"/>
              </a:rPr>
              <a:t>     </a:t>
            </a:r>
            <a:r>
              <a:rPr lang="zh-CN" altLang="en-US" sz="2000" b="1" dirty="0">
                <a:solidFill>
                  <a:srgbClr val="003399"/>
                </a:solidFill>
                <a:latin typeface="楷体" pitchFamily="49" charset="-122"/>
                <a:ea typeface="楷体" pitchFamily="49" charset="-122"/>
              </a:rPr>
              <a:t>对于特定的认识客体来说，真理只有一个，它不因主体认识的差别和变化而改变。</a:t>
            </a:r>
          </a:p>
        </p:txBody>
      </p:sp>
      <p:sp>
        <p:nvSpPr>
          <p:cNvPr id="749604" name="矩形 749603"/>
          <p:cNvSpPr/>
          <p:nvPr/>
        </p:nvSpPr>
        <p:spPr>
          <a:xfrm>
            <a:off x="5500694" y="1214422"/>
            <a:ext cx="2665413" cy="519113"/>
          </a:xfrm>
          <a:prstGeom prst="rect">
            <a:avLst/>
          </a:prstGeom>
          <a:noFill/>
          <a:ln w="9525">
            <a:noFill/>
          </a:ln>
        </p:spPr>
        <p:txBody>
          <a:bodyPr>
            <a:spAutoFit/>
          </a:bodyPr>
          <a:lstStyle/>
          <a:p>
            <a:pPr algn="ctr"/>
            <a:r>
              <a:rPr lang="zh-CN" altLang="en-US" sz="2800" b="1" noProof="1">
                <a:solidFill>
                  <a:srgbClr val="FF0000"/>
                </a:solidFill>
                <a:effectLst>
                  <a:outerShdw blurRad="38100" dist="38100" dir="2700000">
                    <a:srgbClr val="C0C0C0"/>
                  </a:outerShdw>
                </a:effectLst>
                <a:latin typeface="黑体" panose="02010609060101010101" pitchFamily="2" charset="-122"/>
                <a:ea typeface="黑体" panose="02010609060101010101" pitchFamily="2" charset="-122"/>
              </a:rPr>
              <a:t>真理只有一个</a:t>
            </a:r>
          </a:p>
        </p:txBody>
      </p:sp>
      <p:sp>
        <p:nvSpPr>
          <p:cNvPr id="17413" name="矩形 749604"/>
          <p:cNvSpPr>
            <a:spLocks noChangeArrowheads="1" noChangeShapeType="1" noTextEdit="1"/>
          </p:cNvSpPr>
          <p:nvPr/>
        </p:nvSpPr>
        <p:spPr bwMode="auto">
          <a:xfrm>
            <a:off x="539750" y="1341438"/>
            <a:ext cx="4248150" cy="358775"/>
          </a:xfrm>
          <a:prstGeom prst="rect">
            <a:avLst/>
          </a:prstGeom>
        </p:spPr>
        <p:txBody>
          <a:bodyPr wrap="none" fromWordArt="1">
            <a:prstTxWarp prst="textPlain">
              <a:avLst>
                <a:gd name="adj" fmla="val 50000"/>
              </a:avLst>
            </a:prstTxWarp>
          </a:bodyPr>
          <a:lstStyle/>
          <a:p>
            <a:pPr algn="ctr"/>
            <a:r>
              <a:rPr lang="zh-CN" altLang="en-US" sz="3600" kern="10">
                <a:ln w="19050">
                  <a:solidFill>
                    <a:srgbClr val="99CCFF"/>
                  </a:solidFill>
                  <a:round/>
                  <a:headEnd/>
                  <a:tailEnd/>
                </a:ln>
                <a:solidFill>
                  <a:srgbClr val="0066CC"/>
                </a:solidFill>
                <a:effectLst>
                  <a:outerShdw dist="35921" dir="2700000" algn="ctr" rotWithShape="0">
                    <a:srgbClr val="990000"/>
                  </a:outerShdw>
                </a:effectLst>
                <a:latin typeface="宋体"/>
                <a:ea typeface="宋体"/>
              </a:rPr>
              <a:t>真理的客观性决定了真理的一元性</a:t>
            </a:r>
          </a:p>
        </p:txBody>
      </p:sp>
      <p:grpSp>
        <p:nvGrpSpPr>
          <p:cNvPr id="2" name="组合 749608"/>
          <p:cNvGrpSpPr>
            <a:grpSpLocks/>
          </p:cNvGrpSpPr>
          <p:nvPr/>
        </p:nvGrpSpPr>
        <p:grpSpPr bwMode="auto">
          <a:xfrm>
            <a:off x="468313" y="549275"/>
            <a:ext cx="2879725" cy="609600"/>
            <a:chOff x="1338" y="1109"/>
            <a:chExt cx="3696" cy="384"/>
          </a:xfrm>
        </p:grpSpPr>
        <p:sp>
          <p:nvSpPr>
            <p:cNvPr id="17416" name="圆角矩形 749609"/>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endParaRPr lang="zh-CN" altLang="en-US"/>
            </a:p>
          </p:txBody>
        </p:sp>
        <p:sp>
          <p:nvSpPr>
            <p:cNvPr id="17417" name="文本框 749610"/>
            <p:cNvSpPr txBox="1">
              <a:spLocks noChangeArrowheads="1"/>
            </p:cNvSpPr>
            <p:nvPr/>
          </p:nvSpPr>
          <p:spPr bwMode="auto">
            <a:xfrm>
              <a:off x="1440" y="1122"/>
              <a:ext cx="3551"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buFont typeface="Arial" pitchFamily="34" charset="0"/>
                <a:defRPr>
                  <a:solidFill>
                    <a:schemeClr val="tx1"/>
                  </a:solidFill>
                  <a:latin typeface="Arial" pitchFamily="34" charset="0"/>
                  <a:ea typeface="宋体" pitchFamily="2" charset="-122"/>
                </a:defRPr>
              </a:lvl6pPr>
              <a:lvl7pPr fontAlgn="base">
                <a:spcBef>
                  <a:spcPct val="0"/>
                </a:spcBef>
                <a:spcAft>
                  <a:spcPct val="0"/>
                </a:spcAft>
                <a:buFont typeface="Arial" pitchFamily="34" charset="0"/>
                <a:defRPr>
                  <a:solidFill>
                    <a:schemeClr val="tx1"/>
                  </a:solidFill>
                  <a:latin typeface="Arial" pitchFamily="34" charset="0"/>
                  <a:ea typeface="宋体" pitchFamily="2" charset="-122"/>
                </a:defRPr>
              </a:lvl7pPr>
              <a:lvl8pPr fontAlgn="base">
                <a:spcBef>
                  <a:spcPct val="0"/>
                </a:spcBef>
                <a:spcAft>
                  <a:spcPct val="0"/>
                </a:spcAft>
                <a:buFont typeface="Arial" pitchFamily="34" charset="0"/>
                <a:defRPr>
                  <a:solidFill>
                    <a:schemeClr val="tx1"/>
                  </a:solidFill>
                  <a:latin typeface="Arial" pitchFamily="34" charset="0"/>
                  <a:ea typeface="宋体" pitchFamily="2" charset="-122"/>
                </a:defRPr>
              </a:lvl8pPr>
              <a:lvl9pPr fontAlgn="base">
                <a:spcBef>
                  <a:spcPct val="0"/>
                </a:spcBef>
                <a:spcAft>
                  <a:spcPct val="0"/>
                </a:spcAft>
                <a:buFont typeface="Arial" pitchFamily="34" charset="0"/>
                <a:defRPr>
                  <a:solidFill>
                    <a:schemeClr val="tx1"/>
                  </a:solidFill>
                  <a:latin typeface="Arial" pitchFamily="34" charset="0"/>
                  <a:ea typeface="宋体" pitchFamily="2" charset="-122"/>
                </a:defRPr>
              </a:lvl9pPr>
            </a:lstStyle>
            <a:p>
              <a:r>
                <a:rPr lang="en-US" altLang="zh-CN" sz="2400" b="1">
                  <a:solidFill>
                    <a:schemeClr val="bg1"/>
                  </a:solidFill>
                  <a:latin typeface="楷体" pitchFamily="49" charset="-122"/>
                  <a:ea typeface="楷体" pitchFamily="49" charset="-122"/>
                </a:rPr>
                <a:t>3 </a:t>
              </a:r>
              <a:r>
                <a:rPr lang="zh-CN" altLang="en-US" sz="2400" b="1">
                  <a:solidFill>
                    <a:schemeClr val="bg1"/>
                  </a:solidFill>
                  <a:latin typeface="楷体" pitchFamily="49" charset="-122"/>
                  <a:ea typeface="楷体" pitchFamily="49" charset="-122"/>
                </a:rPr>
                <a:t>真理的一元性</a:t>
              </a:r>
            </a:p>
          </p:txBody>
        </p:sp>
      </p:grpSp>
      <p:sp>
        <p:nvSpPr>
          <p:cNvPr id="13" name="矩形 749574"/>
          <p:cNvSpPr>
            <a:spLocks noChangeArrowheads="1"/>
          </p:cNvSpPr>
          <p:nvPr/>
        </p:nvSpPr>
        <p:spPr bwMode="auto">
          <a:xfrm>
            <a:off x="428596" y="4500570"/>
            <a:ext cx="7820050" cy="1000132"/>
          </a:xfrm>
          <a:prstGeom prst="rect">
            <a:avLst/>
          </a:prstGeom>
          <a:solidFill>
            <a:srgbClr val="D9F2AC"/>
          </a:solidFill>
          <a:ln w="9525">
            <a:solidFill>
              <a:srgbClr val="FF9900"/>
            </a:solidFill>
            <a:miter lim="800000"/>
            <a:headEnd/>
            <a:tailEnd/>
          </a:ln>
        </p:spPr>
        <p:txBody>
          <a:bodyPr/>
          <a:lstStyle/>
          <a:p>
            <a:pPr>
              <a:lnSpc>
                <a:spcPct val="125000"/>
              </a:lnSpc>
            </a:pPr>
            <a:r>
              <a:rPr lang="en-US" altLang="zh-CN" sz="1600" b="1" dirty="0">
                <a:solidFill>
                  <a:srgbClr val="990000"/>
                </a:solidFill>
                <a:latin typeface="幼圆" pitchFamily="49" charset="-122"/>
                <a:ea typeface="幼圆" pitchFamily="49" charset="-122"/>
              </a:rPr>
              <a:t>   </a:t>
            </a:r>
            <a:r>
              <a:rPr lang="zh-CN" altLang="en-US" b="1" dirty="0">
                <a:solidFill>
                  <a:srgbClr val="990000"/>
                </a:solidFill>
                <a:latin typeface="幼圆" pitchFamily="49" charset="-122"/>
                <a:ea typeface="幼圆" pitchFamily="49" charset="-122"/>
              </a:rPr>
              <a:t>真理客观性的意义在于，要想发现、拥有、发展真理并在实践中取得成功，必须尊重并按真理办事。</a:t>
            </a:r>
          </a:p>
        </p:txBody>
      </p:sp>
    </p:spTree>
    <p:extLst>
      <p:ext uri="{BB962C8B-B14F-4D97-AF65-F5344CB8AC3E}">
        <p14:creationId xmlns:p14="http://schemas.microsoft.com/office/powerpoint/2010/main" val="8302295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矩形 718854"/>
          <p:cNvSpPr>
            <a:spLocks noChangeArrowheads="1"/>
          </p:cNvSpPr>
          <p:nvPr/>
        </p:nvSpPr>
        <p:spPr bwMode="auto">
          <a:xfrm>
            <a:off x="357158" y="480715"/>
            <a:ext cx="4608512" cy="552450"/>
          </a:xfrm>
          <a:prstGeom prst="rect">
            <a:avLst/>
          </a:prstGeom>
          <a:solidFill>
            <a:srgbClr val="CCFFFF"/>
          </a:solidFill>
          <a:ln w="12700">
            <a:solidFill>
              <a:srgbClr val="FF3300"/>
            </a:solidFill>
            <a:miter lim="800000"/>
            <a:headEnd/>
            <a:tailEnd/>
          </a:ln>
        </p:spPr>
        <p:txBody>
          <a:bodyPr>
            <a:spAutoFit/>
          </a:bodyPr>
          <a:lstStyle/>
          <a:p>
            <a:pPr>
              <a:lnSpc>
                <a:spcPct val="125000"/>
              </a:lnSpc>
            </a:pPr>
            <a:r>
              <a:rPr lang="zh-CN" altLang="en-US" sz="2400" b="1" dirty="0">
                <a:solidFill>
                  <a:srgbClr val="0000FF"/>
                </a:solidFill>
                <a:latin typeface="黑体" pitchFamily="49" charset="-122"/>
                <a:ea typeface="黑体" pitchFamily="49" charset="-122"/>
              </a:rPr>
              <a:t>（二）真理的绝对性和相对性</a:t>
            </a:r>
            <a:endParaRPr lang="zh-CN" altLang="en-US" sz="2400" b="1" dirty="0">
              <a:solidFill>
                <a:schemeClr val="accent2"/>
              </a:solidFill>
              <a:latin typeface="黑体" pitchFamily="49" charset="-122"/>
              <a:ea typeface="黑体" pitchFamily="49" charset="-122"/>
            </a:endParaRPr>
          </a:p>
        </p:txBody>
      </p:sp>
      <p:grpSp>
        <p:nvGrpSpPr>
          <p:cNvPr id="2" name="组合 718869"/>
          <p:cNvGrpSpPr>
            <a:grpSpLocks/>
          </p:cNvGrpSpPr>
          <p:nvPr/>
        </p:nvGrpSpPr>
        <p:grpSpPr bwMode="auto">
          <a:xfrm>
            <a:off x="357158" y="2294028"/>
            <a:ext cx="2881312" cy="609600"/>
            <a:chOff x="1338" y="1109"/>
            <a:chExt cx="3696" cy="384"/>
          </a:xfrm>
        </p:grpSpPr>
        <p:sp>
          <p:nvSpPr>
            <p:cNvPr id="20485" name="圆角矩形 718870"/>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endParaRPr lang="zh-CN" altLang="en-US"/>
            </a:p>
          </p:txBody>
        </p:sp>
        <p:sp>
          <p:nvSpPr>
            <p:cNvPr id="20486" name="文本框 718871"/>
            <p:cNvSpPr txBox="1">
              <a:spLocks noChangeArrowheads="1"/>
            </p:cNvSpPr>
            <p:nvPr/>
          </p:nvSpPr>
          <p:spPr bwMode="auto">
            <a:xfrm>
              <a:off x="1440" y="1122"/>
              <a:ext cx="3551"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buFont typeface="Arial" pitchFamily="34" charset="0"/>
                <a:defRPr>
                  <a:solidFill>
                    <a:schemeClr val="tx1"/>
                  </a:solidFill>
                  <a:latin typeface="Arial" pitchFamily="34" charset="0"/>
                  <a:ea typeface="宋体" pitchFamily="2" charset="-122"/>
                </a:defRPr>
              </a:lvl6pPr>
              <a:lvl7pPr fontAlgn="base">
                <a:spcBef>
                  <a:spcPct val="0"/>
                </a:spcBef>
                <a:spcAft>
                  <a:spcPct val="0"/>
                </a:spcAft>
                <a:buFont typeface="Arial" pitchFamily="34" charset="0"/>
                <a:defRPr>
                  <a:solidFill>
                    <a:schemeClr val="tx1"/>
                  </a:solidFill>
                  <a:latin typeface="Arial" pitchFamily="34" charset="0"/>
                  <a:ea typeface="宋体" pitchFamily="2" charset="-122"/>
                </a:defRPr>
              </a:lvl7pPr>
              <a:lvl8pPr fontAlgn="base">
                <a:spcBef>
                  <a:spcPct val="0"/>
                </a:spcBef>
                <a:spcAft>
                  <a:spcPct val="0"/>
                </a:spcAft>
                <a:buFont typeface="Arial" pitchFamily="34" charset="0"/>
                <a:defRPr>
                  <a:solidFill>
                    <a:schemeClr val="tx1"/>
                  </a:solidFill>
                  <a:latin typeface="Arial" pitchFamily="34" charset="0"/>
                  <a:ea typeface="宋体" pitchFamily="2" charset="-122"/>
                </a:defRPr>
              </a:lvl8pPr>
              <a:lvl9pPr fontAlgn="base">
                <a:spcBef>
                  <a:spcPct val="0"/>
                </a:spcBef>
                <a:spcAft>
                  <a:spcPct val="0"/>
                </a:spcAft>
                <a:buFont typeface="Arial" pitchFamily="34" charset="0"/>
                <a:defRPr>
                  <a:solidFill>
                    <a:schemeClr val="tx1"/>
                  </a:solidFill>
                  <a:latin typeface="Arial" pitchFamily="34" charset="0"/>
                  <a:ea typeface="宋体" pitchFamily="2" charset="-122"/>
                </a:defRPr>
              </a:lvl9pPr>
            </a:lstStyle>
            <a:p>
              <a:r>
                <a:rPr lang="en-US" altLang="zh-CN" sz="2400" b="1" dirty="0">
                  <a:solidFill>
                    <a:schemeClr val="bg1"/>
                  </a:solidFill>
                  <a:latin typeface="楷体" pitchFamily="49" charset="-122"/>
                  <a:ea typeface="楷体" pitchFamily="49" charset="-122"/>
                </a:rPr>
                <a:t>1 </a:t>
              </a:r>
              <a:r>
                <a:rPr lang="zh-CN" altLang="en-US" sz="2400" b="1" dirty="0">
                  <a:solidFill>
                    <a:schemeClr val="bg1"/>
                  </a:solidFill>
                  <a:latin typeface="楷体" pitchFamily="49" charset="-122"/>
                  <a:ea typeface="楷体" pitchFamily="49" charset="-122"/>
                </a:rPr>
                <a:t>真理的绝对性</a:t>
              </a:r>
            </a:p>
          </p:txBody>
        </p:sp>
      </p:grpSp>
      <p:sp>
        <p:nvSpPr>
          <p:cNvPr id="18" name="矩形 17">
            <a:extLst>
              <a:ext uri="{FF2B5EF4-FFF2-40B4-BE49-F238E27FC236}">
                <a16:creationId xmlns:a16="http://schemas.microsoft.com/office/drawing/2014/main" id="{EB731BD6-8E3B-41A5-8F04-909422B31B77}"/>
              </a:ext>
            </a:extLst>
          </p:cNvPr>
          <p:cNvSpPr/>
          <p:nvPr/>
        </p:nvSpPr>
        <p:spPr>
          <a:xfrm>
            <a:off x="3820381" y="2333216"/>
            <a:ext cx="5072099" cy="646331"/>
          </a:xfrm>
          <a:prstGeom prst="rect">
            <a:avLst/>
          </a:prstGeom>
        </p:spPr>
        <p:txBody>
          <a:bodyPr wrap="square">
            <a:spAutoFit/>
          </a:bodyPr>
          <a:lstStyle/>
          <a:p>
            <a:r>
              <a:rPr lang="zh-CN" altLang="en-US" b="1" dirty="0">
                <a:solidFill>
                  <a:srgbClr val="C00000"/>
                </a:solidFill>
                <a:latin typeface="楷体_GB2312" pitchFamily="49" charset="-122"/>
                <a:ea typeface="楷体_GB2312" pitchFamily="49" charset="-122"/>
              </a:rPr>
              <a:t>真理的绝对性：</a:t>
            </a:r>
            <a:r>
              <a:rPr lang="zh-CN" altLang="en-US" b="1" dirty="0">
                <a:solidFill>
                  <a:srgbClr val="000000"/>
                </a:solidFill>
                <a:latin typeface="楷体_GB2312" pitchFamily="49" charset="-122"/>
                <a:ea typeface="楷体_GB2312" pitchFamily="49" charset="-122"/>
              </a:rPr>
              <a:t>真理主客观统一的确定性和发展的无限性。</a:t>
            </a:r>
            <a:endParaRPr lang="zh-CN" altLang="en-US" dirty="0"/>
          </a:p>
        </p:txBody>
      </p:sp>
      <p:sp>
        <p:nvSpPr>
          <p:cNvPr id="19" name="矩形 745478">
            <a:extLst>
              <a:ext uri="{FF2B5EF4-FFF2-40B4-BE49-F238E27FC236}">
                <a16:creationId xmlns:a16="http://schemas.microsoft.com/office/drawing/2014/main" id="{F791A830-715A-421C-BAB7-D0162BBACD8F}"/>
              </a:ext>
            </a:extLst>
          </p:cNvPr>
          <p:cNvSpPr>
            <a:spLocks noChangeArrowheads="1"/>
          </p:cNvSpPr>
          <p:nvPr/>
        </p:nvSpPr>
        <p:spPr bwMode="auto">
          <a:xfrm>
            <a:off x="357791" y="3140967"/>
            <a:ext cx="8462681" cy="123000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a:lstStyle/>
          <a:p>
            <a:pPr>
              <a:lnSpc>
                <a:spcPct val="125000"/>
              </a:lnSpc>
              <a:buFontTx/>
              <a:buChar char="-"/>
            </a:pPr>
            <a:r>
              <a:rPr lang="zh-CN" altLang="en-US" sz="2000" b="1" dirty="0">
                <a:solidFill>
                  <a:schemeClr val="tx1"/>
                </a:solidFill>
                <a:latin typeface="+mn-ea"/>
              </a:rPr>
              <a:t> 任何真理都标志着主观与客观之间的符合，都包含着不依赖于人和人的意识的客观内容，都同谬误有原则的界限。这一点是绝对的、无条件的。</a:t>
            </a:r>
            <a:endParaRPr lang="en-US" altLang="zh-CN" sz="2000" b="1" dirty="0">
              <a:solidFill>
                <a:schemeClr val="tx1"/>
              </a:solidFill>
              <a:latin typeface="+mn-ea"/>
            </a:endParaRPr>
          </a:p>
          <a:p>
            <a:pPr>
              <a:lnSpc>
                <a:spcPct val="125000"/>
              </a:lnSpc>
            </a:pPr>
            <a:r>
              <a:rPr lang="en-US" altLang="zh-CN" sz="2000" b="1" dirty="0">
                <a:solidFill>
                  <a:schemeClr val="tx1"/>
                </a:solidFill>
                <a:latin typeface="+mn-ea"/>
              </a:rPr>
              <a:t>- </a:t>
            </a:r>
            <a:r>
              <a:rPr lang="zh-CN" altLang="en-US" sz="2000" b="1" dirty="0">
                <a:solidFill>
                  <a:schemeClr val="tx1"/>
                </a:solidFill>
                <a:latin typeface="+mn-ea"/>
              </a:rPr>
              <a:t>承认了</a:t>
            </a:r>
            <a:r>
              <a:rPr lang="zh-CN" altLang="en-US" sz="2000" b="1" dirty="0">
                <a:solidFill>
                  <a:srgbClr val="FF0000"/>
                </a:solidFill>
                <a:latin typeface="+mn-ea"/>
              </a:rPr>
              <a:t>客观真理</a:t>
            </a:r>
            <a:r>
              <a:rPr lang="zh-CN" altLang="en-US" sz="2000" b="1" dirty="0">
                <a:solidFill>
                  <a:schemeClr val="tx1"/>
                </a:solidFill>
                <a:latin typeface="+mn-ea"/>
              </a:rPr>
              <a:t>也就是承认了真理的绝对性</a:t>
            </a:r>
            <a:r>
              <a:rPr lang="zh-CN" altLang="en-US" sz="2000" b="1" dirty="0">
                <a:solidFill>
                  <a:srgbClr val="0000CC"/>
                </a:solidFill>
                <a:latin typeface="+mn-ea"/>
              </a:rPr>
              <a:t>。</a:t>
            </a:r>
          </a:p>
        </p:txBody>
      </p:sp>
      <p:sp>
        <p:nvSpPr>
          <p:cNvPr id="20" name="矩形 745501">
            <a:extLst>
              <a:ext uri="{FF2B5EF4-FFF2-40B4-BE49-F238E27FC236}">
                <a16:creationId xmlns:a16="http://schemas.microsoft.com/office/drawing/2014/main" id="{4EEBDA6E-FD28-4970-B6AB-93C6150F61ED}"/>
              </a:ext>
            </a:extLst>
          </p:cNvPr>
          <p:cNvSpPr>
            <a:spLocks noChangeArrowheads="1"/>
          </p:cNvSpPr>
          <p:nvPr/>
        </p:nvSpPr>
        <p:spPr bwMode="auto">
          <a:xfrm>
            <a:off x="357158" y="4536289"/>
            <a:ext cx="8535322" cy="2071702"/>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a:lstStyle/>
          <a:p>
            <a:pPr>
              <a:lnSpc>
                <a:spcPct val="125000"/>
              </a:lnSpc>
            </a:pPr>
            <a:r>
              <a:rPr lang="en-US" altLang="zh-CN" sz="2000" b="1" dirty="0">
                <a:solidFill>
                  <a:schemeClr val="tx1"/>
                </a:solidFill>
                <a:latin typeface="+mn-ea"/>
              </a:rPr>
              <a:t>- </a:t>
            </a:r>
            <a:r>
              <a:rPr lang="zh-CN" altLang="en-US" sz="2000" b="1" dirty="0">
                <a:solidFill>
                  <a:schemeClr val="tx1"/>
                </a:solidFill>
                <a:latin typeface="+mn-ea"/>
              </a:rPr>
              <a:t>人类认识按其本性来说，能够正确认识无限发展着的物质世界，认识每前进一步，都是对无限发展着的物质世界的接近，这一点也是绝对的、无条件的。 </a:t>
            </a:r>
            <a:endParaRPr lang="en-US" altLang="zh-CN" sz="2000" b="1" dirty="0">
              <a:solidFill>
                <a:schemeClr val="tx1"/>
              </a:solidFill>
              <a:latin typeface="+mn-ea"/>
            </a:endParaRPr>
          </a:p>
          <a:p>
            <a:pPr>
              <a:lnSpc>
                <a:spcPct val="125000"/>
              </a:lnSpc>
            </a:pPr>
            <a:r>
              <a:rPr lang="en-US" altLang="zh-CN" sz="2000" b="1" dirty="0">
                <a:solidFill>
                  <a:schemeClr val="tx1"/>
                </a:solidFill>
                <a:latin typeface="+mn-ea"/>
              </a:rPr>
              <a:t>- </a:t>
            </a:r>
            <a:r>
              <a:rPr lang="zh-CN" altLang="en-US" sz="2000" b="1" dirty="0">
                <a:solidFill>
                  <a:schemeClr val="tx1"/>
                </a:solidFill>
                <a:latin typeface="+mn-ea"/>
              </a:rPr>
              <a:t>承认了</a:t>
            </a:r>
            <a:r>
              <a:rPr lang="zh-CN" altLang="en-US" sz="2000" b="1" dirty="0">
                <a:solidFill>
                  <a:srgbClr val="FF0000"/>
                </a:solidFill>
                <a:latin typeface="+mn-ea"/>
              </a:rPr>
              <a:t>世界的可知性</a:t>
            </a:r>
            <a:r>
              <a:rPr lang="zh-CN" altLang="en-US" sz="2000" b="1" dirty="0">
                <a:solidFill>
                  <a:schemeClr val="tx1"/>
                </a:solidFill>
                <a:latin typeface="+mn-ea"/>
              </a:rPr>
              <a:t>，承认人能够获得关于无限发展着的物质世界的正确认识，也就是承认了绝对真理。</a:t>
            </a:r>
          </a:p>
        </p:txBody>
      </p:sp>
      <p:sp>
        <p:nvSpPr>
          <p:cNvPr id="3" name="矩形 717835">
            <a:extLst>
              <a:ext uri="{FF2B5EF4-FFF2-40B4-BE49-F238E27FC236}">
                <a16:creationId xmlns:a16="http://schemas.microsoft.com/office/drawing/2014/main" id="{AC170839-9BC2-0D6C-D7DC-B123ACAC9E0C}"/>
              </a:ext>
            </a:extLst>
          </p:cNvPr>
          <p:cNvSpPr>
            <a:spLocks noChangeArrowheads="1"/>
          </p:cNvSpPr>
          <p:nvPr/>
        </p:nvSpPr>
        <p:spPr bwMode="auto">
          <a:xfrm>
            <a:off x="357158" y="1224732"/>
            <a:ext cx="8462680" cy="855759"/>
          </a:xfrm>
          <a:prstGeom prst="rect">
            <a:avLst/>
          </a:prstGeom>
          <a:solidFill>
            <a:srgbClr val="B7E7D2"/>
          </a:solidFill>
          <a:ln>
            <a:noFill/>
          </a:ln>
          <a:effectLst/>
          <a:extLst>
            <a:ext uri="{91240B29-F687-4F45-9708-019B960494DF}">
              <a14:hiddenLine xmlns:a14="http://schemas.microsoft.com/office/drawing/2010/main" w="9525">
                <a:solidFill>
                  <a:srgbClr val="000000"/>
                </a:solidFill>
                <a:miter lim="800000"/>
                <a:headEnd/>
                <a:tailEnd/>
              </a14:hiddenLine>
            </a:ext>
          </a:extLst>
        </p:spPr>
        <p:txBody>
          <a:bodyPr/>
          <a:lstStyle/>
          <a:p>
            <a:pPr>
              <a:lnSpc>
                <a:spcPct val="150000"/>
              </a:lnSpc>
              <a:spcBef>
                <a:spcPct val="20000"/>
              </a:spcBef>
            </a:pPr>
            <a:r>
              <a:rPr lang="en-US" altLang="zh-CN" b="1" dirty="0">
                <a:solidFill>
                  <a:srgbClr val="3333FF"/>
                </a:solidFill>
                <a:latin typeface="幼圆" pitchFamily="49" charset="-122"/>
                <a:ea typeface="幼圆" pitchFamily="49" charset="-122"/>
              </a:rPr>
              <a:t>  </a:t>
            </a:r>
            <a:r>
              <a:rPr lang="zh-CN" altLang="en-US" b="1" dirty="0">
                <a:solidFill>
                  <a:srgbClr val="3333FF"/>
                </a:solidFill>
                <a:latin typeface="幼圆" pitchFamily="49" charset="-122"/>
                <a:ea typeface="幼圆" pitchFamily="49" charset="-122"/>
              </a:rPr>
              <a:t>真理既有绝对性 ，又具有相对性，它们是同一真理的两种属性，这是真理问题上的辩证法。</a:t>
            </a:r>
          </a:p>
        </p:txBody>
      </p:sp>
    </p:spTree>
    <p:extLst>
      <p:ext uri="{BB962C8B-B14F-4D97-AF65-F5344CB8AC3E}">
        <p14:creationId xmlns:p14="http://schemas.microsoft.com/office/powerpoint/2010/main" val="39619051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1DE1BE75-74A8-4EFB-86BE-5860B854B3D0}"/>
              </a:ext>
            </a:extLst>
          </p:cNvPr>
          <p:cNvSpPr txBox="1">
            <a:spLocks noChangeArrowheads="1"/>
          </p:cNvSpPr>
          <p:nvPr/>
        </p:nvSpPr>
        <p:spPr>
          <a:xfrm>
            <a:off x="3643306" y="285728"/>
            <a:ext cx="5357850" cy="921895"/>
          </a:xfrm>
          <a:prstGeom prst="rect">
            <a:avLst/>
          </a:prstGeom>
        </p:spPr>
        <p:txBody>
          <a:bodyPr/>
          <a:lstStyle>
            <a:lvl1pPr marL="162580" indent="-162580" algn="l" defTabSz="650321" rtl="0" eaLnBrk="1" latinLnBrk="0" hangingPunct="1">
              <a:lnSpc>
                <a:spcPct val="90000"/>
              </a:lnSpc>
              <a:spcBef>
                <a:spcPts val="711"/>
              </a:spcBef>
              <a:buFont typeface="Arial" panose="020B0604020202020204" pitchFamily="34" charset="0"/>
              <a:buChar char="•"/>
              <a:defRPr sz="2000" kern="1200">
                <a:solidFill>
                  <a:schemeClr val="tx1"/>
                </a:solidFill>
                <a:latin typeface="+mn-lt"/>
                <a:ea typeface="微软雅黑" panose="020B0503020204020204" pitchFamily="34" charset="-122"/>
                <a:cs typeface="+mn-cs"/>
              </a:defRPr>
            </a:lvl1pPr>
            <a:lvl2pPr marL="487741" indent="-162580" algn="l" defTabSz="650321" rtl="0" eaLnBrk="1" latinLnBrk="0" hangingPunct="1">
              <a:lnSpc>
                <a:spcPct val="90000"/>
              </a:lnSpc>
              <a:spcBef>
                <a:spcPts val="356"/>
              </a:spcBef>
              <a:buFont typeface="Arial" panose="020B0604020202020204" pitchFamily="34" charset="0"/>
              <a:buChar char="•"/>
              <a:defRPr sz="1700" kern="1200">
                <a:solidFill>
                  <a:schemeClr val="tx1"/>
                </a:solidFill>
                <a:latin typeface="+mn-lt"/>
                <a:ea typeface="微软雅黑" panose="020B0503020204020204" pitchFamily="34" charset="-122"/>
                <a:cs typeface="+mn-cs"/>
              </a:defRPr>
            </a:lvl2pPr>
            <a:lvl3pPr marL="812902" indent="-162580" algn="l" defTabSz="650321" rtl="0" eaLnBrk="1" latinLnBrk="0" hangingPunct="1">
              <a:lnSpc>
                <a:spcPct val="90000"/>
              </a:lnSpc>
              <a:spcBef>
                <a:spcPts val="356"/>
              </a:spcBef>
              <a:buFont typeface="Arial" panose="020B0604020202020204" pitchFamily="34" charset="0"/>
              <a:buChar char="•"/>
              <a:defRPr sz="1400" kern="1200">
                <a:solidFill>
                  <a:schemeClr val="tx1"/>
                </a:solidFill>
                <a:latin typeface="+mn-lt"/>
                <a:ea typeface="微软雅黑" panose="020B0503020204020204" pitchFamily="34" charset="-122"/>
                <a:cs typeface="+mn-cs"/>
              </a:defRPr>
            </a:lvl3pPr>
            <a:lvl4pPr marL="1138062"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微软雅黑" panose="020B0503020204020204" pitchFamily="34" charset="-122"/>
                <a:cs typeface="+mn-cs"/>
              </a:defRPr>
            </a:lvl4pPr>
            <a:lvl5pPr marL="1463223"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微软雅黑" panose="020B0503020204020204" pitchFamily="34" charset="-122"/>
                <a:cs typeface="+mn-cs"/>
              </a:defRPr>
            </a:lvl5pPr>
            <a:lvl6pPr marL="1788384"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6pPr>
            <a:lvl7pPr marL="2113544"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7pPr>
            <a:lvl8pPr marL="2438705"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8pPr>
            <a:lvl9pPr marL="2763865" indent="-162580" algn="l" defTabSz="650321" rtl="0" eaLnBrk="1" latinLnBrk="0" hangingPunct="1">
              <a:lnSpc>
                <a:spcPct val="90000"/>
              </a:lnSpc>
              <a:spcBef>
                <a:spcPts val="356"/>
              </a:spcBef>
              <a:buFont typeface="Arial" panose="020B0604020202020204" pitchFamily="34" charset="0"/>
              <a:buChar char="•"/>
              <a:defRPr sz="1300" kern="1200">
                <a:solidFill>
                  <a:schemeClr val="tx1"/>
                </a:solidFill>
                <a:latin typeface="+mn-lt"/>
                <a:ea typeface="+mn-ea"/>
                <a:cs typeface="+mn-cs"/>
              </a:defRPr>
            </a:lvl9pPr>
          </a:lstStyle>
          <a:p>
            <a:pPr fontAlgn="auto">
              <a:spcAft>
                <a:spcPts val="0"/>
              </a:spcAft>
              <a:buFontTx/>
              <a:buNone/>
            </a:pPr>
            <a:r>
              <a:rPr lang="zh-CN" altLang="en-US" sz="1800" b="1" dirty="0">
                <a:solidFill>
                  <a:srgbClr val="C00000"/>
                </a:solidFill>
                <a:latin typeface="楷体_GB2312" pitchFamily="49" charset="-122"/>
                <a:ea typeface="楷体_GB2312" pitchFamily="49" charset="-122"/>
              </a:rPr>
              <a:t> 真理的相对性：</a:t>
            </a:r>
            <a:r>
              <a:rPr lang="zh-CN" altLang="en-US" sz="1800" b="1" dirty="0">
                <a:solidFill>
                  <a:srgbClr val="000000"/>
                </a:solidFill>
                <a:latin typeface="楷体_GB2312" pitchFamily="49" charset="-122"/>
                <a:ea typeface="楷体_GB2312" pitchFamily="49" charset="-122"/>
              </a:rPr>
              <a:t>人们在一定条件下对客观事物及其本质和发展规律的正确认识总是有限度的、不完善的。</a:t>
            </a:r>
          </a:p>
        </p:txBody>
      </p:sp>
      <p:sp>
        <p:nvSpPr>
          <p:cNvPr id="3" name="Rectangle 4">
            <a:extLst>
              <a:ext uri="{FF2B5EF4-FFF2-40B4-BE49-F238E27FC236}">
                <a16:creationId xmlns:a16="http://schemas.microsoft.com/office/drawing/2014/main" id="{5BAFB23A-BF8A-4235-AF56-921E5A388D56}"/>
              </a:ext>
            </a:extLst>
          </p:cNvPr>
          <p:cNvSpPr>
            <a:spLocks noChangeArrowheads="1"/>
          </p:cNvSpPr>
          <p:nvPr/>
        </p:nvSpPr>
        <p:spPr bwMode="auto">
          <a:xfrm>
            <a:off x="4643438" y="1214422"/>
            <a:ext cx="4049010" cy="830997"/>
          </a:xfrm>
          <a:prstGeom prst="rect">
            <a:avLst/>
          </a:prstGeom>
          <a:solidFill>
            <a:schemeClr val="accent2">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ctr" eaLnBrk="1" hangingPunct="1"/>
            <a:r>
              <a:rPr lang="zh-CN" altLang="en-US" sz="1600" b="1" dirty="0">
                <a:solidFill>
                  <a:srgbClr val="000000"/>
                </a:solidFill>
                <a:latin typeface="楷体_GB2312" pitchFamily="49" charset="-122"/>
                <a:ea typeface="楷体_GB2312" pitchFamily="49" charset="-122"/>
              </a:rPr>
              <a:t>从认识的</a:t>
            </a:r>
            <a:r>
              <a:rPr lang="zh-CN" altLang="en-US" sz="1600" b="1" u="sng" dirty="0">
                <a:solidFill>
                  <a:srgbClr val="660033"/>
                </a:solidFill>
                <a:latin typeface="楷体_GB2312" pitchFamily="49" charset="-122"/>
                <a:ea typeface="楷体_GB2312" pitchFamily="49" charset="-122"/>
              </a:rPr>
              <a:t>深度</a:t>
            </a:r>
            <a:r>
              <a:rPr lang="zh-CN" altLang="en-US" sz="1600" b="1" dirty="0">
                <a:solidFill>
                  <a:srgbClr val="000000"/>
                </a:solidFill>
                <a:latin typeface="楷体_GB2312" pitchFamily="49" charset="-122"/>
                <a:ea typeface="楷体_GB2312" pitchFamily="49" charset="-122"/>
              </a:rPr>
              <a:t>看：</a:t>
            </a:r>
            <a:endParaRPr lang="en-US" altLang="zh-CN" sz="1600" b="1" dirty="0">
              <a:solidFill>
                <a:srgbClr val="000000"/>
              </a:solidFill>
              <a:latin typeface="楷体_GB2312" pitchFamily="49" charset="-122"/>
              <a:ea typeface="楷体_GB2312" pitchFamily="49" charset="-122"/>
            </a:endParaRPr>
          </a:p>
          <a:p>
            <a:pPr algn="ctr" eaLnBrk="1" hangingPunct="1"/>
            <a:r>
              <a:rPr lang="zh-CN" altLang="en-US" sz="1600" b="1" dirty="0">
                <a:solidFill>
                  <a:srgbClr val="000000"/>
                </a:solidFill>
                <a:latin typeface="楷体_GB2312" pitchFamily="49" charset="-122"/>
                <a:ea typeface="楷体_GB2312" pitchFamily="49" charset="-122"/>
              </a:rPr>
              <a:t>真理反映客观对象的</a:t>
            </a:r>
            <a:r>
              <a:rPr lang="zh-CN" altLang="en-US" sz="1600" b="1" dirty="0">
                <a:solidFill>
                  <a:srgbClr val="FF0000"/>
                </a:solidFill>
                <a:latin typeface="楷体_GB2312" pitchFamily="49" charset="-122"/>
                <a:ea typeface="楷体_GB2312" pitchFamily="49" charset="-122"/>
              </a:rPr>
              <a:t>正确程度</a:t>
            </a:r>
            <a:r>
              <a:rPr lang="zh-CN" altLang="en-US" sz="1600" b="1" dirty="0">
                <a:solidFill>
                  <a:srgbClr val="000000"/>
                </a:solidFill>
                <a:latin typeface="楷体_GB2312" pitchFamily="49" charset="-122"/>
                <a:ea typeface="楷体_GB2312" pitchFamily="49" charset="-122"/>
              </a:rPr>
              <a:t>也是有条件的、有限的。</a:t>
            </a:r>
            <a:r>
              <a:rPr lang="zh-CN" altLang="en-US" sz="1100" dirty="0"/>
              <a:t> </a:t>
            </a:r>
          </a:p>
        </p:txBody>
      </p:sp>
      <p:sp>
        <p:nvSpPr>
          <p:cNvPr id="4" name="Rectangle 5">
            <a:extLst>
              <a:ext uri="{FF2B5EF4-FFF2-40B4-BE49-F238E27FC236}">
                <a16:creationId xmlns:a16="http://schemas.microsoft.com/office/drawing/2014/main" id="{5E5338F5-8A79-44E3-900A-5E045CA58D87}"/>
              </a:ext>
            </a:extLst>
          </p:cNvPr>
          <p:cNvSpPr>
            <a:spLocks noChangeArrowheads="1"/>
          </p:cNvSpPr>
          <p:nvPr/>
        </p:nvSpPr>
        <p:spPr bwMode="auto">
          <a:xfrm>
            <a:off x="428596" y="1287414"/>
            <a:ext cx="3885525" cy="584775"/>
          </a:xfrm>
          <a:prstGeom prst="rect">
            <a:avLst/>
          </a:prstGeom>
          <a:solidFill>
            <a:schemeClr val="accent2">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Verdana" panose="020B0604030504040204" pitchFamily="34" charset="0"/>
                <a:ea typeface="宋体" panose="02010600030101010101" pitchFamily="2" charset="-122"/>
              </a:defRPr>
            </a:lvl9pPr>
          </a:lstStyle>
          <a:p>
            <a:pPr algn="ctr" eaLnBrk="1" hangingPunct="1"/>
            <a:r>
              <a:rPr lang="zh-CN" altLang="en-US" sz="1600" b="1" dirty="0">
                <a:solidFill>
                  <a:srgbClr val="000000"/>
                </a:solidFill>
                <a:latin typeface="楷体_GB2312" pitchFamily="49" charset="-122"/>
                <a:ea typeface="楷体_GB2312" pitchFamily="49" charset="-122"/>
              </a:rPr>
              <a:t>从认识的</a:t>
            </a:r>
            <a:r>
              <a:rPr lang="zh-CN" altLang="en-US" sz="1600" b="1" u="sng" dirty="0">
                <a:solidFill>
                  <a:srgbClr val="660033"/>
                </a:solidFill>
                <a:latin typeface="楷体_GB2312" pitchFamily="49" charset="-122"/>
                <a:ea typeface="楷体_GB2312" pitchFamily="49" charset="-122"/>
              </a:rPr>
              <a:t>广度</a:t>
            </a:r>
            <a:r>
              <a:rPr lang="zh-CN" altLang="en-US" sz="1600" b="1" dirty="0">
                <a:solidFill>
                  <a:srgbClr val="000000"/>
                </a:solidFill>
                <a:latin typeface="楷体_GB2312" pitchFamily="49" charset="-122"/>
                <a:ea typeface="楷体_GB2312" pitchFamily="49" charset="-122"/>
              </a:rPr>
              <a:t>看：</a:t>
            </a:r>
            <a:endParaRPr lang="en-US" altLang="zh-CN" sz="1600" b="1" dirty="0">
              <a:solidFill>
                <a:srgbClr val="000000"/>
              </a:solidFill>
              <a:latin typeface="楷体_GB2312" pitchFamily="49" charset="-122"/>
              <a:ea typeface="楷体_GB2312" pitchFamily="49" charset="-122"/>
            </a:endParaRPr>
          </a:p>
          <a:p>
            <a:pPr algn="ctr" eaLnBrk="1" hangingPunct="1"/>
            <a:r>
              <a:rPr lang="zh-CN" altLang="en-US" sz="1600" b="1" dirty="0">
                <a:solidFill>
                  <a:srgbClr val="000000"/>
                </a:solidFill>
                <a:latin typeface="楷体_GB2312" pitchFamily="49" charset="-122"/>
                <a:ea typeface="楷体_GB2312" pitchFamily="49" charset="-122"/>
              </a:rPr>
              <a:t>真理所反映的</a:t>
            </a:r>
            <a:r>
              <a:rPr lang="zh-CN" altLang="en-US" sz="1600" b="1" dirty="0">
                <a:solidFill>
                  <a:srgbClr val="FF0000"/>
                </a:solidFill>
                <a:latin typeface="楷体_GB2312" pitchFamily="49" charset="-122"/>
                <a:ea typeface="楷体_GB2312" pitchFamily="49" charset="-122"/>
              </a:rPr>
              <a:t>对象</a:t>
            </a:r>
            <a:r>
              <a:rPr lang="zh-CN" altLang="en-US" sz="1600" b="1" dirty="0">
                <a:solidFill>
                  <a:srgbClr val="000000"/>
                </a:solidFill>
                <a:latin typeface="楷体_GB2312" pitchFamily="49" charset="-122"/>
                <a:ea typeface="楷体_GB2312" pitchFamily="49" charset="-122"/>
              </a:rPr>
              <a:t>是有条件的、有限的。</a:t>
            </a:r>
          </a:p>
        </p:txBody>
      </p:sp>
      <p:sp>
        <p:nvSpPr>
          <p:cNvPr id="46" name="矩形 746510">
            <a:extLst>
              <a:ext uri="{FF2B5EF4-FFF2-40B4-BE49-F238E27FC236}">
                <a16:creationId xmlns:a16="http://schemas.microsoft.com/office/drawing/2014/main" id="{6DB20180-ECA0-4E5C-A07A-B935490ADCA9}"/>
              </a:ext>
            </a:extLst>
          </p:cNvPr>
          <p:cNvSpPr>
            <a:spLocks noChangeArrowheads="1"/>
          </p:cNvSpPr>
          <p:nvPr/>
        </p:nvSpPr>
        <p:spPr bwMode="auto">
          <a:xfrm>
            <a:off x="428596" y="2214554"/>
            <a:ext cx="8215370" cy="400110"/>
          </a:xfrm>
          <a:prstGeom prst="rect">
            <a:avLst/>
          </a:prstGeom>
          <a:ln/>
        </p:spPr>
        <p:style>
          <a:lnRef idx="1">
            <a:schemeClr val="accent2"/>
          </a:lnRef>
          <a:fillRef idx="2">
            <a:schemeClr val="accent2"/>
          </a:fillRef>
          <a:effectRef idx="1">
            <a:schemeClr val="accent2"/>
          </a:effectRef>
          <a:fontRef idx="minor">
            <a:schemeClr val="dk1"/>
          </a:fontRef>
        </p:style>
        <p:txBody>
          <a:bodyPr wrap="square">
            <a:spAutoFit/>
          </a:bodyPr>
          <a:lstStyle/>
          <a:p>
            <a:pPr>
              <a:lnSpc>
                <a:spcPct val="125000"/>
              </a:lnSpc>
            </a:pPr>
            <a:r>
              <a:rPr lang="zh-CN" altLang="en-US" sz="1600" b="1" dirty="0">
                <a:solidFill>
                  <a:schemeClr val="tx1"/>
                </a:solidFill>
                <a:ea typeface="黑体" pitchFamily="49" charset="-122"/>
              </a:rPr>
              <a:t>任何真理都只能是主观对客观事物</a:t>
            </a:r>
            <a:r>
              <a:rPr lang="zh-CN" altLang="en-US" sz="1600" b="1" dirty="0">
                <a:solidFill>
                  <a:srgbClr val="C00000"/>
                </a:solidFill>
                <a:ea typeface="黑体" pitchFamily="49" charset="-122"/>
              </a:rPr>
              <a:t>近似正确</a:t>
            </a:r>
            <a:r>
              <a:rPr lang="zh-CN" altLang="en-US" sz="1600" b="1" dirty="0">
                <a:solidFill>
                  <a:schemeClr val="tx1"/>
                </a:solidFill>
                <a:ea typeface="黑体" pitchFamily="49" charset="-122"/>
              </a:rPr>
              <a:t>即</a:t>
            </a:r>
            <a:r>
              <a:rPr lang="zh-CN" altLang="en-US" sz="1600" b="1" dirty="0">
                <a:solidFill>
                  <a:srgbClr val="C00000"/>
                </a:solidFill>
                <a:ea typeface="黑体" pitchFamily="49" charset="-122"/>
              </a:rPr>
              <a:t>相对正确</a:t>
            </a:r>
            <a:r>
              <a:rPr lang="zh-CN" altLang="en-US" sz="1600" b="1" dirty="0">
                <a:solidFill>
                  <a:schemeClr val="tx1"/>
                </a:solidFill>
                <a:ea typeface="黑体" pitchFamily="49" charset="-122"/>
              </a:rPr>
              <a:t>的反映</a:t>
            </a:r>
          </a:p>
        </p:txBody>
      </p:sp>
      <p:grpSp>
        <p:nvGrpSpPr>
          <p:cNvPr id="14" name="组合 746512"/>
          <p:cNvGrpSpPr>
            <a:grpSpLocks/>
          </p:cNvGrpSpPr>
          <p:nvPr/>
        </p:nvGrpSpPr>
        <p:grpSpPr bwMode="auto">
          <a:xfrm>
            <a:off x="428596" y="428604"/>
            <a:ext cx="2881312" cy="571504"/>
            <a:chOff x="1338" y="1109"/>
            <a:chExt cx="3696" cy="384"/>
          </a:xfrm>
        </p:grpSpPr>
        <p:sp>
          <p:nvSpPr>
            <p:cNvPr id="37" name="圆角矩形 746513"/>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endParaRPr lang="zh-CN" altLang="en-US"/>
            </a:p>
          </p:txBody>
        </p:sp>
        <p:sp>
          <p:nvSpPr>
            <p:cNvPr id="38" name="文本框 746514"/>
            <p:cNvSpPr txBox="1">
              <a:spLocks noChangeArrowheads="1"/>
            </p:cNvSpPr>
            <p:nvPr/>
          </p:nvSpPr>
          <p:spPr bwMode="auto">
            <a:xfrm>
              <a:off x="1440" y="1122"/>
              <a:ext cx="3551"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buFont typeface="Arial" pitchFamily="34" charset="0"/>
                <a:defRPr>
                  <a:solidFill>
                    <a:schemeClr val="tx1"/>
                  </a:solidFill>
                  <a:latin typeface="Arial" pitchFamily="34" charset="0"/>
                  <a:ea typeface="宋体" pitchFamily="2" charset="-122"/>
                </a:defRPr>
              </a:lvl6pPr>
              <a:lvl7pPr fontAlgn="base">
                <a:spcBef>
                  <a:spcPct val="0"/>
                </a:spcBef>
                <a:spcAft>
                  <a:spcPct val="0"/>
                </a:spcAft>
                <a:buFont typeface="Arial" pitchFamily="34" charset="0"/>
                <a:defRPr>
                  <a:solidFill>
                    <a:schemeClr val="tx1"/>
                  </a:solidFill>
                  <a:latin typeface="Arial" pitchFamily="34" charset="0"/>
                  <a:ea typeface="宋体" pitchFamily="2" charset="-122"/>
                </a:defRPr>
              </a:lvl7pPr>
              <a:lvl8pPr fontAlgn="base">
                <a:spcBef>
                  <a:spcPct val="0"/>
                </a:spcBef>
                <a:spcAft>
                  <a:spcPct val="0"/>
                </a:spcAft>
                <a:buFont typeface="Arial" pitchFamily="34" charset="0"/>
                <a:defRPr>
                  <a:solidFill>
                    <a:schemeClr val="tx1"/>
                  </a:solidFill>
                  <a:latin typeface="Arial" pitchFamily="34" charset="0"/>
                  <a:ea typeface="宋体" pitchFamily="2" charset="-122"/>
                </a:defRPr>
              </a:lvl8pPr>
              <a:lvl9pPr fontAlgn="base">
                <a:spcBef>
                  <a:spcPct val="0"/>
                </a:spcBef>
                <a:spcAft>
                  <a:spcPct val="0"/>
                </a:spcAft>
                <a:buFont typeface="Arial" pitchFamily="34" charset="0"/>
                <a:defRPr>
                  <a:solidFill>
                    <a:schemeClr val="tx1"/>
                  </a:solidFill>
                  <a:latin typeface="Arial" pitchFamily="34" charset="0"/>
                  <a:ea typeface="宋体" pitchFamily="2" charset="-122"/>
                </a:defRPr>
              </a:lvl9pPr>
            </a:lstStyle>
            <a:p>
              <a:r>
                <a:rPr lang="en-US" altLang="zh-CN" sz="2400" b="1">
                  <a:solidFill>
                    <a:schemeClr val="bg1"/>
                  </a:solidFill>
                  <a:latin typeface="楷体" pitchFamily="49" charset="-122"/>
                  <a:ea typeface="楷体" pitchFamily="49" charset="-122"/>
                </a:rPr>
                <a:t>2 </a:t>
              </a:r>
              <a:r>
                <a:rPr lang="zh-CN" altLang="en-US" sz="2400" b="1">
                  <a:solidFill>
                    <a:schemeClr val="bg1"/>
                  </a:solidFill>
                  <a:latin typeface="楷体" pitchFamily="49" charset="-122"/>
                  <a:ea typeface="楷体" pitchFamily="49" charset="-122"/>
                </a:rPr>
                <a:t>真理的相对性</a:t>
              </a:r>
            </a:p>
          </p:txBody>
        </p:sp>
      </p:grpSp>
      <p:grpSp>
        <p:nvGrpSpPr>
          <p:cNvPr id="40" name="组合 747538"/>
          <p:cNvGrpSpPr>
            <a:grpSpLocks/>
          </p:cNvGrpSpPr>
          <p:nvPr/>
        </p:nvGrpSpPr>
        <p:grpSpPr bwMode="auto">
          <a:xfrm>
            <a:off x="404380" y="2728500"/>
            <a:ext cx="5400675" cy="647700"/>
            <a:chOff x="1338" y="1109"/>
            <a:chExt cx="3696" cy="384"/>
          </a:xfrm>
        </p:grpSpPr>
        <p:sp>
          <p:nvSpPr>
            <p:cNvPr id="41" name="圆角矩形 747539"/>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endParaRPr lang="zh-CN" altLang="en-US"/>
            </a:p>
          </p:txBody>
        </p:sp>
        <p:sp>
          <p:nvSpPr>
            <p:cNvPr id="42" name="文本框 747540"/>
            <p:cNvSpPr txBox="1">
              <a:spLocks noChangeArrowheads="1"/>
            </p:cNvSpPr>
            <p:nvPr/>
          </p:nvSpPr>
          <p:spPr bwMode="auto">
            <a:xfrm>
              <a:off x="1440" y="1122"/>
              <a:ext cx="3551"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buFont typeface="Arial" pitchFamily="34" charset="0"/>
                <a:defRPr>
                  <a:solidFill>
                    <a:schemeClr val="tx1"/>
                  </a:solidFill>
                  <a:latin typeface="Arial" pitchFamily="34" charset="0"/>
                  <a:ea typeface="宋体" pitchFamily="2" charset="-122"/>
                </a:defRPr>
              </a:lvl6pPr>
              <a:lvl7pPr fontAlgn="base">
                <a:spcBef>
                  <a:spcPct val="0"/>
                </a:spcBef>
                <a:spcAft>
                  <a:spcPct val="0"/>
                </a:spcAft>
                <a:buFont typeface="Arial" pitchFamily="34" charset="0"/>
                <a:defRPr>
                  <a:solidFill>
                    <a:schemeClr val="tx1"/>
                  </a:solidFill>
                  <a:latin typeface="Arial" pitchFamily="34" charset="0"/>
                  <a:ea typeface="宋体" pitchFamily="2" charset="-122"/>
                </a:defRPr>
              </a:lvl7pPr>
              <a:lvl8pPr fontAlgn="base">
                <a:spcBef>
                  <a:spcPct val="0"/>
                </a:spcBef>
                <a:spcAft>
                  <a:spcPct val="0"/>
                </a:spcAft>
                <a:buFont typeface="Arial" pitchFamily="34" charset="0"/>
                <a:defRPr>
                  <a:solidFill>
                    <a:schemeClr val="tx1"/>
                  </a:solidFill>
                  <a:latin typeface="Arial" pitchFamily="34" charset="0"/>
                  <a:ea typeface="宋体" pitchFamily="2" charset="-122"/>
                </a:defRPr>
              </a:lvl8pPr>
              <a:lvl9pPr fontAlgn="base">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25000"/>
                </a:lnSpc>
              </a:pPr>
              <a:r>
                <a:rPr lang="en-US" altLang="zh-CN" sz="2400" b="1" dirty="0">
                  <a:solidFill>
                    <a:schemeClr val="bg1"/>
                  </a:solidFill>
                  <a:latin typeface="楷体" pitchFamily="49" charset="-122"/>
                  <a:ea typeface="楷体" pitchFamily="49" charset="-122"/>
                </a:rPr>
                <a:t>3 </a:t>
              </a:r>
              <a:r>
                <a:rPr lang="zh-CN" altLang="en-US" sz="2400" b="1" dirty="0">
                  <a:solidFill>
                    <a:schemeClr val="bg1"/>
                  </a:solidFill>
                  <a:latin typeface="楷体" pitchFamily="49" charset="-122"/>
                  <a:ea typeface="楷体" pitchFamily="49" charset="-122"/>
                </a:rPr>
                <a:t>真理的绝对性和相对性的辩证统一</a:t>
              </a:r>
            </a:p>
          </p:txBody>
        </p:sp>
      </p:grpSp>
      <p:sp>
        <p:nvSpPr>
          <p:cNvPr id="43" name="文本框 747546" descr="羊皮纸"/>
          <p:cNvSpPr txBox="1">
            <a:spLocks noChangeArrowheads="1"/>
          </p:cNvSpPr>
          <p:nvPr/>
        </p:nvSpPr>
        <p:spPr bwMode="auto">
          <a:xfrm>
            <a:off x="428596" y="3500438"/>
            <a:ext cx="8215370" cy="1962076"/>
          </a:xfrm>
          <a:prstGeom prst="rect">
            <a:avLst/>
          </a:prstGeom>
          <a:blipFill dpi="0" rotWithShape="0">
            <a:blip r:embed="rId2"/>
            <a:srcRect/>
            <a:tile tx="0" ty="0" sx="100000" sy="100000" flip="none" algn="tl"/>
          </a:blipFill>
          <a:ln w="9525">
            <a:solidFill>
              <a:srgbClr val="0000FF"/>
            </a:solidFill>
            <a:miter lim="800000"/>
            <a:headEnd/>
            <a:tailEnd/>
          </a:ln>
        </p:spPr>
        <p:txBody>
          <a:bodyPr wrap="square">
            <a:spAutoFit/>
          </a:bodyPr>
          <a:lstStyle>
            <a:lvl1pPr>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buFont typeface="Arial" pitchFamily="34" charset="0"/>
              <a:defRPr>
                <a:solidFill>
                  <a:schemeClr val="tx1"/>
                </a:solidFill>
                <a:latin typeface="Arial" pitchFamily="34" charset="0"/>
                <a:ea typeface="宋体" pitchFamily="2" charset="-122"/>
              </a:defRPr>
            </a:lvl6pPr>
            <a:lvl7pPr fontAlgn="base">
              <a:spcBef>
                <a:spcPct val="0"/>
              </a:spcBef>
              <a:spcAft>
                <a:spcPct val="0"/>
              </a:spcAft>
              <a:buFont typeface="Arial" pitchFamily="34" charset="0"/>
              <a:defRPr>
                <a:solidFill>
                  <a:schemeClr val="tx1"/>
                </a:solidFill>
                <a:latin typeface="Arial" pitchFamily="34" charset="0"/>
                <a:ea typeface="宋体" pitchFamily="2" charset="-122"/>
              </a:defRPr>
            </a:lvl7pPr>
            <a:lvl8pPr fontAlgn="base">
              <a:spcBef>
                <a:spcPct val="0"/>
              </a:spcBef>
              <a:spcAft>
                <a:spcPct val="0"/>
              </a:spcAft>
              <a:buFont typeface="Arial" pitchFamily="34" charset="0"/>
              <a:defRPr>
                <a:solidFill>
                  <a:schemeClr val="tx1"/>
                </a:solidFill>
                <a:latin typeface="Arial" pitchFamily="34" charset="0"/>
                <a:ea typeface="宋体" pitchFamily="2" charset="-122"/>
              </a:defRPr>
            </a:lvl8pPr>
            <a:lvl9pPr fontAlgn="base">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25000"/>
              </a:lnSpc>
              <a:spcBef>
                <a:spcPct val="50000"/>
              </a:spcBef>
            </a:pPr>
            <a:r>
              <a:rPr lang="en-US" altLang="zh-CN" b="1" dirty="0">
                <a:solidFill>
                  <a:srgbClr val="990000"/>
                </a:solidFill>
                <a:latin typeface="幼圆" pitchFamily="49" charset="-122"/>
                <a:ea typeface="幼圆" pitchFamily="49" charset="-122"/>
              </a:rPr>
              <a:t>* </a:t>
            </a:r>
            <a:r>
              <a:rPr lang="zh-CN" altLang="en-US" b="1" dirty="0">
                <a:solidFill>
                  <a:srgbClr val="990000"/>
                </a:solidFill>
                <a:latin typeface="幼圆" pitchFamily="49" charset="-122"/>
                <a:ea typeface="幼圆" pitchFamily="49" charset="-122"/>
              </a:rPr>
              <a:t>二者相互依存：</a:t>
            </a:r>
            <a:r>
              <a:rPr lang="zh-CN" altLang="en-US" b="1" dirty="0">
                <a:solidFill>
                  <a:srgbClr val="0000CC"/>
                </a:solidFill>
                <a:latin typeface="楷体" pitchFamily="49" charset="-122"/>
                <a:ea typeface="楷体" pitchFamily="49" charset="-122"/>
              </a:rPr>
              <a:t>任何真理都既是绝对的，又是相对的。</a:t>
            </a:r>
            <a:endParaRPr lang="en-US" altLang="zh-CN" b="1" dirty="0">
              <a:solidFill>
                <a:srgbClr val="0000CC"/>
              </a:solidFill>
              <a:latin typeface="楷体" pitchFamily="49" charset="-122"/>
              <a:ea typeface="楷体" pitchFamily="49" charset="-122"/>
            </a:endParaRPr>
          </a:p>
          <a:p>
            <a:pPr>
              <a:lnSpc>
                <a:spcPct val="125000"/>
              </a:lnSpc>
              <a:spcBef>
                <a:spcPct val="50000"/>
              </a:spcBef>
            </a:pPr>
            <a:r>
              <a:rPr lang="en-US" altLang="zh-CN" b="1" noProof="1">
                <a:solidFill>
                  <a:srgbClr val="990000"/>
                </a:solidFill>
                <a:latin typeface="幼圆" pitchFamily="49" charset="-122"/>
                <a:ea typeface="幼圆" pitchFamily="49" charset="-122"/>
              </a:rPr>
              <a:t>* </a:t>
            </a:r>
            <a:r>
              <a:rPr lang="zh-CN" altLang="en-US" b="1" noProof="1">
                <a:solidFill>
                  <a:srgbClr val="990000"/>
                </a:solidFill>
                <a:latin typeface="幼圆" pitchFamily="49" charset="-122"/>
                <a:ea typeface="幼圆" pitchFamily="49" charset="-122"/>
              </a:rPr>
              <a:t>二者相互包含：</a:t>
            </a:r>
            <a:r>
              <a:rPr lang="zh-CN" altLang="en-US" b="1" noProof="1">
                <a:solidFill>
                  <a:srgbClr val="0000CC"/>
                </a:solidFill>
                <a:latin typeface="楷体" panose="02010609060101010101" charset="-122"/>
                <a:ea typeface="楷体" panose="02010609060101010101" charset="-122"/>
                <a:cs typeface="楷体" panose="02010609060101010101" charset="-122"/>
              </a:rPr>
              <a:t>绝对之中有相对，相对之中有绝对，真理的绝对性通过真理的相对性表现出来，任何真理的相对性之中都包含着真理绝对性的颗粒。</a:t>
            </a:r>
            <a:endParaRPr lang="en-US" altLang="zh-CN" b="1" noProof="1">
              <a:solidFill>
                <a:srgbClr val="0000CC"/>
              </a:solidFill>
              <a:latin typeface="楷体" panose="02010609060101010101" charset="-122"/>
              <a:ea typeface="楷体" panose="02010609060101010101" charset="-122"/>
              <a:cs typeface="楷体" panose="02010609060101010101" charset="-122"/>
            </a:endParaRPr>
          </a:p>
          <a:p>
            <a:pPr>
              <a:lnSpc>
                <a:spcPct val="125000"/>
              </a:lnSpc>
            </a:pPr>
            <a:r>
              <a:rPr lang="en-US" altLang="zh-CN" b="1" noProof="1">
                <a:solidFill>
                  <a:srgbClr val="990000"/>
                </a:solidFill>
                <a:latin typeface="幼圆" pitchFamily="49" charset="-122"/>
                <a:ea typeface="幼圆" pitchFamily="49" charset="-122"/>
              </a:rPr>
              <a:t>* </a:t>
            </a:r>
            <a:r>
              <a:rPr lang="zh-CN" altLang="en-US" b="1" noProof="1">
                <a:solidFill>
                  <a:srgbClr val="990000"/>
                </a:solidFill>
                <a:latin typeface="幼圆" pitchFamily="49" charset="-122"/>
                <a:ea typeface="幼圆" pitchFamily="49" charset="-122"/>
              </a:rPr>
              <a:t>辩证转化：</a:t>
            </a:r>
            <a:r>
              <a:rPr lang="zh-CN" altLang="en-US" b="1" dirty="0">
                <a:solidFill>
                  <a:srgbClr val="0000CC"/>
                </a:solidFill>
                <a:latin typeface="楷体" pitchFamily="49" charset="-122"/>
                <a:ea typeface="楷体" pitchFamily="49" charset="-122"/>
              </a:rPr>
              <a:t>真理永远处在由相对到绝对的转化和发展中，是从真理的相对性走向绝对性、接近绝对性的过程。</a:t>
            </a:r>
            <a:r>
              <a:rPr lang="zh-CN" altLang="en-US" b="1" dirty="0">
                <a:solidFill>
                  <a:srgbClr val="0000CC"/>
                </a:solidFill>
                <a:latin typeface="楷体_GB2312" pitchFamily="49" charset="-122"/>
                <a:ea typeface="楷体_GB2312" pitchFamily="49" charset="-122"/>
              </a:rPr>
              <a:t> </a:t>
            </a:r>
          </a:p>
        </p:txBody>
      </p:sp>
      <p:sp>
        <p:nvSpPr>
          <p:cNvPr id="47" name="文本框 747546" descr="羊皮纸"/>
          <p:cNvSpPr txBox="1">
            <a:spLocks noChangeArrowheads="1"/>
          </p:cNvSpPr>
          <p:nvPr/>
        </p:nvSpPr>
        <p:spPr bwMode="auto">
          <a:xfrm>
            <a:off x="428596" y="5500702"/>
            <a:ext cx="8215370" cy="745460"/>
          </a:xfrm>
          <a:prstGeom prst="rect">
            <a:avLst/>
          </a:prstGeom>
          <a:blipFill dpi="0" rotWithShape="0">
            <a:blip r:embed="rId2"/>
            <a:srcRect/>
            <a:tile tx="0" ty="0" sx="100000" sy="100000" flip="none" algn="tl"/>
          </a:blipFill>
          <a:ln w="9525">
            <a:solidFill>
              <a:srgbClr val="0000FF"/>
            </a:solidFill>
            <a:miter lim="800000"/>
            <a:headEnd/>
            <a:tailEnd/>
          </a:ln>
        </p:spPr>
        <p:txBody>
          <a:bodyPr wrap="square">
            <a:spAutoFit/>
          </a:bodyPr>
          <a:lstStyle>
            <a:lvl1pPr>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buFont typeface="Arial" pitchFamily="34" charset="0"/>
              <a:defRPr>
                <a:solidFill>
                  <a:schemeClr val="tx1"/>
                </a:solidFill>
                <a:latin typeface="Arial" pitchFamily="34" charset="0"/>
                <a:ea typeface="宋体" pitchFamily="2" charset="-122"/>
              </a:defRPr>
            </a:lvl6pPr>
            <a:lvl7pPr fontAlgn="base">
              <a:spcBef>
                <a:spcPct val="0"/>
              </a:spcBef>
              <a:spcAft>
                <a:spcPct val="0"/>
              </a:spcAft>
              <a:buFont typeface="Arial" pitchFamily="34" charset="0"/>
              <a:defRPr>
                <a:solidFill>
                  <a:schemeClr val="tx1"/>
                </a:solidFill>
                <a:latin typeface="Arial" pitchFamily="34" charset="0"/>
                <a:ea typeface="宋体" pitchFamily="2" charset="-122"/>
              </a:defRPr>
            </a:lvl7pPr>
            <a:lvl8pPr fontAlgn="base">
              <a:spcBef>
                <a:spcPct val="0"/>
              </a:spcBef>
              <a:spcAft>
                <a:spcPct val="0"/>
              </a:spcAft>
              <a:buFont typeface="Arial" pitchFamily="34" charset="0"/>
              <a:defRPr>
                <a:solidFill>
                  <a:schemeClr val="tx1"/>
                </a:solidFill>
                <a:latin typeface="Arial" pitchFamily="34" charset="0"/>
                <a:ea typeface="宋体" pitchFamily="2" charset="-122"/>
              </a:defRPr>
            </a:lvl8pPr>
            <a:lvl9pPr fontAlgn="base">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25000"/>
              </a:lnSpc>
              <a:spcBef>
                <a:spcPct val="50000"/>
              </a:spcBef>
            </a:pPr>
            <a:r>
              <a:rPr lang="en-US" altLang="zh-CN" b="1" dirty="0">
                <a:solidFill>
                  <a:srgbClr val="990000"/>
                </a:solidFill>
                <a:latin typeface="幼圆" pitchFamily="49" charset="-122"/>
                <a:ea typeface="幼圆" pitchFamily="49" charset="-122"/>
              </a:rPr>
              <a:t>* </a:t>
            </a:r>
            <a:r>
              <a:rPr lang="zh-CN" altLang="en-US" b="1" dirty="0">
                <a:solidFill>
                  <a:srgbClr val="990000"/>
                </a:solidFill>
                <a:latin typeface="幼圆" pitchFamily="49" charset="-122"/>
                <a:ea typeface="幼圆" pitchFamily="49" charset="-122"/>
              </a:rPr>
              <a:t>真理绝对性与相对性源于人类认识世界能力、思维能力的无限性与有限性、绝对性与相对性的统一。</a:t>
            </a:r>
            <a:endParaRPr lang="zh-CN" altLang="en-US" sz="1600" b="1" dirty="0">
              <a:solidFill>
                <a:srgbClr val="0000CC"/>
              </a:solidFill>
              <a:latin typeface="楷体_GB2312" pitchFamily="49" charset="-122"/>
              <a:ea typeface="楷体_GB2312" pitchFamily="49" charset="-122"/>
            </a:endParaRPr>
          </a:p>
        </p:txBody>
      </p:sp>
    </p:spTree>
    <p:extLst>
      <p:ext uri="{BB962C8B-B14F-4D97-AF65-F5344CB8AC3E}">
        <p14:creationId xmlns:p14="http://schemas.microsoft.com/office/powerpoint/2010/main" val="1747889319"/>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矩形 827395" descr="白色大理石"/>
          <p:cNvSpPr>
            <a:spLocks noChangeArrowheads="1" noChangeShapeType="1" noTextEdit="1"/>
          </p:cNvSpPr>
          <p:nvPr/>
        </p:nvSpPr>
        <p:spPr bwMode="auto">
          <a:xfrm>
            <a:off x="539750" y="692150"/>
            <a:ext cx="7705725" cy="360363"/>
          </a:xfrm>
          <a:prstGeom prst="rect">
            <a:avLst/>
          </a:prstGeom>
          <a:extLst>
            <a:ext uri="{91240B29-F687-4F45-9708-019B960494DF}">
              <a14:hiddenLine xmlns:a14="http://schemas.microsoft.com/office/drawing/2010/main" w="9525">
                <a:noFill/>
                <a:round/>
                <a:headEnd/>
                <a:tailEnd/>
              </a14:hiddenLine>
            </a:ext>
          </a:extLst>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zh-CN" altLang="en-US" sz="3600">
                <a:blipFill dpi="0" rotWithShape="0">
                  <a:blip r:embed="rId2"/>
                  <a:srcRect/>
                  <a:tile tx="0" ty="0" sx="100000" sy="100000" flip="none" algn="tl"/>
                </a:blipFill>
                <a:latin typeface="宋体"/>
                <a:ea typeface="宋体"/>
              </a:rPr>
              <a:t>反对割裂二者辩证关系的“绝对主义”和“相对主义”</a:t>
            </a:r>
          </a:p>
        </p:txBody>
      </p:sp>
      <p:sp>
        <p:nvSpPr>
          <p:cNvPr id="25602" name="矩形 827396"/>
          <p:cNvSpPr>
            <a:spLocks noChangeArrowheads="1"/>
          </p:cNvSpPr>
          <p:nvPr/>
        </p:nvSpPr>
        <p:spPr bwMode="auto">
          <a:xfrm>
            <a:off x="250825" y="1196975"/>
            <a:ext cx="8607455" cy="1731959"/>
          </a:xfrm>
          <a:prstGeom prst="rect">
            <a:avLst/>
          </a:prstGeom>
          <a:solidFill>
            <a:srgbClr val="D9F2AC"/>
          </a:solidFill>
          <a:ln w="9525">
            <a:solidFill>
              <a:srgbClr val="FF9900"/>
            </a:solidFill>
            <a:miter lim="800000"/>
            <a:headEnd/>
            <a:tailEnd/>
          </a:ln>
        </p:spPr>
        <p:txBody>
          <a:bodyPr/>
          <a:lstStyle/>
          <a:p>
            <a:pPr>
              <a:lnSpc>
                <a:spcPct val="125000"/>
              </a:lnSpc>
              <a:spcBef>
                <a:spcPct val="20000"/>
              </a:spcBef>
            </a:pPr>
            <a:r>
              <a:rPr lang="en-US" altLang="zh-CN" sz="2000" b="1" dirty="0">
                <a:solidFill>
                  <a:srgbClr val="990000"/>
                </a:solidFill>
                <a:latin typeface="楷体_GB2312" pitchFamily="49" charset="-122"/>
                <a:ea typeface="楷体_GB2312" pitchFamily="49" charset="-122"/>
              </a:rPr>
              <a:t>  </a:t>
            </a:r>
            <a:r>
              <a:rPr lang="zh-CN" altLang="en-US" sz="2000" b="1" dirty="0">
                <a:solidFill>
                  <a:srgbClr val="0000CC"/>
                </a:solidFill>
                <a:latin typeface="幼圆" pitchFamily="49" charset="-122"/>
                <a:ea typeface="幼圆" pitchFamily="49" charset="-122"/>
              </a:rPr>
              <a:t>绝对主义</a:t>
            </a:r>
            <a:r>
              <a:rPr lang="en-US" altLang="zh-CN" sz="2000" b="1" dirty="0">
                <a:solidFill>
                  <a:srgbClr val="0000CC"/>
                </a:solidFill>
                <a:latin typeface="幼圆" pitchFamily="49" charset="-122"/>
                <a:ea typeface="幼圆" pitchFamily="49" charset="-122"/>
              </a:rPr>
              <a:t>(</a:t>
            </a:r>
            <a:r>
              <a:rPr lang="zh-CN" altLang="en-US" sz="2000" b="1" dirty="0">
                <a:solidFill>
                  <a:srgbClr val="0000CC"/>
                </a:solidFill>
                <a:latin typeface="幼圆" pitchFamily="49" charset="-122"/>
                <a:ea typeface="幼圆" pitchFamily="49" charset="-122"/>
              </a:rPr>
              <a:t>独断论</a:t>
            </a:r>
            <a:r>
              <a:rPr lang="en-US" altLang="zh-CN" sz="2000" b="1" dirty="0">
                <a:solidFill>
                  <a:srgbClr val="0000CC"/>
                </a:solidFill>
                <a:latin typeface="幼圆" pitchFamily="49" charset="-122"/>
                <a:ea typeface="幼圆" pitchFamily="49" charset="-122"/>
              </a:rPr>
              <a:t>)</a:t>
            </a:r>
            <a:r>
              <a:rPr lang="zh-CN" altLang="en-US" sz="2000" b="1" dirty="0">
                <a:solidFill>
                  <a:srgbClr val="0000CC"/>
                </a:solidFill>
                <a:latin typeface="幼圆" pitchFamily="49" charset="-122"/>
                <a:ea typeface="幼圆" pitchFamily="49" charset="-122"/>
              </a:rPr>
              <a:t>：</a:t>
            </a:r>
          </a:p>
          <a:p>
            <a:pPr>
              <a:lnSpc>
                <a:spcPct val="125000"/>
              </a:lnSpc>
              <a:spcBef>
                <a:spcPct val="20000"/>
              </a:spcBef>
            </a:pPr>
            <a:r>
              <a:rPr lang="zh-CN" altLang="en-US" sz="2000" b="1" dirty="0">
                <a:solidFill>
                  <a:srgbClr val="990000"/>
                </a:solidFill>
                <a:latin typeface="楷体_GB2312" pitchFamily="49" charset="-122"/>
                <a:ea typeface="楷体_GB2312" pitchFamily="49" charset="-122"/>
              </a:rPr>
              <a:t>  </a:t>
            </a:r>
            <a:r>
              <a:rPr lang="zh-CN" altLang="en-US" b="1" dirty="0">
                <a:solidFill>
                  <a:srgbClr val="990000"/>
                </a:solidFill>
                <a:latin typeface="楷体" pitchFamily="49" charset="-122"/>
                <a:ea typeface="楷体" pitchFamily="49" charset="-122"/>
              </a:rPr>
              <a:t>片面夸大真理的绝对性，否认真理的相对性，把人类认识长途中的“里程碑”当成“终结点”，堵塞了人类认识进一步发挥的道路。</a:t>
            </a:r>
          </a:p>
          <a:p>
            <a:pPr>
              <a:lnSpc>
                <a:spcPct val="125000"/>
              </a:lnSpc>
              <a:spcBef>
                <a:spcPct val="20000"/>
              </a:spcBef>
            </a:pPr>
            <a:r>
              <a:rPr lang="zh-CN" altLang="en-US" sz="1600" b="1" dirty="0">
                <a:solidFill>
                  <a:srgbClr val="990000"/>
                </a:solidFill>
                <a:latin typeface="楷体_GB2312" pitchFamily="49" charset="-122"/>
                <a:ea typeface="楷体_GB2312" pitchFamily="49" charset="-122"/>
              </a:rPr>
              <a:t>  </a:t>
            </a:r>
            <a:r>
              <a:rPr lang="en-US" altLang="zh-CN" sz="1600" b="1" dirty="0">
                <a:solidFill>
                  <a:srgbClr val="0000CC"/>
                </a:solidFill>
                <a:latin typeface="幼圆" pitchFamily="49" charset="-122"/>
                <a:ea typeface="幼圆" pitchFamily="49" charset="-122"/>
              </a:rPr>
              <a:t>- </a:t>
            </a:r>
            <a:r>
              <a:rPr lang="zh-CN" altLang="en-US" sz="1600" b="1" dirty="0">
                <a:solidFill>
                  <a:srgbClr val="0000CC"/>
                </a:solidFill>
                <a:latin typeface="幼圆" pitchFamily="49" charset="-122"/>
                <a:ea typeface="幼圆" pitchFamily="49" charset="-122"/>
              </a:rPr>
              <a:t>实际工作中的教条主义、思想僵化，把马克思主义当成一成不变的公式，到处生搬硬套。</a:t>
            </a:r>
          </a:p>
        </p:txBody>
      </p:sp>
      <p:sp>
        <p:nvSpPr>
          <p:cNvPr id="25603" name="矩形 827397"/>
          <p:cNvSpPr>
            <a:spLocks noChangeArrowheads="1"/>
          </p:cNvSpPr>
          <p:nvPr/>
        </p:nvSpPr>
        <p:spPr bwMode="auto">
          <a:xfrm>
            <a:off x="285720" y="3071810"/>
            <a:ext cx="8572560" cy="2016125"/>
          </a:xfrm>
          <a:prstGeom prst="rect">
            <a:avLst/>
          </a:prstGeom>
          <a:solidFill>
            <a:srgbClr val="D9F2AC"/>
          </a:solidFill>
          <a:ln w="9525">
            <a:solidFill>
              <a:srgbClr val="FF9900"/>
            </a:solidFill>
            <a:miter lim="800000"/>
            <a:headEnd/>
            <a:tailEnd/>
          </a:ln>
        </p:spPr>
        <p:txBody>
          <a:bodyPr/>
          <a:lstStyle/>
          <a:p>
            <a:pPr>
              <a:lnSpc>
                <a:spcPct val="125000"/>
              </a:lnSpc>
              <a:spcBef>
                <a:spcPct val="20000"/>
              </a:spcBef>
            </a:pPr>
            <a:r>
              <a:rPr lang="en-US" altLang="zh-CN" sz="2000" b="1" dirty="0">
                <a:solidFill>
                  <a:srgbClr val="990000"/>
                </a:solidFill>
                <a:latin typeface="楷体_GB2312" pitchFamily="49" charset="-122"/>
                <a:ea typeface="楷体_GB2312" pitchFamily="49" charset="-122"/>
              </a:rPr>
              <a:t>  </a:t>
            </a:r>
            <a:r>
              <a:rPr lang="zh-CN" altLang="en-US" sz="2000" b="1" dirty="0">
                <a:solidFill>
                  <a:srgbClr val="0000CC"/>
                </a:solidFill>
                <a:latin typeface="幼圆" pitchFamily="49" charset="-122"/>
                <a:ea typeface="幼圆" pitchFamily="49" charset="-122"/>
              </a:rPr>
              <a:t>相对主义（主观真理论、不可知论和诡辩论）：</a:t>
            </a:r>
          </a:p>
          <a:p>
            <a:pPr>
              <a:lnSpc>
                <a:spcPct val="125000"/>
              </a:lnSpc>
              <a:spcBef>
                <a:spcPct val="20000"/>
              </a:spcBef>
            </a:pPr>
            <a:r>
              <a:rPr lang="zh-CN" altLang="en-US" b="1" dirty="0">
                <a:solidFill>
                  <a:srgbClr val="990000"/>
                </a:solidFill>
                <a:latin typeface="楷体_GB2312" pitchFamily="49" charset="-122"/>
                <a:ea typeface="楷体_GB2312" pitchFamily="49" charset="-122"/>
              </a:rPr>
              <a:t>  </a:t>
            </a:r>
            <a:r>
              <a:rPr lang="zh-CN" altLang="en-US" b="1" dirty="0">
                <a:solidFill>
                  <a:srgbClr val="990000"/>
                </a:solidFill>
                <a:latin typeface="楷体" pitchFamily="49" charset="-122"/>
                <a:ea typeface="楷体" pitchFamily="49" charset="-122"/>
              </a:rPr>
              <a:t>片面夸大真理的相对性，否认真理的绝对性，借口真理的发展性否认真理内容的客观性，把真理的相对性歪曲成主观随意性，走向主观真理论，陷入不可知论和诡辩论。</a:t>
            </a:r>
            <a:endParaRPr lang="zh-CN" altLang="en-US" b="1" dirty="0">
              <a:solidFill>
                <a:srgbClr val="990000"/>
              </a:solidFill>
              <a:latin typeface="楷体_GB2312" pitchFamily="49" charset="-122"/>
              <a:ea typeface="楷体_GB2312" pitchFamily="49" charset="-122"/>
            </a:endParaRPr>
          </a:p>
          <a:p>
            <a:pPr>
              <a:lnSpc>
                <a:spcPct val="125000"/>
              </a:lnSpc>
              <a:spcBef>
                <a:spcPct val="20000"/>
              </a:spcBef>
            </a:pPr>
            <a:r>
              <a:rPr lang="zh-CN" altLang="en-US" sz="1600" b="1" dirty="0">
                <a:solidFill>
                  <a:srgbClr val="990000"/>
                </a:solidFill>
                <a:latin typeface="楷体_GB2312" pitchFamily="49" charset="-122"/>
                <a:ea typeface="楷体_GB2312" pitchFamily="49" charset="-122"/>
              </a:rPr>
              <a:t>  </a:t>
            </a:r>
            <a:r>
              <a:rPr lang="en-US" altLang="zh-CN" sz="1600" b="1" dirty="0">
                <a:solidFill>
                  <a:srgbClr val="0000CC"/>
                </a:solidFill>
                <a:latin typeface="幼圆" pitchFamily="49" charset="-122"/>
                <a:ea typeface="幼圆" pitchFamily="49" charset="-122"/>
              </a:rPr>
              <a:t>- </a:t>
            </a:r>
            <a:r>
              <a:rPr lang="zh-CN" altLang="en-US" sz="1600" b="1" dirty="0">
                <a:solidFill>
                  <a:srgbClr val="0000CC"/>
                </a:solidFill>
                <a:latin typeface="幼圆" pitchFamily="49" charset="-122"/>
                <a:ea typeface="幼圆" pitchFamily="49" charset="-122"/>
              </a:rPr>
              <a:t>否定马克思主义的基本原则，散布马克思主义“过时论”。</a:t>
            </a:r>
          </a:p>
        </p:txBody>
      </p:sp>
      <p:sp>
        <p:nvSpPr>
          <p:cNvPr id="25613" name="矩形 827410" descr="白色大理石"/>
          <p:cNvSpPr>
            <a:spLocks noChangeArrowheads="1" noChangeShapeType="1" noTextEdit="1"/>
          </p:cNvSpPr>
          <p:nvPr/>
        </p:nvSpPr>
        <p:spPr bwMode="auto">
          <a:xfrm>
            <a:off x="1285852" y="5286388"/>
            <a:ext cx="6500858" cy="500066"/>
          </a:xfrm>
          <a:prstGeom prst="rect">
            <a:avLst/>
          </a:prstGeom>
          <a:extLst>
            <a:ext uri="{91240B29-F687-4F45-9708-019B960494DF}">
              <a14:hiddenLine xmlns:a14="http://schemas.microsoft.com/office/drawing/2010/main" w="9525">
                <a:noFill/>
                <a:round/>
                <a:headEnd/>
                <a:tailEnd/>
              </a14:hiddenLine>
            </a:ext>
          </a:extLst>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zh-CN" altLang="en-US" sz="3600" dirty="0">
                <a:blipFill dpi="0" rotWithShape="0">
                  <a:blip r:embed="rId2"/>
                  <a:srcRect/>
                  <a:tile tx="0" ty="0" sx="100000" sy="100000" flip="none" algn="tl"/>
                </a:blipFill>
                <a:latin typeface="宋体"/>
                <a:ea typeface="宋体"/>
              </a:rPr>
              <a:t>既坚持又发展 才是对待马克思主义的正确态度</a:t>
            </a:r>
          </a:p>
        </p:txBody>
      </p:sp>
    </p:spTree>
    <p:extLst>
      <p:ext uri="{BB962C8B-B14F-4D97-AF65-F5344CB8AC3E}">
        <p14:creationId xmlns:p14="http://schemas.microsoft.com/office/powerpoint/2010/main" val="33790653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矩形 820228"/>
          <p:cNvSpPr>
            <a:spLocks noChangeArrowheads="1"/>
          </p:cNvSpPr>
          <p:nvPr/>
        </p:nvSpPr>
        <p:spPr bwMode="auto">
          <a:xfrm>
            <a:off x="3286116" y="1000108"/>
            <a:ext cx="5643602" cy="938210"/>
          </a:xfrm>
          <a:prstGeom prst="rect">
            <a:avLst/>
          </a:prstGeom>
          <a:solidFill>
            <a:schemeClr val="accent2">
              <a:lumMod val="90000"/>
            </a:schemeClr>
          </a:solidFill>
          <a:ln w="19050">
            <a:solidFill>
              <a:srgbClr val="800000"/>
            </a:solidFill>
            <a:miter lim="800000"/>
            <a:headEnd/>
            <a:tailEnd/>
          </a:ln>
          <a:effectLst/>
        </p:spPr>
        <p:txBody>
          <a:bodyPr/>
          <a:lstStyle/>
          <a:p>
            <a:pPr>
              <a:lnSpc>
                <a:spcPct val="125000"/>
              </a:lnSpc>
              <a:spcBef>
                <a:spcPct val="20000"/>
              </a:spcBef>
            </a:pPr>
            <a:r>
              <a:rPr lang="en-US" altLang="zh-CN" b="1" dirty="0">
                <a:solidFill>
                  <a:srgbClr val="3333FF"/>
                </a:solidFill>
                <a:latin typeface="幼圆" pitchFamily="49" charset="-122"/>
                <a:ea typeface="幼圆" pitchFamily="49" charset="-122"/>
              </a:rPr>
              <a:t>  </a:t>
            </a:r>
            <a:r>
              <a:rPr lang="zh-CN" altLang="en-US" sz="2000" b="1" dirty="0">
                <a:solidFill>
                  <a:srgbClr val="0000CC"/>
                </a:solidFill>
                <a:latin typeface="楷体" pitchFamily="49" charset="-122"/>
                <a:ea typeface="楷体" pitchFamily="49" charset="-122"/>
              </a:rPr>
              <a:t>是同客观事物及其发展规律相违背的认识，是对客观事物本来面目的歪曲反映。</a:t>
            </a:r>
          </a:p>
        </p:txBody>
      </p:sp>
      <p:sp>
        <p:nvSpPr>
          <p:cNvPr id="31746" name="矩形 820230"/>
          <p:cNvSpPr>
            <a:spLocks noChangeArrowheads="1"/>
          </p:cNvSpPr>
          <p:nvPr/>
        </p:nvSpPr>
        <p:spPr bwMode="auto">
          <a:xfrm>
            <a:off x="357158" y="2000240"/>
            <a:ext cx="8572560" cy="503237"/>
          </a:xfrm>
          <a:prstGeom prst="rect">
            <a:avLst/>
          </a:prstGeom>
          <a:solidFill>
            <a:schemeClr val="accent2">
              <a:lumMod val="90000"/>
            </a:schemeClr>
          </a:solidFill>
          <a:ln w="9525">
            <a:solidFill>
              <a:srgbClr val="FF9900"/>
            </a:solidFill>
            <a:miter lim="800000"/>
            <a:headEnd/>
            <a:tailEnd/>
          </a:ln>
        </p:spPr>
        <p:txBody>
          <a:bodyPr/>
          <a:lstStyle/>
          <a:p>
            <a:pPr>
              <a:lnSpc>
                <a:spcPct val="130000"/>
              </a:lnSpc>
              <a:spcBef>
                <a:spcPct val="50000"/>
              </a:spcBef>
              <a:buClr>
                <a:srgbClr val="FF3300"/>
              </a:buClr>
              <a:buFont typeface="Wingdings" pitchFamily="2" charset="2"/>
              <a:buNone/>
            </a:pPr>
            <a:r>
              <a:rPr lang="en-US" altLang="zh-CN" b="1" dirty="0">
                <a:solidFill>
                  <a:srgbClr val="990000"/>
                </a:solidFill>
                <a:latin typeface="楷体_GB2312" pitchFamily="49" charset="-122"/>
                <a:ea typeface="楷体_GB2312" pitchFamily="49" charset="-122"/>
              </a:rPr>
              <a:t>   </a:t>
            </a:r>
            <a:r>
              <a:rPr lang="zh-CN" altLang="en-US" sz="2000" b="1" dirty="0">
                <a:solidFill>
                  <a:srgbClr val="0000CC"/>
                </a:solidFill>
                <a:latin typeface="幼圆" pitchFamily="49" charset="-122"/>
                <a:ea typeface="幼圆" pitchFamily="49" charset="-122"/>
              </a:rPr>
              <a:t>真理与谬误的根本区别就在于主观是否与客观相符合。</a:t>
            </a:r>
          </a:p>
        </p:txBody>
      </p:sp>
      <p:grpSp>
        <p:nvGrpSpPr>
          <p:cNvPr id="2" name="组合 820242"/>
          <p:cNvGrpSpPr>
            <a:grpSpLocks/>
          </p:cNvGrpSpPr>
          <p:nvPr/>
        </p:nvGrpSpPr>
        <p:grpSpPr bwMode="auto">
          <a:xfrm>
            <a:off x="357158" y="1142984"/>
            <a:ext cx="2605088" cy="647700"/>
            <a:chOff x="1338" y="1109"/>
            <a:chExt cx="3696" cy="384"/>
          </a:xfrm>
        </p:grpSpPr>
        <p:sp>
          <p:nvSpPr>
            <p:cNvPr id="31751" name="圆角矩形 820243"/>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endParaRPr lang="zh-CN" altLang="en-US"/>
            </a:p>
          </p:txBody>
        </p:sp>
        <p:sp>
          <p:nvSpPr>
            <p:cNvPr id="31752" name="文本框 820244"/>
            <p:cNvSpPr txBox="1">
              <a:spLocks noChangeArrowheads="1"/>
            </p:cNvSpPr>
            <p:nvPr/>
          </p:nvSpPr>
          <p:spPr bwMode="auto">
            <a:xfrm>
              <a:off x="1440" y="1122"/>
              <a:ext cx="3551"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buFont typeface="Arial" pitchFamily="34" charset="0"/>
                <a:defRPr>
                  <a:solidFill>
                    <a:schemeClr val="tx1"/>
                  </a:solidFill>
                  <a:latin typeface="Arial" pitchFamily="34" charset="0"/>
                  <a:ea typeface="宋体" pitchFamily="2" charset="-122"/>
                </a:defRPr>
              </a:lvl6pPr>
              <a:lvl7pPr fontAlgn="base">
                <a:spcBef>
                  <a:spcPct val="0"/>
                </a:spcBef>
                <a:spcAft>
                  <a:spcPct val="0"/>
                </a:spcAft>
                <a:buFont typeface="Arial" pitchFamily="34" charset="0"/>
                <a:defRPr>
                  <a:solidFill>
                    <a:schemeClr val="tx1"/>
                  </a:solidFill>
                  <a:latin typeface="Arial" pitchFamily="34" charset="0"/>
                  <a:ea typeface="宋体" pitchFamily="2" charset="-122"/>
                </a:defRPr>
              </a:lvl7pPr>
              <a:lvl8pPr fontAlgn="base">
                <a:spcBef>
                  <a:spcPct val="0"/>
                </a:spcBef>
                <a:spcAft>
                  <a:spcPct val="0"/>
                </a:spcAft>
                <a:buFont typeface="Arial" pitchFamily="34" charset="0"/>
                <a:defRPr>
                  <a:solidFill>
                    <a:schemeClr val="tx1"/>
                  </a:solidFill>
                  <a:latin typeface="Arial" pitchFamily="34" charset="0"/>
                  <a:ea typeface="宋体" pitchFamily="2" charset="-122"/>
                </a:defRPr>
              </a:lvl8pPr>
              <a:lvl9pPr fontAlgn="base">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25000"/>
                </a:lnSpc>
              </a:pPr>
              <a:r>
                <a:rPr lang="en-US" altLang="zh-CN" sz="2400" b="1" dirty="0">
                  <a:solidFill>
                    <a:schemeClr val="bg1"/>
                  </a:solidFill>
                  <a:latin typeface="楷体" pitchFamily="49" charset="-122"/>
                  <a:ea typeface="楷体" pitchFamily="49" charset="-122"/>
                </a:rPr>
                <a:t>1 </a:t>
              </a:r>
              <a:r>
                <a:rPr lang="zh-CN" altLang="en-US" sz="2400" b="1" dirty="0">
                  <a:solidFill>
                    <a:schemeClr val="bg1"/>
                  </a:solidFill>
                  <a:latin typeface="楷体" pitchFamily="49" charset="-122"/>
                  <a:ea typeface="楷体" pitchFamily="49" charset="-122"/>
                </a:rPr>
                <a:t>谬误的含义</a:t>
              </a:r>
            </a:p>
          </p:txBody>
        </p:sp>
      </p:grpSp>
      <p:sp>
        <p:nvSpPr>
          <p:cNvPr id="14" name="矩形 719879"/>
          <p:cNvSpPr>
            <a:spLocks noChangeArrowheads="1"/>
          </p:cNvSpPr>
          <p:nvPr/>
        </p:nvSpPr>
        <p:spPr bwMode="auto">
          <a:xfrm>
            <a:off x="357158" y="285728"/>
            <a:ext cx="3070225" cy="552450"/>
          </a:xfrm>
          <a:prstGeom prst="rect">
            <a:avLst/>
          </a:prstGeom>
          <a:solidFill>
            <a:srgbClr val="CCFFFF"/>
          </a:solidFill>
          <a:ln w="12700">
            <a:solidFill>
              <a:srgbClr val="FF3300"/>
            </a:solidFill>
            <a:miter lim="800000"/>
            <a:headEnd/>
            <a:tailEnd/>
          </a:ln>
        </p:spPr>
        <p:txBody>
          <a:bodyPr>
            <a:spAutoFit/>
          </a:bodyPr>
          <a:lstStyle/>
          <a:p>
            <a:pPr>
              <a:lnSpc>
                <a:spcPct val="125000"/>
              </a:lnSpc>
            </a:pPr>
            <a:r>
              <a:rPr lang="zh-CN" altLang="en-US" sz="2400" b="1">
                <a:solidFill>
                  <a:srgbClr val="0000FF"/>
                </a:solidFill>
                <a:latin typeface="幼圆" pitchFamily="49" charset="-122"/>
                <a:ea typeface="幼圆" pitchFamily="49" charset="-122"/>
              </a:rPr>
              <a:t>（三）真理与谬误</a:t>
            </a:r>
            <a:endParaRPr lang="zh-CN" altLang="en-US" sz="2400" b="1">
              <a:solidFill>
                <a:schemeClr val="accent2"/>
              </a:solidFill>
              <a:latin typeface="幼圆" pitchFamily="49" charset="-122"/>
              <a:ea typeface="幼圆" pitchFamily="49" charset="-122"/>
            </a:endParaRPr>
          </a:p>
        </p:txBody>
      </p:sp>
      <p:grpSp>
        <p:nvGrpSpPr>
          <p:cNvPr id="15" name="组合 753679"/>
          <p:cNvGrpSpPr>
            <a:grpSpLocks/>
          </p:cNvGrpSpPr>
          <p:nvPr/>
        </p:nvGrpSpPr>
        <p:grpSpPr bwMode="auto">
          <a:xfrm>
            <a:off x="357158" y="2928934"/>
            <a:ext cx="3889375" cy="647700"/>
            <a:chOff x="1338" y="1109"/>
            <a:chExt cx="3696" cy="384"/>
          </a:xfrm>
        </p:grpSpPr>
        <p:sp>
          <p:nvSpPr>
            <p:cNvPr id="16" name="圆角矩形 753680"/>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endParaRPr lang="zh-CN" altLang="en-US"/>
            </a:p>
          </p:txBody>
        </p:sp>
        <p:sp>
          <p:nvSpPr>
            <p:cNvPr id="17" name="文本框 753681"/>
            <p:cNvSpPr txBox="1">
              <a:spLocks noChangeArrowheads="1"/>
            </p:cNvSpPr>
            <p:nvPr/>
          </p:nvSpPr>
          <p:spPr bwMode="auto">
            <a:xfrm>
              <a:off x="1441" y="1122"/>
              <a:ext cx="3549"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buFont typeface="Arial" pitchFamily="34" charset="0"/>
                <a:defRPr>
                  <a:solidFill>
                    <a:schemeClr val="tx1"/>
                  </a:solidFill>
                  <a:latin typeface="Arial" pitchFamily="34" charset="0"/>
                  <a:ea typeface="宋体" pitchFamily="2" charset="-122"/>
                </a:defRPr>
              </a:lvl6pPr>
              <a:lvl7pPr fontAlgn="base">
                <a:spcBef>
                  <a:spcPct val="0"/>
                </a:spcBef>
                <a:spcAft>
                  <a:spcPct val="0"/>
                </a:spcAft>
                <a:buFont typeface="Arial" pitchFamily="34" charset="0"/>
                <a:defRPr>
                  <a:solidFill>
                    <a:schemeClr val="tx1"/>
                  </a:solidFill>
                  <a:latin typeface="Arial" pitchFamily="34" charset="0"/>
                  <a:ea typeface="宋体" pitchFamily="2" charset="-122"/>
                </a:defRPr>
              </a:lvl7pPr>
              <a:lvl8pPr fontAlgn="base">
                <a:spcBef>
                  <a:spcPct val="0"/>
                </a:spcBef>
                <a:spcAft>
                  <a:spcPct val="0"/>
                </a:spcAft>
                <a:buFont typeface="Arial" pitchFamily="34" charset="0"/>
                <a:defRPr>
                  <a:solidFill>
                    <a:schemeClr val="tx1"/>
                  </a:solidFill>
                  <a:latin typeface="Arial" pitchFamily="34" charset="0"/>
                  <a:ea typeface="宋体" pitchFamily="2" charset="-122"/>
                </a:defRPr>
              </a:lvl8pPr>
              <a:lvl9pPr fontAlgn="base">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25000"/>
                </a:lnSpc>
              </a:pPr>
              <a:r>
                <a:rPr lang="en-US" altLang="zh-CN" sz="2400" b="1">
                  <a:solidFill>
                    <a:schemeClr val="bg1"/>
                  </a:solidFill>
                  <a:latin typeface="楷体" pitchFamily="49" charset="-122"/>
                  <a:ea typeface="楷体" pitchFamily="49" charset="-122"/>
                </a:rPr>
                <a:t>2 </a:t>
              </a:r>
              <a:r>
                <a:rPr lang="zh-CN" altLang="en-US" sz="2400" b="1">
                  <a:solidFill>
                    <a:schemeClr val="bg1"/>
                  </a:solidFill>
                  <a:latin typeface="楷体" pitchFamily="49" charset="-122"/>
                  <a:ea typeface="楷体" pitchFamily="49" charset="-122"/>
                </a:rPr>
                <a:t>真理与谬误的辩证关系</a:t>
              </a:r>
            </a:p>
          </p:txBody>
        </p:sp>
      </p:grpSp>
      <p:sp>
        <p:nvSpPr>
          <p:cNvPr id="18" name="矩形 753696"/>
          <p:cNvSpPr>
            <a:spLocks noChangeArrowheads="1"/>
          </p:cNvSpPr>
          <p:nvPr/>
        </p:nvSpPr>
        <p:spPr bwMode="auto">
          <a:xfrm>
            <a:off x="4429124" y="2643182"/>
            <a:ext cx="4500594" cy="1285884"/>
          </a:xfrm>
          <a:prstGeom prst="rect">
            <a:avLst/>
          </a:prstGeom>
          <a:solidFill>
            <a:schemeClr val="accent2">
              <a:lumMod val="90000"/>
            </a:schemeClr>
          </a:solidFill>
          <a:ln>
            <a:solidFill>
              <a:srgbClr val="FF9900"/>
            </a:solidFill>
          </a:ln>
          <a:effectLst/>
        </p:spPr>
        <p:txBody>
          <a:bodyPr/>
          <a:lstStyle/>
          <a:p>
            <a:pPr>
              <a:lnSpc>
                <a:spcPct val="125000"/>
              </a:lnSpc>
              <a:spcBef>
                <a:spcPct val="20000"/>
              </a:spcBef>
            </a:pPr>
            <a:r>
              <a:rPr lang="en-US" altLang="zh-CN" b="1" dirty="0">
                <a:solidFill>
                  <a:srgbClr val="3333FF"/>
                </a:solidFill>
                <a:latin typeface="幼圆" pitchFamily="49" charset="-122"/>
                <a:ea typeface="幼圆" pitchFamily="49" charset="-122"/>
              </a:rPr>
              <a:t>  </a:t>
            </a:r>
            <a:r>
              <a:rPr lang="zh-CN" altLang="en-US" sz="2000" b="1" dirty="0">
                <a:solidFill>
                  <a:srgbClr val="0000CC"/>
                </a:solidFill>
                <a:latin typeface="楷体" pitchFamily="49" charset="-122"/>
                <a:ea typeface="楷体" pitchFamily="49" charset="-122"/>
              </a:rPr>
              <a:t>真理和谬误是人类认识中的一对永恒的矛盾，他们既对立又统一，在一定的条件下相互转化。</a:t>
            </a:r>
          </a:p>
        </p:txBody>
      </p:sp>
      <p:grpSp>
        <p:nvGrpSpPr>
          <p:cNvPr id="19" name="组合 843779"/>
          <p:cNvGrpSpPr>
            <a:grpSpLocks/>
          </p:cNvGrpSpPr>
          <p:nvPr/>
        </p:nvGrpSpPr>
        <p:grpSpPr bwMode="auto">
          <a:xfrm>
            <a:off x="357158" y="4357694"/>
            <a:ext cx="3889375" cy="647700"/>
            <a:chOff x="1338" y="1109"/>
            <a:chExt cx="3696" cy="384"/>
          </a:xfrm>
        </p:grpSpPr>
        <p:sp>
          <p:nvSpPr>
            <p:cNvPr id="20" name="圆角矩形 843780"/>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endParaRPr lang="zh-CN" altLang="en-US"/>
            </a:p>
          </p:txBody>
        </p:sp>
        <p:sp>
          <p:nvSpPr>
            <p:cNvPr id="21" name="文本框 843781"/>
            <p:cNvSpPr txBox="1">
              <a:spLocks noChangeArrowheads="1"/>
            </p:cNvSpPr>
            <p:nvPr/>
          </p:nvSpPr>
          <p:spPr bwMode="auto">
            <a:xfrm>
              <a:off x="1441" y="1122"/>
              <a:ext cx="3549"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buFont typeface="Arial" pitchFamily="34" charset="0"/>
                <a:defRPr>
                  <a:solidFill>
                    <a:schemeClr val="tx1"/>
                  </a:solidFill>
                  <a:latin typeface="Arial" pitchFamily="34" charset="0"/>
                  <a:ea typeface="宋体" pitchFamily="2" charset="-122"/>
                </a:defRPr>
              </a:lvl6pPr>
              <a:lvl7pPr fontAlgn="base">
                <a:spcBef>
                  <a:spcPct val="0"/>
                </a:spcBef>
                <a:spcAft>
                  <a:spcPct val="0"/>
                </a:spcAft>
                <a:buFont typeface="Arial" pitchFamily="34" charset="0"/>
                <a:defRPr>
                  <a:solidFill>
                    <a:schemeClr val="tx1"/>
                  </a:solidFill>
                  <a:latin typeface="Arial" pitchFamily="34" charset="0"/>
                  <a:ea typeface="宋体" pitchFamily="2" charset="-122"/>
                </a:defRPr>
              </a:lvl7pPr>
              <a:lvl8pPr fontAlgn="base">
                <a:spcBef>
                  <a:spcPct val="0"/>
                </a:spcBef>
                <a:spcAft>
                  <a:spcPct val="0"/>
                </a:spcAft>
                <a:buFont typeface="Arial" pitchFamily="34" charset="0"/>
                <a:defRPr>
                  <a:solidFill>
                    <a:schemeClr val="tx1"/>
                  </a:solidFill>
                  <a:latin typeface="Arial" pitchFamily="34" charset="0"/>
                  <a:ea typeface="宋体" pitchFamily="2" charset="-122"/>
                </a:defRPr>
              </a:lvl8pPr>
              <a:lvl9pPr fontAlgn="base">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25000"/>
                </a:lnSpc>
              </a:pPr>
              <a:r>
                <a:rPr lang="en-US" altLang="zh-CN" sz="2400" b="1">
                  <a:solidFill>
                    <a:schemeClr val="bg1"/>
                  </a:solidFill>
                  <a:latin typeface="楷体" pitchFamily="49" charset="-122"/>
                  <a:ea typeface="楷体" pitchFamily="49" charset="-122"/>
                </a:rPr>
                <a:t>3 </a:t>
              </a:r>
              <a:r>
                <a:rPr lang="zh-CN" altLang="en-US" sz="2400" b="1">
                  <a:solidFill>
                    <a:schemeClr val="bg1"/>
                  </a:solidFill>
                  <a:latin typeface="楷体" pitchFamily="49" charset="-122"/>
                  <a:ea typeface="楷体" pitchFamily="49" charset="-122"/>
                </a:rPr>
                <a:t>真理发展的基本规律</a:t>
              </a:r>
            </a:p>
          </p:txBody>
        </p:sp>
      </p:grpSp>
      <p:sp>
        <p:nvSpPr>
          <p:cNvPr id="22" name="矩形 843783"/>
          <p:cNvSpPr>
            <a:spLocks noChangeArrowheads="1"/>
          </p:cNvSpPr>
          <p:nvPr/>
        </p:nvSpPr>
        <p:spPr bwMode="auto">
          <a:xfrm>
            <a:off x="4429124" y="4000504"/>
            <a:ext cx="4500594" cy="1223962"/>
          </a:xfrm>
          <a:prstGeom prst="rect">
            <a:avLst/>
          </a:prstGeom>
          <a:solidFill>
            <a:schemeClr val="accent2">
              <a:lumMod val="90000"/>
            </a:schemeClr>
          </a:solidFill>
          <a:ln w="9525">
            <a:solidFill>
              <a:srgbClr val="FF9900"/>
            </a:solidFill>
            <a:miter lim="800000"/>
            <a:headEnd/>
            <a:tailEnd/>
          </a:ln>
        </p:spPr>
        <p:txBody>
          <a:bodyPr/>
          <a:lstStyle/>
          <a:p>
            <a:pPr>
              <a:lnSpc>
                <a:spcPct val="125000"/>
              </a:lnSpc>
              <a:spcBef>
                <a:spcPct val="50000"/>
              </a:spcBef>
              <a:buClr>
                <a:srgbClr val="FF3300"/>
              </a:buClr>
              <a:buFont typeface="Wingdings" pitchFamily="2" charset="2"/>
              <a:buNone/>
            </a:pPr>
            <a:r>
              <a:rPr lang="zh-CN" altLang="en-US" sz="2000" b="1" dirty="0">
                <a:solidFill>
                  <a:srgbClr val="0000CC"/>
                </a:solidFill>
                <a:latin typeface="楷体" pitchFamily="49" charset="-122"/>
                <a:ea typeface="楷体" pitchFamily="49" charset="-122"/>
              </a:rPr>
              <a:t>真理总是同谬误相比较而存在、相斗争而发展的，这是真理发展的基本规律。</a:t>
            </a:r>
          </a:p>
        </p:txBody>
      </p:sp>
      <p:grpSp>
        <p:nvGrpSpPr>
          <p:cNvPr id="23" name="组合 845840"/>
          <p:cNvGrpSpPr>
            <a:grpSpLocks/>
          </p:cNvGrpSpPr>
          <p:nvPr/>
        </p:nvGrpSpPr>
        <p:grpSpPr bwMode="auto">
          <a:xfrm>
            <a:off x="357158" y="5643578"/>
            <a:ext cx="3889375" cy="647700"/>
            <a:chOff x="1338" y="1109"/>
            <a:chExt cx="3696" cy="384"/>
          </a:xfrm>
        </p:grpSpPr>
        <p:sp>
          <p:nvSpPr>
            <p:cNvPr id="24" name="圆角矩形 845841"/>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endParaRPr lang="zh-CN" altLang="en-US"/>
            </a:p>
          </p:txBody>
        </p:sp>
        <p:sp>
          <p:nvSpPr>
            <p:cNvPr id="25" name="文本框 845842"/>
            <p:cNvSpPr txBox="1">
              <a:spLocks noChangeArrowheads="1"/>
            </p:cNvSpPr>
            <p:nvPr/>
          </p:nvSpPr>
          <p:spPr bwMode="auto">
            <a:xfrm>
              <a:off x="1441" y="1122"/>
              <a:ext cx="3549"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buFont typeface="Arial" pitchFamily="34" charset="0"/>
                <a:defRPr>
                  <a:solidFill>
                    <a:schemeClr val="tx1"/>
                  </a:solidFill>
                  <a:latin typeface="Arial" pitchFamily="34" charset="0"/>
                  <a:ea typeface="宋体" pitchFamily="2" charset="-122"/>
                </a:defRPr>
              </a:lvl6pPr>
              <a:lvl7pPr fontAlgn="base">
                <a:spcBef>
                  <a:spcPct val="0"/>
                </a:spcBef>
                <a:spcAft>
                  <a:spcPct val="0"/>
                </a:spcAft>
                <a:buFont typeface="Arial" pitchFamily="34" charset="0"/>
                <a:defRPr>
                  <a:solidFill>
                    <a:schemeClr val="tx1"/>
                  </a:solidFill>
                  <a:latin typeface="Arial" pitchFamily="34" charset="0"/>
                  <a:ea typeface="宋体" pitchFamily="2" charset="-122"/>
                </a:defRPr>
              </a:lvl7pPr>
              <a:lvl8pPr fontAlgn="base">
                <a:spcBef>
                  <a:spcPct val="0"/>
                </a:spcBef>
                <a:spcAft>
                  <a:spcPct val="0"/>
                </a:spcAft>
                <a:buFont typeface="Arial" pitchFamily="34" charset="0"/>
                <a:defRPr>
                  <a:solidFill>
                    <a:schemeClr val="tx1"/>
                  </a:solidFill>
                  <a:latin typeface="Arial" pitchFamily="34" charset="0"/>
                  <a:ea typeface="宋体" pitchFamily="2" charset="-122"/>
                </a:defRPr>
              </a:lvl8pPr>
              <a:lvl9pPr fontAlgn="base">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25000"/>
                </a:lnSpc>
              </a:pPr>
              <a:r>
                <a:rPr lang="en-US" altLang="zh-CN" sz="2400" b="1" dirty="0">
                  <a:solidFill>
                    <a:schemeClr val="bg1"/>
                  </a:solidFill>
                  <a:latin typeface="楷体" pitchFamily="49" charset="-122"/>
                  <a:ea typeface="楷体" pitchFamily="49" charset="-122"/>
                </a:rPr>
                <a:t>4 </a:t>
              </a:r>
              <a:r>
                <a:rPr lang="zh-CN" altLang="en-US" sz="2400" b="1" dirty="0">
                  <a:solidFill>
                    <a:schemeClr val="bg1"/>
                  </a:solidFill>
                  <a:latin typeface="楷体" pitchFamily="49" charset="-122"/>
                  <a:ea typeface="楷体" pitchFamily="49" charset="-122"/>
                </a:rPr>
                <a:t>坚持真理  修正错误</a:t>
              </a:r>
            </a:p>
          </p:txBody>
        </p:sp>
      </p:grpSp>
      <p:sp>
        <p:nvSpPr>
          <p:cNvPr id="26" name="矩形 845827"/>
          <p:cNvSpPr>
            <a:spLocks noChangeArrowheads="1"/>
          </p:cNvSpPr>
          <p:nvPr/>
        </p:nvSpPr>
        <p:spPr bwMode="auto">
          <a:xfrm>
            <a:off x="4429124" y="5357826"/>
            <a:ext cx="4500594" cy="1357322"/>
          </a:xfrm>
          <a:prstGeom prst="rect">
            <a:avLst/>
          </a:prstGeom>
          <a:solidFill>
            <a:schemeClr val="accent2">
              <a:lumMod val="90000"/>
            </a:schemeClr>
          </a:solidFill>
          <a:ln w="9525">
            <a:solidFill>
              <a:srgbClr val="FF9900"/>
            </a:solidFill>
            <a:miter lim="800000"/>
            <a:headEnd/>
            <a:tailEnd/>
          </a:ln>
        </p:spPr>
        <p:txBody>
          <a:bodyPr/>
          <a:lstStyle/>
          <a:p>
            <a:pPr>
              <a:lnSpc>
                <a:spcPct val="120000"/>
              </a:lnSpc>
              <a:spcBef>
                <a:spcPct val="50000"/>
              </a:spcBef>
              <a:buClr>
                <a:srgbClr val="FF3300"/>
              </a:buClr>
            </a:pPr>
            <a:r>
              <a:rPr lang="zh-CN" altLang="en-US" sz="2000" b="1" dirty="0">
                <a:solidFill>
                  <a:srgbClr val="0000CC"/>
                </a:solidFill>
                <a:latin typeface="楷体" pitchFamily="49" charset="-122"/>
                <a:ea typeface="楷体" pitchFamily="49" charset="-122"/>
              </a:rPr>
              <a:t>在任何情况下，都要坚持真理、修正错误，要坚信真理最终会战胜谬误，树立终生为真理而奋斗的理想信念。</a:t>
            </a:r>
          </a:p>
        </p:txBody>
      </p:sp>
    </p:spTree>
    <p:extLst>
      <p:ext uri="{BB962C8B-B14F-4D97-AF65-F5344CB8AC3E}">
        <p14:creationId xmlns:p14="http://schemas.microsoft.com/office/powerpoint/2010/main" val="21579474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5540" name="矩形 705539"/>
          <p:cNvSpPr/>
          <p:nvPr/>
        </p:nvSpPr>
        <p:spPr>
          <a:xfrm>
            <a:off x="571472" y="214290"/>
            <a:ext cx="3600450" cy="609398"/>
          </a:xfrm>
          <a:prstGeom prst="rect">
            <a:avLst/>
          </a:prstGeom>
          <a:solidFill>
            <a:srgbClr val="CCECFF"/>
          </a:solidFill>
          <a:ln w="38100">
            <a:noFill/>
          </a:ln>
        </p:spPr>
        <p:txBody>
          <a:bodyPr>
            <a:spAutoFit/>
          </a:bodyPr>
          <a:lstStyle/>
          <a:p>
            <a:pPr eaLnBrk="0" hangingPunct="0">
              <a:lnSpc>
                <a:spcPct val="120000"/>
              </a:lnSpc>
              <a:spcBef>
                <a:spcPct val="50000"/>
              </a:spcBef>
            </a:pPr>
            <a:r>
              <a:rPr lang="zh-CN" altLang="en-US" sz="2800" b="1" noProof="1">
                <a:solidFill>
                  <a:srgbClr val="FF0066"/>
                </a:solidFill>
                <a:latin typeface="宋体" panose="02010600030101010101" pitchFamily="2" charset="-122"/>
                <a:ea typeface="宋体" panose="02010600030101010101" pitchFamily="2" charset="-122"/>
              </a:rPr>
              <a:t>二、真理的检验标准</a:t>
            </a:r>
          </a:p>
        </p:txBody>
      </p:sp>
      <p:sp>
        <p:nvSpPr>
          <p:cNvPr id="40964" name="矩形 705553"/>
          <p:cNvSpPr>
            <a:spLocks noChangeArrowheads="1"/>
          </p:cNvSpPr>
          <p:nvPr/>
        </p:nvSpPr>
        <p:spPr bwMode="auto">
          <a:xfrm>
            <a:off x="571472" y="928670"/>
            <a:ext cx="4968875" cy="485775"/>
          </a:xfrm>
          <a:prstGeom prst="rect">
            <a:avLst/>
          </a:prstGeom>
          <a:solidFill>
            <a:srgbClr val="CCFFFF"/>
          </a:solidFill>
          <a:ln w="12700">
            <a:solidFill>
              <a:srgbClr val="FF3300"/>
            </a:solidFill>
            <a:miter lim="800000"/>
            <a:headEnd/>
            <a:tailEnd/>
          </a:ln>
        </p:spPr>
        <p:txBody>
          <a:bodyPr>
            <a:spAutoFit/>
          </a:bodyPr>
          <a:lstStyle/>
          <a:p>
            <a:pPr>
              <a:lnSpc>
                <a:spcPct val="125000"/>
              </a:lnSpc>
            </a:pPr>
            <a:r>
              <a:rPr lang="zh-CN" altLang="en-US" sz="2000" b="1" dirty="0">
                <a:solidFill>
                  <a:srgbClr val="0000FF"/>
                </a:solidFill>
                <a:latin typeface="黑体" pitchFamily="49" charset="-122"/>
                <a:ea typeface="黑体" pitchFamily="49" charset="-122"/>
              </a:rPr>
              <a:t>（一）哲学史上关于真理标准问题的争论</a:t>
            </a:r>
            <a:endParaRPr lang="zh-CN" altLang="en-US" sz="2000" b="1" dirty="0">
              <a:solidFill>
                <a:schemeClr val="accent2"/>
              </a:solidFill>
              <a:latin typeface="黑体" pitchFamily="49" charset="-122"/>
              <a:ea typeface="黑体" pitchFamily="49" charset="-122"/>
            </a:endParaRPr>
          </a:p>
        </p:txBody>
      </p:sp>
      <p:sp>
        <p:nvSpPr>
          <p:cNvPr id="11" name="矩形 720900"/>
          <p:cNvSpPr>
            <a:spLocks noChangeArrowheads="1"/>
          </p:cNvSpPr>
          <p:nvPr/>
        </p:nvSpPr>
        <p:spPr bwMode="auto">
          <a:xfrm>
            <a:off x="571472" y="1500174"/>
            <a:ext cx="4968875" cy="424155"/>
          </a:xfrm>
          <a:prstGeom prst="rect">
            <a:avLst/>
          </a:prstGeom>
          <a:solidFill>
            <a:srgbClr val="CCFFFF"/>
          </a:solidFill>
          <a:ln w="12700">
            <a:solidFill>
              <a:srgbClr val="FF3300"/>
            </a:solidFill>
            <a:miter lim="800000"/>
            <a:headEnd/>
            <a:tailEnd/>
          </a:ln>
        </p:spPr>
        <p:txBody>
          <a:bodyPr>
            <a:spAutoFit/>
          </a:bodyPr>
          <a:lstStyle/>
          <a:p>
            <a:pPr>
              <a:lnSpc>
                <a:spcPct val="125000"/>
              </a:lnSpc>
            </a:pPr>
            <a:r>
              <a:rPr lang="zh-CN" altLang="en-US" sz="2000" b="1" dirty="0">
                <a:solidFill>
                  <a:srgbClr val="0000FF"/>
                </a:solidFill>
                <a:latin typeface="黑体" pitchFamily="49" charset="-122"/>
                <a:ea typeface="黑体" pitchFamily="49" charset="-122"/>
              </a:rPr>
              <a:t>（二）实践是检验真理的唯一标准</a:t>
            </a:r>
          </a:p>
        </p:txBody>
      </p:sp>
      <p:sp>
        <p:nvSpPr>
          <p:cNvPr id="12" name="矩形 720912"/>
          <p:cNvSpPr>
            <a:spLocks noChangeArrowheads="1"/>
          </p:cNvSpPr>
          <p:nvPr/>
        </p:nvSpPr>
        <p:spPr bwMode="auto">
          <a:xfrm>
            <a:off x="928662" y="2214554"/>
            <a:ext cx="2228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solidFill>
                  <a:srgbClr val="FF0000"/>
                </a:solidFill>
                <a:ea typeface="黑体" pitchFamily="49" charset="-122"/>
              </a:rPr>
              <a:t>从真理的本性看：</a:t>
            </a:r>
          </a:p>
        </p:txBody>
      </p:sp>
      <p:sp>
        <p:nvSpPr>
          <p:cNvPr id="13" name="矩形 720902"/>
          <p:cNvSpPr>
            <a:spLocks noChangeArrowheads="1"/>
          </p:cNvSpPr>
          <p:nvPr/>
        </p:nvSpPr>
        <p:spPr bwMode="auto">
          <a:xfrm>
            <a:off x="3143240" y="2000240"/>
            <a:ext cx="5572164" cy="784830"/>
          </a:xfrm>
          <a:prstGeom prst="rect">
            <a:avLst/>
          </a:prstGeom>
          <a:solidFill>
            <a:srgbClr val="FFFF99"/>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eaLnBrk="0" hangingPunct="0">
              <a:lnSpc>
                <a:spcPct val="125000"/>
              </a:lnSpc>
            </a:pPr>
            <a:r>
              <a:rPr lang="en-US" altLang="zh-CN" sz="2000" dirty="0">
                <a:solidFill>
                  <a:srgbClr val="0000FF"/>
                </a:solidFill>
                <a:latin typeface="楷体_GB2312" pitchFamily="49" charset="-122"/>
                <a:ea typeface="楷体_GB2312" pitchFamily="49" charset="-122"/>
              </a:rPr>
              <a:t>   </a:t>
            </a:r>
            <a:r>
              <a:rPr lang="zh-CN" altLang="en-US" sz="1600" b="1" dirty="0">
                <a:solidFill>
                  <a:srgbClr val="990000"/>
                </a:solidFill>
                <a:latin typeface="幼圆" pitchFamily="49" charset="-122"/>
                <a:ea typeface="幼圆" pitchFamily="49" charset="-122"/>
              </a:rPr>
              <a:t>真理是人们对客观事物及其发展规律的正确反映，它的本性在于主观和客观相符合。</a:t>
            </a:r>
          </a:p>
        </p:txBody>
      </p:sp>
      <p:sp>
        <p:nvSpPr>
          <p:cNvPr id="14" name="矩形 720913"/>
          <p:cNvSpPr>
            <a:spLocks noChangeArrowheads="1"/>
          </p:cNvSpPr>
          <p:nvPr/>
        </p:nvSpPr>
        <p:spPr bwMode="auto">
          <a:xfrm>
            <a:off x="928662" y="3071810"/>
            <a:ext cx="2228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solidFill>
                  <a:srgbClr val="FF0000"/>
                </a:solidFill>
                <a:ea typeface="黑体" pitchFamily="49" charset="-122"/>
              </a:rPr>
              <a:t>从实践的特点看：</a:t>
            </a:r>
          </a:p>
        </p:txBody>
      </p:sp>
      <p:sp>
        <p:nvSpPr>
          <p:cNvPr id="15" name="矩形 720903"/>
          <p:cNvSpPr>
            <a:spLocks noChangeArrowheads="1"/>
          </p:cNvSpPr>
          <p:nvPr/>
        </p:nvSpPr>
        <p:spPr bwMode="auto">
          <a:xfrm>
            <a:off x="3143240" y="2857496"/>
            <a:ext cx="5572164" cy="812530"/>
          </a:xfrm>
          <a:prstGeom prst="rect">
            <a:avLst/>
          </a:prstGeom>
          <a:solidFill>
            <a:srgbClr val="FFFF99"/>
          </a:solidFill>
          <a:ln>
            <a:noFill/>
          </a:ln>
          <a:effectLst>
            <a:outerShdw dist="35921"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eaLnBrk="0" hangingPunct="0">
              <a:lnSpc>
                <a:spcPct val="130000"/>
              </a:lnSpc>
            </a:pPr>
            <a:r>
              <a:rPr lang="en-US" altLang="zh-CN" sz="2000" b="1" dirty="0">
                <a:solidFill>
                  <a:srgbClr val="0000FF"/>
                </a:solidFill>
                <a:latin typeface="楷体_GB2312" pitchFamily="49" charset="-122"/>
                <a:ea typeface="楷体_GB2312" pitchFamily="49" charset="-122"/>
              </a:rPr>
              <a:t>   </a:t>
            </a:r>
            <a:r>
              <a:rPr lang="zh-CN" altLang="en-US" sz="1600" b="1" dirty="0">
                <a:solidFill>
                  <a:srgbClr val="990000"/>
                </a:solidFill>
                <a:latin typeface="幼圆" pitchFamily="49" charset="-122"/>
                <a:ea typeface="幼圆" pitchFamily="49" charset="-122"/>
              </a:rPr>
              <a:t>实践是人们改造世界的客观的物质性活动，具有直接现实性的特点。</a:t>
            </a:r>
          </a:p>
        </p:txBody>
      </p:sp>
      <p:grpSp>
        <p:nvGrpSpPr>
          <p:cNvPr id="16" name="组合 797719"/>
          <p:cNvGrpSpPr>
            <a:grpSpLocks/>
          </p:cNvGrpSpPr>
          <p:nvPr/>
        </p:nvGrpSpPr>
        <p:grpSpPr bwMode="auto">
          <a:xfrm>
            <a:off x="571472" y="4000504"/>
            <a:ext cx="3289627" cy="576263"/>
            <a:chOff x="1338" y="1109"/>
            <a:chExt cx="3696" cy="384"/>
          </a:xfrm>
        </p:grpSpPr>
        <p:sp>
          <p:nvSpPr>
            <p:cNvPr id="17" name="圆角矩形 797720"/>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endParaRPr lang="zh-CN" altLang="en-US"/>
            </a:p>
          </p:txBody>
        </p:sp>
        <p:sp>
          <p:nvSpPr>
            <p:cNvPr id="18" name="文本框 797721"/>
            <p:cNvSpPr txBox="1">
              <a:spLocks noChangeArrowheads="1"/>
            </p:cNvSpPr>
            <p:nvPr/>
          </p:nvSpPr>
          <p:spPr bwMode="auto">
            <a:xfrm>
              <a:off x="1442" y="1122"/>
              <a:ext cx="3548"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buFont typeface="Arial" pitchFamily="34" charset="0"/>
                <a:defRPr>
                  <a:solidFill>
                    <a:schemeClr val="tx1"/>
                  </a:solidFill>
                  <a:latin typeface="Arial" pitchFamily="34" charset="0"/>
                  <a:ea typeface="宋体" pitchFamily="2" charset="-122"/>
                </a:defRPr>
              </a:lvl6pPr>
              <a:lvl7pPr fontAlgn="base">
                <a:spcBef>
                  <a:spcPct val="0"/>
                </a:spcBef>
                <a:spcAft>
                  <a:spcPct val="0"/>
                </a:spcAft>
                <a:buFont typeface="Arial" pitchFamily="34" charset="0"/>
                <a:defRPr>
                  <a:solidFill>
                    <a:schemeClr val="tx1"/>
                  </a:solidFill>
                  <a:latin typeface="Arial" pitchFamily="34" charset="0"/>
                  <a:ea typeface="宋体" pitchFamily="2" charset="-122"/>
                </a:defRPr>
              </a:lvl7pPr>
              <a:lvl8pPr fontAlgn="base">
                <a:spcBef>
                  <a:spcPct val="0"/>
                </a:spcBef>
                <a:spcAft>
                  <a:spcPct val="0"/>
                </a:spcAft>
                <a:buFont typeface="Arial" pitchFamily="34" charset="0"/>
                <a:defRPr>
                  <a:solidFill>
                    <a:schemeClr val="tx1"/>
                  </a:solidFill>
                  <a:latin typeface="Arial" pitchFamily="34" charset="0"/>
                  <a:ea typeface="宋体" pitchFamily="2" charset="-122"/>
                </a:defRPr>
              </a:lvl8pPr>
              <a:lvl9pPr fontAlgn="base">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25000"/>
                </a:lnSpc>
              </a:pPr>
              <a:r>
                <a:rPr lang="en-US" altLang="zh-CN" sz="2400" b="1" dirty="0">
                  <a:solidFill>
                    <a:schemeClr val="bg1"/>
                  </a:solidFill>
                  <a:latin typeface="楷体" pitchFamily="49" charset="-122"/>
                  <a:ea typeface="楷体" pitchFamily="49" charset="-122"/>
                </a:rPr>
                <a:t>* </a:t>
              </a:r>
              <a:r>
                <a:rPr lang="zh-CN" altLang="en-US" sz="2400" b="1" dirty="0">
                  <a:solidFill>
                    <a:schemeClr val="bg1"/>
                  </a:solidFill>
                  <a:latin typeface="楷体" pitchFamily="49" charset="-122"/>
                  <a:ea typeface="楷体" pitchFamily="49" charset="-122"/>
                </a:rPr>
                <a:t>关于“逻辑证明”</a:t>
              </a:r>
            </a:p>
          </p:txBody>
        </p:sp>
      </p:grpSp>
      <p:sp>
        <p:nvSpPr>
          <p:cNvPr id="19" name="矩形 797700"/>
          <p:cNvSpPr>
            <a:spLocks noChangeArrowheads="1"/>
          </p:cNvSpPr>
          <p:nvPr/>
        </p:nvSpPr>
        <p:spPr bwMode="auto">
          <a:xfrm>
            <a:off x="571472" y="4857760"/>
            <a:ext cx="8143932" cy="1246495"/>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nSpc>
                <a:spcPct val="125000"/>
              </a:lnSpc>
            </a:pPr>
            <a:r>
              <a:rPr lang="en-US" altLang="zh-CN" sz="2000" b="1" dirty="0">
                <a:solidFill>
                  <a:srgbClr val="CC0000"/>
                </a:solidFill>
                <a:latin typeface="楷体_GB2312" pitchFamily="49" charset="-122"/>
                <a:ea typeface="楷体_GB2312" pitchFamily="49" charset="-122"/>
              </a:rPr>
              <a:t>  </a:t>
            </a:r>
            <a:r>
              <a:rPr lang="zh-CN" altLang="en-US" sz="2000" b="1" dirty="0">
                <a:solidFill>
                  <a:srgbClr val="CC0000"/>
                </a:solidFill>
                <a:latin typeface="楷体" pitchFamily="49" charset="-122"/>
                <a:ea typeface="楷体" pitchFamily="49" charset="-122"/>
              </a:rPr>
              <a:t>逻辑证明只能回答前提与结论的关系是不是符合逻辑的问题，而不能回答结论是不是符合客观实际的问题。逻辑证明必须服从实践检验，不能取代实践成为检验真理的标准，只有实践才是检验真理的唯一标准。</a:t>
            </a:r>
          </a:p>
        </p:txBody>
      </p:sp>
    </p:spTree>
    <p:extLst>
      <p:ext uri="{BB962C8B-B14F-4D97-AF65-F5344CB8AC3E}">
        <p14:creationId xmlns:p14="http://schemas.microsoft.com/office/powerpoint/2010/main" val="29691822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矩形 721925"/>
          <p:cNvSpPr>
            <a:spLocks noChangeArrowheads="1"/>
          </p:cNvSpPr>
          <p:nvPr/>
        </p:nvSpPr>
        <p:spPr bwMode="auto">
          <a:xfrm>
            <a:off x="357158" y="142852"/>
            <a:ext cx="5113337" cy="552450"/>
          </a:xfrm>
          <a:prstGeom prst="rect">
            <a:avLst/>
          </a:prstGeom>
          <a:solidFill>
            <a:srgbClr val="CCFFFF"/>
          </a:solidFill>
          <a:ln w="12700">
            <a:solidFill>
              <a:srgbClr val="FF3300"/>
            </a:solidFill>
            <a:miter lim="800000"/>
            <a:headEnd/>
            <a:tailEnd/>
          </a:ln>
        </p:spPr>
        <p:txBody>
          <a:bodyPr>
            <a:spAutoFit/>
          </a:bodyPr>
          <a:lstStyle/>
          <a:p>
            <a:pPr>
              <a:lnSpc>
                <a:spcPct val="125000"/>
              </a:lnSpc>
            </a:pPr>
            <a:r>
              <a:rPr lang="zh-CN" altLang="en-US" sz="2400" b="1" dirty="0">
                <a:solidFill>
                  <a:srgbClr val="0000FF"/>
                </a:solidFill>
                <a:latin typeface="黑体" pitchFamily="49" charset="-122"/>
                <a:ea typeface="黑体" pitchFamily="49" charset="-122"/>
              </a:rPr>
              <a:t>（三）实践标准的确定性与不确定性</a:t>
            </a:r>
          </a:p>
        </p:txBody>
      </p:sp>
      <p:grpSp>
        <p:nvGrpSpPr>
          <p:cNvPr id="2" name="组合 721937"/>
          <p:cNvGrpSpPr>
            <a:grpSpLocks/>
          </p:cNvGrpSpPr>
          <p:nvPr/>
        </p:nvGrpSpPr>
        <p:grpSpPr bwMode="auto">
          <a:xfrm>
            <a:off x="357158" y="1500174"/>
            <a:ext cx="3462332" cy="647700"/>
            <a:chOff x="1338" y="1109"/>
            <a:chExt cx="3696" cy="384"/>
          </a:xfrm>
        </p:grpSpPr>
        <p:sp>
          <p:nvSpPr>
            <p:cNvPr id="46083" name="圆角矩形 721938"/>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endParaRPr lang="zh-CN" altLang="en-US"/>
            </a:p>
          </p:txBody>
        </p:sp>
        <p:sp>
          <p:nvSpPr>
            <p:cNvPr id="46084" name="文本框 721939"/>
            <p:cNvSpPr txBox="1">
              <a:spLocks noChangeArrowheads="1"/>
            </p:cNvSpPr>
            <p:nvPr/>
          </p:nvSpPr>
          <p:spPr bwMode="auto">
            <a:xfrm>
              <a:off x="1441" y="1122"/>
              <a:ext cx="3549"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buFont typeface="Arial" pitchFamily="34" charset="0"/>
                <a:defRPr>
                  <a:solidFill>
                    <a:schemeClr val="tx1"/>
                  </a:solidFill>
                  <a:latin typeface="Arial" pitchFamily="34" charset="0"/>
                  <a:ea typeface="宋体" pitchFamily="2" charset="-122"/>
                </a:defRPr>
              </a:lvl6pPr>
              <a:lvl7pPr fontAlgn="base">
                <a:spcBef>
                  <a:spcPct val="0"/>
                </a:spcBef>
                <a:spcAft>
                  <a:spcPct val="0"/>
                </a:spcAft>
                <a:buFont typeface="Arial" pitchFamily="34" charset="0"/>
                <a:defRPr>
                  <a:solidFill>
                    <a:schemeClr val="tx1"/>
                  </a:solidFill>
                  <a:latin typeface="Arial" pitchFamily="34" charset="0"/>
                  <a:ea typeface="宋体" pitchFamily="2" charset="-122"/>
                </a:defRPr>
              </a:lvl7pPr>
              <a:lvl8pPr fontAlgn="base">
                <a:spcBef>
                  <a:spcPct val="0"/>
                </a:spcBef>
                <a:spcAft>
                  <a:spcPct val="0"/>
                </a:spcAft>
                <a:buFont typeface="Arial" pitchFamily="34" charset="0"/>
                <a:defRPr>
                  <a:solidFill>
                    <a:schemeClr val="tx1"/>
                  </a:solidFill>
                  <a:latin typeface="Arial" pitchFamily="34" charset="0"/>
                  <a:ea typeface="宋体" pitchFamily="2" charset="-122"/>
                </a:defRPr>
              </a:lvl8pPr>
              <a:lvl9pPr fontAlgn="base">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25000"/>
                </a:lnSpc>
              </a:pPr>
              <a:r>
                <a:rPr lang="en-US" altLang="zh-CN" sz="2400" b="1" dirty="0">
                  <a:solidFill>
                    <a:schemeClr val="bg1"/>
                  </a:solidFill>
                  <a:latin typeface="楷体" pitchFamily="49" charset="-122"/>
                  <a:ea typeface="楷体" pitchFamily="49" charset="-122"/>
                </a:rPr>
                <a:t>1 </a:t>
              </a:r>
              <a:r>
                <a:rPr lang="zh-CN" altLang="en-US" sz="2400" b="1" dirty="0">
                  <a:solidFill>
                    <a:schemeClr val="bg1"/>
                  </a:solidFill>
                  <a:latin typeface="楷体" pitchFamily="49" charset="-122"/>
                  <a:ea typeface="楷体" pitchFamily="49" charset="-122"/>
                </a:rPr>
                <a:t>实践标准的确定性</a:t>
              </a:r>
            </a:p>
          </p:txBody>
        </p:sp>
      </p:grpSp>
      <p:grpSp>
        <p:nvGrpSpPr>
          <p:cNvPr id="3" name="组合 721940"/>
          <p:cNvGrpSpPr>
            <a:grpSpLocks/>
          </p:cNvGrpSpPr>
          <p:nvPr/>
        </p:nvGrpSpPr>
        <p:grpSpPr bwMode="auto">
          <a:xfrm>
            <a:off x="357158" y="2928934"/>
            <a:ext cx="3455987" cy="647700"/>
            <a:chOff x="1338" y="1109"/>
            <a:chExt cx="3696" cy="384"/>
          </a:xfrm>
        </p:grpSpPr>
        <p:sp>
          <p:nvSpPr>
            <p:cNvPr id="46086" name="圆角矩形 721941"/>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endParaRPr lang="zh-CN" altLang="en-US"/>
            </a:p>
          </p:txBody>
        </p:sp>
        <p:sp>
          <p:nvSpPr>
            <p:cNvPr id="46087" name="文本框 721942"/>
            <p:cNvSpPr txBox="1">
              <a:spLocks noChangeArrowheads="1"/>
            </p:cNvSpPr>
            <p:nvPr/>
          </p:nvSpPr>
          <p:spPr bwMode="auto">
            <a:xfrm>
              <a:off x="1441" y="1122"/>
              <a:ext cx="3549"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buFont typeface="Arial" pitchFamily="34" charset="0"/>
                <a:defRPr>
                  <a:solidFill>
                    <a:schemeClr val="tx1"/>
                  </a:solidFill>
                  <a:latin typeface="Arial" pitchFamily="34" charset="0"/>
                  <a:ea typeface="宋体" pitchFamily="2" charset="-122"/>
                </a:defRPr>
              </a:lvl6pPr>
              <a:lvl7pPr fontAlgn="base">
                <a:spcBef>
                  <a:spcPct val="0"/>
                </a:spcBef>
                <a:spcAft>
                  <a:spcPct val="0"/>
                </a:spcAft>
                <a:buFont typeface="Arial" pitchFamily="34" charset="0"/>
                <a:defRPr>
                  <a:solidFill>
                    <a:schemeClr val="tx1"/>
                  </a:solidFill>
                  <a:latin typeface="Arial" pitchFamily="34" charset="0"/>
                  <a:ea typeface="宋体" pitchFamily="2" charset="-122"/>
                </a:defRPr>
              </a:lvl7pPr>
              <a:lvl8pPr fontAlgn="base">
                <a:spcBef>
                  <a:spcPct val="0"/>
                </a:spcBef>
                <a:spcAft>
                  <a:spcPct val="0"/>
                </a:spcAft>
                <a:buFont typeface="Arial" pitchFamily="34" charset="0"/>
                <a:defRPr>
                  <a:solidFill>
                    <a:schemeClr val="tx1"/>
                  </a:solidFill>
                  <a:latin typeface="Arial" pitchFamily="34" charset="0"/>
                  <a:ea typeface="宋体" pitchFamily="2" charset="-122"/>
                </a:defRPr>
              </a:lvl8pPr>
              <a:lvl9pPr fontAlgn="base">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25000"/>
                </a:lnSpc>
              </a:pPr>
              <a:r>
                <a:rPr lang="en-US" altLang="zh-CN" sz="2400" b="1" dirty="0">
                  <a:solidFill>
                    <a:schemeClr val="bg1"/>
                  </a:solidFill>
                  <a:latin typeface="楷体" pitchFamily="49" charset="-122"/>
                  <a:ea typeface="楷体" pitchFamily="49" charset="-122"/>
                </a:rPr>
                <a:t>2 </a:t>
              </a:r>
              <a:r>
                <a:rPr lang="zh-CN" altLang="en-US" sz="2400" b="1" dirty="0">
                  <a:solidFill>
                    <a:schemeClr val="bg1"/>
                  </a:solidFill>
                  <a:latin typeface="楷体" pitchFamily="49" charset="-122"/>
                  <a:ea typeface="楷体" pitchFamily="49" charset="-122"/>
                </a:rPr>
                <a:t>实践标准的不确定性</a:t>
              </a:r>
            </a:p>
          </p:txBody>
        </p:sp>
      </p:grpSp>
      <p:grpSp>
        <p:nvGrpSpPr>
          <p:cNvPr id="4" name="组合 721943"/>
          <p:cNvGrpSpPr>
            <a:grpSpLocks/>
          </p:cNvGrpSpPr>
          <p:nvPr/>
        </p:nvGrpSpPr>
        <p:grpSpPr bwMode="auto">
          <a:xfrm>
            <a:off x="428596" y="4000504"/>
            <a:ext cx="2376487" cy="647700"/>
            <a:chOff x="1338" y="1109"/>
            <a:chExt cx="3696" cy="384"/>
          </a:xfrm>
        </p:grpSpPr>
        <p:sp>
          <p:nvSpPr>
            <p:cNvPr id="46089" name="圆角矩形 721944"/>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endParaRPr lang="zh-CN" altLang="en-US"/>
            </a:p>
          </p:txBody>
        </p:sp>
        <p:sp>
          <p:nvSpPr>
            <p:cNvPr id="46090" name="文本框 721945"/>
            <p:cNvSpPr txBox="1">
              <a:spLocks noChangeArrowheads="1"/>
            </p:cNvSpPr>
            <p:nvPr/>
          </p:nvSpPr>
          <p:spPr bwMode="auto">
            <a:xfrm>
              <a:off x="1441" y="1122"/>
              <a:ext cx="3549"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buFont typeface="Arial" pitchFamily="34" charset="0"/>
                <a:defRPr>
                  <a:solidFill>
                    <a:schemeClr val="tx1"/>
                  </a:solidFill>
                  <a:latin typeface="Arial" pitchFamily="34" charset="0"/>
                  <a:ea typeface="宋体" pitchFamily="2" charset="-122"/>
                </a:defRPr>
              </a:lvl6pPr>
              <a:lvl7pPr fontAlgn="base">
                <a:spcBef>
                  <a:spcPct val="0"/>
                </a:spcBef>
                <a:spcAft>
                  <a:spcPct val="0"/>
                </a:spcAft>
                <a:buFont typeface="Arial" pitchFamily="34" charset="0"/>
                <a:defRPr>
                  <a:solidFill>
                    <a:schemeClr val="tx1"/>
                  </a:solidFill>
                  <a:latin typeface="Arial" pitchFamily="34" charset="0"/>
                  <a:ea typeface="宋体" pitchFamily="2" charset="-122"/>
                </a:defRPr>
              </a:lvl7pPr>
              <a:lvl8pPr fontAlgn="base">
                <a:spcBef>
                  <a:spcPct val="0"/>
                </a:spcBef>
                <a:spcAft>
                  <a:spcPct val="0"/>
                </a:spcAft>
                <a:buFont typeface="Arial" pitchFamily="34" charset="0"/>
                <a:defRPr>
                  <a:solidFill>
                    <a:schemeClr val="tx1"/>
                  </a:solidFill>
                  <a:latin typeface="Arial" pitchFamily="34" charset="0"/>
                  <a:ea typeface="宋体" pitchFamily="2" charset="-122"/>
                </a:defRPr>
              </a:lvl8pPr>
              <a:lvl9pPr fontAlgn="base">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25000"/>
                </a:lnSpc>
              </a:pPr>
              <a:r>
                <a:rPr lang="en-US" altLang="zh-CN" sz="2400" b="1">
                  <a:solidFill>
                    <a:schemeClr val="bg1"/>
                  </a:solidFill>
                  <a:latin typeface="楷体" pitchFamily="49" charset="-122"/>
                  <a:ea typeface="楷体" pitchFamily="49" charset="-122"/>
                </a:rPr>
                <a:t>3 </a:t>
              </a:r>
              <a:r>
                <a:rPr lang="zh-CN" altLang="en-US" sz="2400" b="1">
                  <a:solidFill>
                    <a:schemeClr val="bg1"/>
                  </a:solidFill>
                  <a:latin typeface="楷体" pitchFamily="49" charset="-122"/>
                  <a:ea typeface="楷体" pitchFamily="49" charset="-122"/>
                </a:rPr>
                <a:t>启示</a:t>
              </a:r>
            </a:p>
          </p:txBody>
        </p:sp>
      </p:grpSp>
      <p:sp>
        <p:nvSpPr>
          <p:cNvPr id="46098" name="矩形 721956" descr="白色大理石"/>
          <p:cNvSpPr>
            <a:spLocks noChangeArrowheads="1" noChangeShapeType="1" noTextEdit="1"/>
          </p:cNvSpPr>
          <p:nvPr/>
        </p:nvSpPr>
        <p:spPr bwMode="auto">
          <a:xfrm>
            <a:off x="357158" y="785794"/>
            <a:ext cx="4824412" cy="360363"/>
          </a:xfrm>
          <a:prstGeom prst="rect">
            <a:avLst/>
          </a:prstGeom>
          <a:extLst>
            <a:ext uri="{91240B29-F687-4F45-9708-019B960494DF}">
              <a14:hiddenLine xmlns:a14="http://schemas.microsoft.com/office/drawing/2010/main" w="9525">
                <a:noFill/>
                <a:round/>
                <a:headEnd/>
                <a:tailEnd/>
              </a14:hiddenLine>
            </a:ext>
          </a:extLst>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zh-CN" altLang="en-US" sz="3600" dirty="0">
                <a:solidFill>
                  <a:srgbClr val="FF0000"/>
                </a:solidFill>
                <a:latin typeface="幼圆"/>
                <a:ea typeface="幼圆"/>
              </a:rPr>
              <a:t>准确把握实践检验真理的辩证发展过程</a:t>
            </a:r>
          </a:p>
        </p:txBody>
      </p:sp>
      <p:sp>
        <p:nvSpPr>
          <p:cNvPr id="15" name="矩形 755718"/>
          <p:cNvSpPr>
            <a:spLocks noChangeArrowheads="1"/>
          </p:cNvSpPr>
          <p:nvPr/>
        </p:nvSpPr>
        <p:spPr bwMode="auto">
          <a:xfrm>
            <a:off x="4286248" y="1285860"/>
            <a:ext cx="4608512" cy="1285884"/>
          </a:xfrm>
          <a:prstGeom prst="rect">
            <a:avLst/>
          </a:prstGeom>
          <a:solidFill>
            <a:srgbClr val="D9F2AC"/>
          </a:solidFill>
          <a:ln w="9525">
            <a:solidFill>
              <a:srgbClr val="FF9900"/>
            </a:solidFill>
            <a:miter lim="800000"/>
            <a:headEnd/>
            <a:tailEnd/>
          </a:ln>
        </p:spPr>
        <p:txBody>
          <a:bodyPr/>
          <a:lstStyle/>
          <a:p>
            <a:pPr>
              <a:lnSpc>
                <a:spcPct val="125000"/>
              </a:lnSpc>
              <a:spcBef>
                <a:spcPct val="5000"/>
              </a:spcBef>
              <a:buClr>
                <a:srgbClr val="FF3300"/>
              </a:buClr>
              <a:buFont typeface="Wingdings" pitchFamily="2" charset="2"/>
              <a:buChar char="v"/>
            </a:pPr>
            <a:r>
              <a:rPr lang="en-US" altLang="zh-CN" sz="2000" b="1" dirty="0">
                <a:solidFill>
                  <a:srgbClr val="0000FF"/>
                </a:solidFill>
                <a:ea typeface="楷体_GB2312" pitchFamily="49" charset="-122"/>
              </a:rPr>
              <a:t> </a:t>
            </a:r>
            <a:r>
              <a:rPr lang="zh-CN" altLang="en-US" sz="2000" b="1" dirty="0">
                <a:solidFill>
                  <a:srgbClr val="0000FF"/>
                </a:solidFill>
                <a:latin typeface="楷体" pitchFamily="49" charset="-122"/>
                <a:ea typeface="楷体" pitchFamily="49" charset="-122"/>
              </a:rPr>
              <a:t>实践作为检验认识真理性标准的唯一性（确定性、绝对性）。</a:t>
            </a:r>
          </a:p>
          <a:p>
            <a:pPr>
              <a:lnSpc>
                <a:spcPct val="125000"/>
              </a:lnSpc>
              <a:spcBef>
                <a:spcPct val="5000"/>
              </a:spcBef>
              <a:buClr>
                <a:srgbClr val="FF3300"/>
              </a:buClr>
              <a:buFont typeface="Wingdings" pitchFamily="2" charset="2"/>
              <a:buNone/>
            </a:pPr>
            <a:r>
              <a:rPr lang="en-US" altLang="zh-CN" b="1" dirty="0">
                <a:solidFill>
                  <a:srgbClr val="000000"/>
                </a:solidFill>
                <a:latin typeface="楷体" pitchFamily="49" charset="-122"/>
                <a:ea typeface="楷体" pitchFamily="49" charset="-122"/>
              </a:rPr>
              <a:t>- </a:t>
            </a:r>
            <a:r>
              <a:rPr lang="zh-CN" altLang="en-US" b="1" dirty="0">
                <a:solidFill>
                  <a:srgbClr val="000000"/>
                </a:solidFill>
                <a:latin typeface="楷体" pitchFamily="49" charset="-122"/>
                <a:ea typeface="楷体" pitchFamily="49" charset="-122"/>
              </a:rPr>
              <a:t>离开了实践，再也没有另外的标准。</a:t>
            </a:r>
          </a:p>
        </p:txBody>
      </p:sp>
      <p:sp>
        <p:nvSpPr>
          <p:cNvPr id="16" name="矩形 754695"/>
          <p:cNvSpPr>
            <a:spLocks noChangeArrowheads="1"/>
          </p:cNvSpPr>
          <p:nvPr/>
        </p:nvSpPr>
        <p:spPr bwMode="auto">
          <a:xfrm>
            <a:off x="4286248" y="2786058"/>
            <a:ext cx="4572032" cy="3643338"/>
          </a:xfrm>
          <a:prstGeom prst="rect">
            <a:avLst/>
          </a:prstGeom>
          <a:solidFill>
            <a:srgbClr val="D9F2AC"/>
          </a:solidFill>
          <a:ln w="9525">
            <a:solidFill>
              <a:srgbClr val="FF9900"/>
            </a:solidFill>
            <a:miter lim="800000"/>
            <a:headEnd/>
            <a:tailEnd/>
          </a:ln>
        </p:spPr>
        <p:txBody>
          <a:bodyPr/>
          <a:lstStyle/>
          <a:p>
            <a:pPr>
              <a:lnSpc>
                <a:spcPct val="125000"/>
              </a:lnSpc>
              <a:spcBef>
                <a:spcPct val="5000"/>
              </a:spcBef>
              <a:buClr>
                <a:srgbClr val="FF3300"/>
              </a:buClr>
              <a:buFont typeface="Wingdings" pitchFamily="2" charset="2"/>
              <a:buChar char="v"/>
            </a:pPr>
            <a:r>
              <a:rPr lang="en-US" altLang="zh-CN" sz="2000" b="1" dirty="0">
                <a:solidFill>
                  <a:srgbClr val="990000"/>
                </a:solidFill>
                <a:latin typeface="楷体" pitchFamily="49" charset="-122"/>
                <a:ea typeface="楷体" pitchFamily="49" charset="-122"/>
              </a:rPr>
              <a:t> </a:t>
            </a:r>
            <a:r>
              <a:rPr lang="zh-CN" altLang="en-US" sz="2000" b="1" dirty="0">
                <a:solidFill>
                  <a:srgbClr val="0000FF"/>
                </a:solidFill>
                <a:latin typeface="楷体" pitchFamily="49" charset="-122"/>
                <a:ea typeface="楷体" pitchFamily="49" charset="-122"/>
              </a:rPr>
              <a:t>实践对认识真理性检验的条件性（不确定性、相对性）。</a:t>
            </a:r>
            <a:endParaRPr lang="zh-CN" altLang="en-US" sz="2000" b="1" dirty="0">
              <a:solidFill>
                <a:srgbClr val="0000FF"/>
              </a:solidFill>
              <a:ea typeface="楷体_GB2312" pitchFamily="49" charset="-122"/>
            </a:endParaRPr>
          </a:p>
          <a:p>
            <a:pPr>
              <a:lnSpc>
                <a:spcPct val="125000"/>
              </a:lnSpc>
              <a:spcBef>
                <a:spcPct val="5000"/>
              </a:spcBef>
              <a:buClr>
                <a:srgbClr val="FF3300"/>
              </a:buClr>
              <a:buFont typeface="Wingdings" pitchFamily="2" charset="2"/>
              <a:buNone/>
            </a:pPr>
            <a:r>
              <a:rPr lang="en-US" altLang="zh-CN" b="1" dirty="0">
                <a:solidFill>
                  <a:srgbClr val="000000"/>
                </a:solidFill>
                <a:latin typeface="楷体" pitchFamily="49" charset="-122"/>
                <a:ea typeface="楷体" pitchFamily="49" charset="-122"/>
              </a:rPr>
              <a:t>- </a:t>
            </a:r>
            <a:r>
              <a:rPr lang="zh-CN" altLang="en-US" b="1" dirty="0">
                <a:solidFill>
                  <a:srgbClr val="000000"/>
                </a:solidFill>
                <a:latin typeface="楷体" pitchFamily="49" charset="-122"/>
                <a:ea typeface="楷体" pitchFamily="49" charset="-122"/>
              </a:rPr>
              <a:t>任何实践都受到主客观条件的制约，因而都具有不可能完全证实或驳倒一切认识的局限性。</a:t>
            </a:r>
            <a:endParaRPr lang="en-US" altLang="zh-CN" b="1" dirty="0">
              <a:solidFill>
                <a:srgbClr val="000000"/>
              </a:solidFill>
              <a:latin typeface="楷体" pitchFamily="49" charset="-122"/>
              <a:ea typeface="楷体" pitchFamily="49" charset="-122"/>
            </a:endParaRPr>
          </a:p>
          <a:p>
            <a:pPr>
              <a:lnSpc>
                <a:spcPct val="125000"/>
              </a:lnSpc>
              <a:spcBef>
                <a:spcPct val="5000"/>
              </a:spcBef>
              <a:buClr>
                <a:srgbClr val="FF3300"/>
              </a:buClr>
              <a:buFont typeface="Wingdings" pitchFamily="2" charset="2"/>
              <a:buNone/>
            </a:pPr>
            <a:r>
              <a:rPr lang="en-US" altLang="zh-CN" b="1" dirty="0">
                <a:solidFill>
                  <a:srgbClr val="000000"/>
                </a:solidFill>
                <a:latin typeface="楷体" pitchFamily="49" charset="-122"/>
                <a:ea typeface="楷体" pitchFamily="49" charset="-122"/>
              </a:rPr>
              <a:t>- </a:t>
            </a:r>
            <a:r>
              <a:rPr lang="zh-CN" altLang="en-US" b="1" dirty="0">
                <a:solidFill>
                  <a:srgbClr val="000000"/>
                </a:solidFill>
                <a:latin typeface="楷体" pitchFamily="49" charset="-122"/>
                <a:ea typeface="楷体" pitchFamily="49" charset="-122"/>
              </a:rPr>
              <a:t>实践是社会的、历史的实践，由于历史条件的种种限制，具体的实践往往只是在总体上证实认识与它所反映的客观事物是否相符合，不能绝对地、永恒地、一劳永逸地予以确证。</a:t>
            </a:r>
          </a:p>
        </p:txBody>
      </p:sp>
      <p:sp>
        <p:nvSpPr>
          <p:cNvPr id="17" name="矩形 822276"/>
          <p:cNvSpPr>
            <a:spLocks noChangeArrowheads="1"/>
          </p:cNvSpPr>
          <p:nvPr/>
        </p:nvSpPr>
        <p:spPr bwMode="auto">
          <a:xfrm>
            <a:off x="428596" y="4857760"/>
            <a:ext cx="3571900" cy="1571636"/>
          </a:xfrm>
          <a:prstGeom prst="rect">
            <a:avLst/>
          </a:prstGeom>
          <a:solidFill>
            <a:srgbClr val="D9F2AC"/>
          </a:solidFill>
          <a:ln w="9525">
            <a:solidFill>
              <a:srgbClr val="FF9900"/>
            </a:solidFill>
            <a:miter lim="800000"/>
            <a:headEnd/>
            <a:tailEnd/>
          </a:ln>
        </p:spPr>
        <p:txBody>
          <a:bodyPr/>
          <a:lstStyle/>
          <a:p>
            <a:pPr>
              <a:lnSpc>
                <a:spcPct val="125000"/>
              </a:lnSpc>
              <a:spcBef>
                <a:spcPct val="20000"/>
              </a:spcBef>
            </a:pPr>
            <a:r>
              <a:rPr lang="zh-CN" altLang="en-US" sz="2000" b="1" dirty="0">
                <a:solidFill>
                  <a:srgbClr val="0000FF"/>
                </a:solidFill>
                <a:latin typeface="楷体" pitchFamily="49" charset="-122"/>
                <a:ea typeface="楷体" pitchFamily="49" charset="-122"/>
              </a:rPr>
              <a:t>确定性：</a:t>
            </a:r>
            <a:r>
              <a:rPr lang="zh-CN" altLang="en-US" sz="2000" b="1" dirty="0">
                <a:solidFill>
                  <a:srgbClr val="000000"/>
                </a:solidFill>
                <a:latin typeface="楷体" pitchFamily="49" charset="-122"/>
                <a:ea typeface="楷体" pitchFamily="49" charset="-122"/>
              </a:rPr>
              <a:t>防止和反对否认真理标准问题的</a:t>
            </a:r>
            <a:r>
              <a:rPr lang="zh-CN" altLang="en-US" sz="2000" b="1" dirty="0">
                <a:solidFill>
                  <a:srgbClr val="FF0000"/>
                </a:solidFill>
                <a:latin typeface="楷体" pitchFamily="49" charset="-122"/>
                <a:ea typeface="楷体" pitchFamily="49" charset="-122"/>
              </a:rPr>
              <a:t>唯心主义、怀疑主义</a:t>
            </a:r>
            <a:r>
              <a:rPr lang="zh-CN" altLang="en-US" sz="2000" b="1" dirty="0">
                <a:solidFill>
                  <a:srgbClr val="000000"/>
                </a:solidFill>
                <a:latin typeface="楷体" pitchFamily="49" charset="-122"/>
                <a:ea typeface="楷体" pitchFamily="49" charset="-122"/>
              </a:rPr>
              <a:t>和</a:t>
            </a:r>
            <a:r>
              <a:rPr lang="zh-CN" altLang="en-US" sz="2000" b="1" dirty="0">
                <a:solidFill>
                  <a:srgbClr val="FF0000"/>
                </a:solidFill>
                <a:latin typeface="楷体" pitchFamily="49" charset="-122"/>
                <a:ea typeface="楷体" pitchFamily="49" charset="-122"/>
              </a:rPr>
              <a:t>相对主义</a:t>
            </a:r>
            <a:r>
              <a:rPr lang="zh-CN" altLang="en-US" sz="2000" b="1" dirty="0">
                <a:solidFill>
                  <a:srgbClr val="000000"/>
                </a:solidFill>
                <a:latin typeface="楷体" pitchFamily="49" charset="-122"/>
                <a:ea typeface="楷体" pitchFamily="49" charset="-122"/>
              </a:rPr>
              <a:t>。</a:t>
            </a:r>
            <a:r>
              <a:rPr lang="zh-CN" altLang="en-US" sz="2000" b="1" dirty="0">
                <a:solidFill>
                  <a:srgbClr val="0000FF"/>
                </a:solidFill>
                <a:latin typeface="楷体" pitchFamily="49" charset="-122"/>
                <a:ea typeface="楷体" pitchFamily="49" charset="-122"/>
              </a:rPr>
              <a:t>不确定性：</a:t>
            </a:r>
            <a:r>
              <a:rPr lang="zh-CN" altLang="en-US" sz="2000" b="1" dirty="0">
                <a:solidFill>
                  <a:srgbClr val="000000"/>
                </a:solidFill>
                <a:latin typeface="楷体" pitchFamily="49" charset="-122"/>
                <a:ea typeface="楷体" pitchFamily="49" charset="-122"/>
              </a:rPr>
              <a:t>防止和反对</a:t>
            </a:r>
            <a:r>
              <a:rPr lang="zh-CN" altLang="en-US" sz="2000" b="1" dirty="0">
                <a:solidFill>
                  <a:srgbClr val="FF0000"/>
                </a:solidFill>
                <a:latin typeface="楷体" pitchFamily="49" charset="-122"/>
                <a:ea typeface="楷体" pitchFamily="49" charset="-122"/>
              </a:rPr>
              <a:t>教条主义</a:t>
            </a:r>
            <a:r>
              <a:rPr lang="zh-CN" altLang="en-US" sz="2000" b="1" dirty="0">
                <a:solidFill>
                  <a:srgbClr val="000000"/>
                </a:solidFill>
                <a:latin typeface="楷体" pitchFamily="49" charset="-122"/>
                <a:ea typeface="楷体" pitchFamily="49" charset="-122"/>
              </a:rPr>
              <a:t>和</a:t>
            </a:r>
            <a:r>
              <a:rPr lang="zh-CN" altLang="en-US" sz="2000" b="1" dirty="0">
                <a:solidFill>
                  <a:srgbClr val="FF0000"/>
                </a:solidFill>
                <a:latin typeface="楷体" pitchFamily="49" charset="-122"/>
                <a:ea typeface="楷体" pitchFamily="49" charset="-122"/>
              </a:rPr>
              <a:t>独断论</a:t>
            </a:r>
            <a:r>
              <a:rPr lang="zh-CN" altLang="en-US" sz="2000" b="1" dirty="0">
                <a:solidFill>
                  <a:srgbClr val="000000"/>
                </a:solidFill>
                <a:latin typeface="楷体" pitchFamily="49" charset="-122"/>
                <a:ea typeface="楷体" pitchFamily="49" charset="-122"/>
              </a:rPr>
              <a:t>。</a:t>
            </a:r>
          </a:p>
        </p:txBody>
      </p:sp>
    </p:spTree>
    <p:extLst>
      <p:ext uri="{BB962C8B-B14F-4D97-AF65-F5344CB8AC3E}">
        <p14:creationId xmlns:p14="http://schemas.microsoft.com/office/powerpoint/2010/main" val="30085609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矩形 722949"/>
          <p:cNvSpPr>
            <a:spLocks noChangeArrowheads="1"/>
          </p:cNvSpPr>
          <p:nvPr/>
        </p:nvSpPr>
        <p:spPr bwMode="auto">
          <a:xfrm>
            <a:off x="251521" y="963631"/>
            <a:ext cx="4960943" cy="457369"/>
          </a:xfrm>
          <a:prstGeom prst="rect">
            <a:avLst/>
          </a:prstGeom>
          <a:solidFill>
            <a:srgbClr val="CCFFFF"/>
          </a:solidFill>
          <a:ln w="12700">
            <a:solidFill>
              <a:srgbClr val="FF3300"/>
            </a:solidFill>
            <a:miter lim="800000"/>
            <a:headEnd/>
            <a:tailEnd/>
          </a:ln>
        </p:spPr>
        <p:txBody>
          <a:bodyPr wrap="square">
            <a:spAutoFit/>
          </a:bodyPr>
          <a:lstStyle/>
          <a:p>
            <a:pPr>
              <a:lnSpc>
                <a:spcPct val="125000"/>
              </a:lnSpc>
            </a:pPr>
            <a:r>
              <a:rPr lang="zh-CN" altLang="en-US" sz="2200" b="1" dirty="0">
                <a:solidFill>
                  <a:srgbClr val="0000FF"/>
                </a:solidFill>
                <a:latin typeface="黑体" panose="02010609060101010101" pitchFamily="49" charset="-122"/>
                <a:ea typeface="黑体" panose="02010609060101010101" pitchFamily="49" charset="-122"/>
              </a:rPr>
              <a:t>（一）（二）价值及其基本特性</a:t>
            </a:r>
            <a:endParaRPr lang="zh-CN" altLang="en-US" sz="2200" b="1" dirty="0">
              <a:solidFill>
                <a:schemeClr val="accent2"/>
              </a:solidFill>
              <a:latin typeface="黑体" panose="02010609060101010101" pitchFamily="49" charset="-122"/>
              <a:ea typeface="黑体" panose="02010609060101010101" pitchFamily="49" charset="-122"/>
            </a:endParaRPr>
          </a:p>
        </p:txBody>
      </p:sp>
      <p:sp>
        <p:nvSpPr>
          <p:cNvPr id="56324" name="文本框 722964"/>
          <p:cNvSpPr txBox="1">
            <a:spLocks noChangeArrowheads="1"/>
          </p:cNvSpPr>
          <p:nvPr/>
        </p:nvSpPr>
        <p:spPr bwMode="auto">
          <a:xfrm>
            <a:off x="251389" y="1534797"/>
            <a:ext cx="8674430" cy="775662"/>
          </a:xfrm>
          <a:prstGeom prst="rect">
            <a:avLst/>
          </a:prstGeom>
          <a:solidFill>
            <a:srgbClr val="CCFFCC"/>
          </a:solidFill>
          <a:ln w="19050">
            <a:solidFill>
              <a:srgbClr val="FF3300"/>
            </a:solidFill>
            <a:miter lim="800000"/>
            <a:headEnd/>
            <a:tailEnd/>
          </a:ln>
        </p:spPr>
        <p:txBody>
          <a:bodyPr wrap="square">
            <a:spAutoFit/>
          </a:bodyPr>
          <a:lstStyle>
            <a:lvl1pPr>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buFont typeface="Arial" pitchFamily="34" charset="0"/>
              <a:defRPr>
                <a:solidFill>
                  <a:schemeClr val="tx1"/>
                </a:solidFill>
                <a:latin typeface="Arial" pitchFamily="34" charset="0"/>
                <a:ea typeface="宋体" pitchFamily="2" charset="-122"/>
              </a:defRPr>
            </a:lvl6pPr>
            <a:lvl7pPr fontAlgn="base">
              <a:spcBef>
                <a:spcPct val="0"/>
              </a:spcBef>
              <a:spcAft>
                <a:spcPct val="0"/>
              </a:spcAft>
              <a:buFont typeface="Arial" pitchFamily="34" charset="0"/>
              <a:defRPr>
                <a:solidFill>
                  <a:schemeClr val="tx1"/>
                </a:solidFill>
                <a:latin typeface="Arial" pitchFamily="34" charset="0"/>
                <a:ea typeface="宋体" pitchFamily="2" charset="-122"/>
              </a:defRPr>
            </a:lvl7pPr>
            <a:lvl8pPr fontAlgn="base">
              <a:spcBef>
                <a:spcPct val="0"/>
              </a:spcBef>
              <a:spcAft>
                <a:spcPct val="0"/>
              </a:spcAft>
              <a:buFont typeface="Arial" pitchFamily="34" charset="0"/>
              <a:defRPr>
                <a:solidFill>
                  <a:schemeClr val="tx1"/>
                </a:solidFill>
                <a:latin typeface="Arial" pitchFamily="34" charset="0"/>
                <a:ea typeface="宋体" pitchFamily="2" charset="-122"/>
              </a:defRPr>
            </a:lvl8pPr>
            <a:lvl9pPr fontAlgn="base">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25000"/>
              </a:lnSpc>
            </a:pPr>
            <a:r>
              <a:rPr lang="en-US" altLang="zh-CN" sz="2000" b="1" dirty="0">
                <a:solidFill>
                  <a:srgbClr val="3333FF"/>
                </a:solidFill>
                <a:latin typeface="华文行楷" pitchFamily="2" charset="-122"/>
                <a:ea typeface="华文行楷" pitchFamily="2" charset="-122"/>
              </a:rPr>
              <a:t>    </a:t>
            </a:r>
            <a:r>
              <a:rPr lang="zh-CN" altLang="en-US" b="1" dirty="0">
                <a:solidFill>
                  <a:srgbClr val="003399"/>
                </a:solidFill>
                <a:latin typeface="楷体" pitchFamily="49" charset="-122"/>
                <a:ea typeface="楷体" pitchFamily="49" charset="-122"/>
              </a:rPr>
              <a:t>价值是反映主体和客体之间意义关系的哲学范畴，是客体对个人、群体乃至整个社会的生活和活动所具有的意义。</a:t>
            </a:r>
          </a:p>
        </p:txBody>
      </p:sp>
      <p:sp>
        <p:nvSpPr>
          <p:cNvPr id="31" name="矩形 723974"/>
          <p:cNvSpPr>
            <a:spLocks noChangeArrowheads="1"/>
          </p:cNvSpPr>
          <p:nvPr/>
        </p:nvSpPr>
        <p:spPr bwMode="auto">
          <a:xfrm>
            <a:off x="251521" y="3087894"/>
            <a:ext cx="3816350" cy="457369"/>
          </a:xfrm>
          <a:prstGeom prst="rect">
            <a:avLst/>
          </a:prstGeom>
          <a:solidFill>
            <a:srgbClr val="CCFFFF"/>
          </a:solidFill>
          <a:ln w="12700">
            <a:solidFill>
              <a:srgbClr val="FF3300"/>
            </a:solidFill>
            <a:miter lim="800000"/>
            <a:headEnd/>
            <a:tailEnd/>
          </a:ln>
        </p:spPr>
        <p:txBody>
          <a:bodyPr wrap="square">
            <a:spAutoFit/>
          </a:bodyPr>
          <a:lstStyle/>
          <a:p>
            <a:pPr>
              <a:lnSpc>
                <a:spcPct val="125000"/>
              </a:lnSpc>
            </a:pPr>
            <a:r>
              <a:rPr lang="zh-CN" altLang="en-US" sz="2200" b="1" dirty="0">
                <a:solidFill>
                  <a:srgbClr val="0000FF"/>
                </a:solidFill>
                <a:latin typeface="黑体" pitchFamily="49" charset="-122"/>
                <a:ea typeface="黑体" pitchFamily="49" charset="-122"/>
              </a:rPr>
              <a:t>（三）价值评价及其特点</a:t>
            </a:r>
            <a:endParaRPr lang="zh-CN" altLang="en-US" sz="2200" b="1" dirty="0">
              <a:solidFill>
                <a:schemeClr val="accent2"/>
              </a:solidFill>
              <a:latin typeface="黑体" pitchFamily="49" charset="-122"/>
              <a:ea typeface="黑体" pitchFamily="49" charset="-122"/>
            </a:endParaRPr>
          </a:p>
        </p:txBody>
      </p:sp>
      <p:sp>
        <p:nvSpPr>
          <p:cNvPr id="32" name="矩形 724002"/>
          <p:cNvSpPr>
            <a:spLocks noChangeArrowheads="1"/>
          </p:cNvSpPr>
          <p:nvPr/>
        </p:nvSpPr>
        <p:spPr bwMode="auto">
          <a:xfrm>
            <a:off x="251521" y="5900749"/>
            <a:ext cx="8746226" cy="792162"/>
          </a:xfrm>
          <a:prstGeom prst="rect">
            <a:avLst/>
          </a:prstGeom>
          <a:solidFill>
            <a:schemeClr val="accent1">
              <a:lumMod val="90000"/>
            </a:schemeClr>
          </a:solidFill>
          <a:ln>
            <a:noFill/>
          </a:ln>
          <a:effectLst/>
          <a:extLst>
            <a:ext uri="{91240B29-F687-4F45-9708-019B960494DF}">
              <a14:hiddenLine xmlns:a14="http://schemas.microsoft.com/office/drawing/2010/main" w="9525">
                <a:solidFill>
                  <a:srgbClr val="000000"/>
                </a:solidFill>
                <a:miter lim="800000"/>
                <a:headEnd/>
                <a:tailEnd/>
              </a14:hiddenLine>
            </a:ext>
          </a:extLst>
        </p:spPr>
        <p:txBody>
          <a:bodyPr/>
          <a:lstStyle/>
          <a:p>
            <a:pPr>
              <a:lnSpc>
                <a:spcPct val="125000"/>
              </a:lnSpc>
              <a:spcBef>
                <a:spcPct val="20000"/>
              </a:spcBef>
            </a:pPr>
            <a:r>
              <a:rPr lang="zh-CN" altLang="en-US" b="1" dirty="0">
                <a:solidFill>
                  <a:srgbClr val="003399"/>
                </a:solidFill>
                <a:latin typeface="楷体" pitchFamily="49" charset="-122"/>
                <a:ea typeface="楷体" pitchFamily="49" charset="-122"/>
              </a:rPr>
              <a:t>价值评价要以真理为依据，与社会历史发展的客观规律相一致，以最广大人民的需要和利益为根本。</a:t>
            </a:r>
          </a:p>
        </p:txBody>
      </p:sp>
      <p:sp>
        <p:nvSpPr>
          <p:cNvPr id="33" name="文本框 723978"/>
          <p:cNvSpPr txBox="1">
            <a:spLocks noChangeArrowheads="1"/>
          </p:cNvSpPr>
          <p:nvPr/>
        </p:nvSpPr>
        <p:spPr bwMode="auto">
          <a:xfrm>
            <a:off x="251521" y="3625968"/>
            <a:ext cx="8759405" cy="737189"/>
          </a:xfrm>
          <a:prstGeom prst="rect">
            <a:avLst/>
          </a:prstGeom>
          <a:solidFill>
            <a:srgbClr val="FFFF99"/>
          </a:solidFill>
          <a:ln w="19050">
            <a:solidFill>
              <a:srgbClr val="FF3300"/>
            </a:solidFill>
            <a:miter lim="800000"/>
            <a:headEnd/>
            <a:tailEnd/>
          </a:ln>
        </p:spPr>
        <p:txBody>
          <a:bodyPr wrap="square">
            <a:spAutoFit/>
          </a:bodyPr>
          <a:lstStyle>
            <a:lvl1pPr>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buFont typeface="Arial" pitchFamily="34" charset="0"/>
              <a:defRPr>
                <a:solidFill>
                  <a:schemeClr val="tx1"/>
                </a:solidFill>
                <a:latin typeface="Arial" pitchFamily="34" charset="0"/>
                <a:ea typeface="宋体" pitchFamily="2" charset="-122"/>
              </a:defRPr>
            </a:lvl6pPr>
            <a:lvl7pPr fontAlgn="base">
              <a:spcBef>
                <a:spcPct val="0"/>
              </a:spcBef>
              <a:spcAft>
                <a:spcPct val="0"/>
              </a:spcAft>
              <a:buFont typeface="Arial" pitchFamily="34" charset="0"/>
              <a:defRPr>
                <a:solidFill>
                  <a:schemeClr val="tx1"/>
                </a:solidFill>
                <a:latin typeface="Arial" pitchFamily="34" charset="0"/>
                <a:ea typeface="宋体" pitchFamily="2" charset="-122"/>
              </a:defRPr>
            </a:lvl7pPr>
            <a:lvl8pPr fontAlgn="base">
              <a:spcBef>
                <a:spcPct val="0"/>
              </a:spcBef>
              <a:spcAft>
                <a:spcPct val="0"/>
              </a:spcAft>
              <a:buFont typeface="Arial" pitchFamily="34" charset="0"/>
              <a:defRPr>
                <a:solidFill>
                  <a:schemeClr val="tx1"/>
                </a:solidFill>
                <a:latin typeface="Arial" pitchFamily="34" charset="0"/>
                <a:ea typeface="宋体" pitchFamily="2" charset="-122"/>
              </a:defRPr>
            </a:lvl8pPr>
            <a:lvl9pPr fontAlgn="base">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25000"/>
              </a:lnSpc>
            </a:pPr>
            <a:r>
              <a:rPr lang="zh-CN" altLang="en-US" b="1" dirty="0">
                <a:solidFill>
                  <a:srgbClr val="003399"/>
                </a:solidFill>
                <a:latin typeface="楷体" pitchFamily="49" charset="-122"/>
                <a:ea typeface="楷体" pitchFamily="49" charset="-122"/>
              </a:rPr>
              <a:t>价值评价是主体对客观价值以及价值大小所作的评判或判断，也称价值判断，是一种关于价值现象的认识活动。</a:t>
            </a:r>
          </a:p>
        </p:txBody>
      </p:sp>
      <p:sp>
        <p:nvSpPr>
          <p:cNvPr id="35" name="文本框 723991"/>
          <p:cNvSpPr txBox="1">
            <a:spLocks noChangeArrowheads="1"/>
          </p:cNvSpPr>
          <p:nvPr/>
        </p:nvSpPr>
        <p:spPr bwMode="auto">
          <a:xfrm>
            <a:off x="1331640" y="4443862"/>
            <a:ext cx="5131281" cy="4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buFont typeface="Arial" pitchFamily="34" charset="0"/>
              <a:defRPr>
                <a:solidFill>
                  <a:schemeClr val="tx1"/>
                </a:solidFill>
                <a:latin typeface="Arial" pitchFamily="34" charset="0"/>
                <a:ea typeface="宋体" pitchFamily="2" charset="-122"/>
              </a:defRPr>
            </a:lvl6pPr>
            <a:lvl7pPr fontAlgn="base">
              <a:spcBef>
                <a:spcPct val="0"/>
              </a:spcBef>
              <a:spcAft>
                <a:spcPct val="0"/>
              </a:spcAft>
              <a:buFont typeface="Arial" pitchFamily="34" charset="0"/>
              <a:defRPr>
                <a:solidFill>
                  <a:schemeClr val="tx1"/>
                </a:solidFill>
                <a:latin typeface="Arial" pitchFamily="34" charset="0"/>
                <a:ea typeface="宋体" pitchFamily="2" charset="-122"/>
              </a:defRPr>
            </a:lvl7pPr>
            <a:lvl8pPr fontAlgn="base">
              <a:spcBef>
                <a:spcPct val="0"/>
              </a:spcBef>
              <a:spcAft>
                <a:spcPct val="0"/>
              </a:spcAft>
              <a:buFont typeface="Arial" pitchFamily="34" charset="0"/>
              <a:defRPr>
                <a:solidFill>
                  <a:schemeClr val="tx1"/>
                </a:solidFill>
                <a:latin typeface="Arial" pitchFamily="34" charset="0"/>
                <a:ea typeface="宋体" pitchFamily="2" charset="-122"/>
              </a:defRPr>
            </a:lvl8pPr>
            <a:lvl9pPr fontAlgn="base">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25000"/>
              </a:lnSpc>
            </a:pPr>
            <a:r>
              <a:rPr lang="en-US" altLang="zh-CN" sz="2000" b="1" dirty="0">
                <a:solidFill>
                  <a:srgbClr val="000000"/>
                </a:solidFill>
                <a:latin typeface="楷体" pitchFamily="49" charset="-122"/>
                <a:ea typeface="楷体" pitchFamily="49" charset="-122"/>
              </a:rPr>
              <a:t>1.</a:t>
            </a:r>
            <a:r>
              <a:rPr lang="zh-CN" altLang="en-US" sz="2000" b="1" dirty="0">
                <a:solidFill>
                  <a:srgbClr val="000000"/>
                </a:solidFill>
                <a:latin typeface="楷体" pitchFamily="49" charset="-122"/>
                <a:ea typeface="楷体" pitchFamily="49" charset="-122"/>
              </a:rPr>
              <a:t>评价以主客体的价值关系为认识对象</a:t>
            </a:r>
            <a:r>
              <a:rPr lang="zh-CN" altLang="en-US" sz="2000" b="1" dirty="0">
                <a:solidFill>
                  <a:srgbClr val="000000"/>
                </a:solidFill>
                <a:latin typeface="楷体_GB2312" pitchFamily="49" charset="-122"/>
                <a:ea typeface="楷体_GB2312" pitchFamily="49" charset="-122"/>
              </a:rPr>
              <a:t> </a:t>
            </a:r>
          </a:p>
        </p:txBody>
      </p:sp>
      <p:sp>
        <p:nvSpPr>
          <p:cNvPr id="36" name="文本框 723994"/>
          <p:cNvSpPr txBox="1">
            <a:spLocks noChangeArrowheads="1"/>
          </p:cNvSpPr>
          <p:nvPr/>
        </p:nvSpPr>
        <p:spPr bwMode="auto">
          <a:xfrm>
            <a:off x="1331640" y="4792015"/>
            <a:ext cx="5138421" cy="4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buFont typeface="Arial" pitchFamily="34" charset="0"/>
              <a:defRPr>
                <a:solidFill>
                  <a:schemeClr val="tx1"/>
                </a:solidFill>
                <a:latin typeface="Arial" pitchFamily="34" charset="0"/>
                <a:ea typeface="宋体" pitchFamily="2" charset="-122"/>
              </a:defRPr>
            </a:lvl6pPr>
            <a:lvl7pPr fontAlgn="base">
              <a:spcBef>
                <a:spcPct val="0"/>
              </a:spcBef>
              <a:spcAft>
                <a:spcPct val="0"/>
              </a:spcAft>
              <a:buFont typeface="Arial" pitchFamily="34" charset="0"/>
              <a:defRPr>
                <a:solidFill>
                  <a:schemeClr val="tx1"/>
                </a:solidFill>
                <a:latin typeface="Arial" pitchFamily="34" charset="0"/>
                <a:ea typeface="宋体" pitchFamily="2" charset="-122"/>
              </a:defRPr>
            </a:lvl7pPr>
            <a:lvl8pPr fontAlgn="base">
              <a:spcBef>
                <a:spcPct val="0"/>
              </a:spcBef>
              <a:spcAft>
                <a:spcPct val="0"/>
              </a:spcAft>
              <a:buFont typeface="Arial" pitchFamily="34" charset="0"/>
              <a:defRPr>
                <a:solidFill>
                  <a:schemeClr val="tx1"/>
                </a:solidFill>
                <a:latin typeface="Arial" pitchFamily="34" charset="0"/>
                <a:ea typeface="宋体" pitchFamily="2" charset="-122"/>
              </a:defRPr>
            </a:lvl8pPr>
            <a:lvl9pPr fontAlgn="base">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25000"/>
              </a:lnSpc>
            </a:pPr>
            <a:r>
              <a:rPr lang="en-US" altLang="zh-CN" sz="2000" b="1" dirty="0">
                <a:solidFill>
                  <a:srgbClr val="000000"/>
                </a:solidFill>
                <a:latin typeface="楷体" pitchFamily="49" charset="-122"/>
                <a:ea typeface="楷体" pitchFamily="49" charset="-122"/>
              </a:rPr>
              <a:t>2.</a:t>
            </a:r>
            <a:r>
              <a:rPr lang="zh-CN" altLang="en-US" sz="2000" b="1" dirty="0">
                <a:solidFill>
                  <a:srgbClr val="000000"/>
                </a:solidFill>
                <a:latin typeface="楷体" pitchFamily="49" charset="-122"/>
                <a:ea typeface="楷体" pitchFamily="49" charset="-122"/>
              </a:rPr>
              <a:t>评价结果与评价主体直接联系</a:t>
            </a:r>
            <a:r>
              <a:rPr lang="zh-CN" altLang="en-US" sz="2000" b="1" dirty="0">
                <a:solidFill>
                  <a:srgbClr val="000000"/>
                </a:solidFill>
                <a:latin typeface="楷体_GB2312" pitchFamily="49" charset="-122"/>
                <a:ea typeface="楷体_GB2312" pitchFamily="49" charset="-122"/>
              </a:rPr>
              <a:t> </a:t>
            </a:r>
          </a:p>
        </p:txBody>
      </p:sp>
      <p:sp>
        <p:nvSpPr>
          <p:cNvPr id="37" name="文本框 723997"/>
          <p:cNvSpPr txBox="1">
            <a:spLocks noChangeArrowheads="1"/>
          </p:cNvSpPr>
          <p:nvPr/>
        </p:nvSpPr>
        <p:spPr bwMode="auto">
          <a:xfrm>
            <a:off x="1331640" y="5128441"/>
            <a:ext cx="5378274" cy="424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buFont typeface="Arial" pitchFamily="34" charset="0"/>
              <a:defRPr>
                <a:solidFill>
                  <a:schemeClr val="tx1"/>
                </a:solidFill>
                <a:latin typeface="Arial" pitchFamily="34" charset="0"/>
                <a:ea typeface="宋体" pitchFamily="2" charset="-122"/>
              </a:defRPr>
            </a:lvl6pPr>
            <a:lvl7pPr fontAlgn="base">
              <a:spcBef>
                <a:spcPct val="0"/>
              </a:spcBef>
              <a:spcAft>
                <a:spcPct val="0"/>
              </a:spcAft>
              <a:buFont typeface="Arial" pitchFamily="34" charset="0"/>
              <a:defRPr>
                <a:solidFill>
                  <a:schemeClr val="tx1"/>
                </a:solidFill>
                <a:latin typeface="Arial" pitchFamily="34" charset="0"/>
                <a:ea typeface="宋体" pitchFamily="2" charset="-122"/>
              </a:defRPr>
            </a:lvl7pPr>
            <a:lvl8pPr fontAlgn="base">
              <a:spcBef>
                <a:spcPct val="0"/>
              </a:spcBef>
              <a:spcAft>
                <a:spcPct val="0"/>
              </a:spcAft>
              <a:buFont typeface="Arial" pitchFamily="34" charset="0"/>
              <a:defRPr>
                <a:solidFill>
                  <a:schemeClr val="tx1"/>
                </a:solidFill>
                <a:latin typeface="Arial" pitchFamily="34" charset="0"/>
                <a:ea typeface="宋体" pitchFamily="2" charset="-122"/>
              </a:defRPr>
            </a:lvl8pPr>
            <a:lvl9pPr fontAlgn="base">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25000"/>
              </a:lnSpc>
            </a:pPr>
            <a:r>
              <a:rPr lang="en-US" altLang="zh-CN" sz="2000" b="1" dirty="0">
                <a:solidFill>
                  <a:srgbClr val="000000"/>
                </a:solidFill>
                <a:latin typeface="楷体" pitchFamily="49" charset="-122"/>
                <a:ea typeface="楷体" pitchFamily="49" charset="-122"/>
              </a:rPr>
              <a:t>3.</a:t>
            </a:r>
            <a:r>
              <a:rPr lang="zh-CN" altLang="en-US" sz="2000" b="1" dirty="0">
                <a:solidFill>
                  <a:srgbClr val="000000"/>
                </a:solidFill>
                <a:latin typeface="楷体" pitchFamily="49" charset="-122"/>
                <a:ea typeface="楷体" pitchFamily="49" charset="-122"/>
              </a:rPr>
              <a:t>评价结果正确与否依赖于相关的知识性认识 </a:t>
            </a:r>
          </a:p>
        </p:txBody>
      </p:sp>
      <p:sp>
        <p:nvSpPr>
          <p:cNvPr id="38" name="文本框 760850"/>
          <p:cNvSpPr txBox="1">
            <a:spLocks noChangeArrowheads="1"/>
          </p:cNvSpPr>
          <p:nvPr/>
        </p:nvSpPr>
        <p:spPr bwMode="auto">
          <a:xfrm>
            <a:off x="1331640" y="5463776"/>
            <a:ext cx="5396041" cy="424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buFont typeface="Arial" pitchFamily="34" charset="0"/>
              <a:defRPr>
                <a:solidFill>
                  <a:schemeClr val="tx1"/>
                </a:solidFill>
                <a:latin typeface="Arial" pitchFamily="34" charset="0"/>
                <a:ea typeface="宋体" pitchFamily="2" charset="-122"/>
              </a:defRPr>
            </a:lvl6pPr>
            <a:lvl7pPr fontAlgn="base">
              <a:spcBef>
                <a:spcPct val="0"/>
              </a:spcBef>
              <a:spcAft>
                <a:spcPct val="0"/>
              </a:spcAft>
              <a:buFont typeface="Arial" pitchFamily="34" charset="0"/>
              <a:defRPr>
                <a:solidFill>
                  <a:schemeClr val="tx1"/>
                </a:solidFill>
                <a:latin typeface="Arial" pitchFamily="34" charset="0"/>
                <a:ea typeface="宋体" pitchFamily="2" charset="-122"/>
              </a:defRPr>
            </a:lvl7pPr>
            <a:lvl8pPr fontAlgn="base">
              <a:spcBef>
                <a:spcPct val="0"/>
              </a:spcBef>
              <a:spcAft>
                <a:spcPct val="0"/>
              </a:spcAft>
              <a:buFont typeface="Arial" pitchFamily="34" charset="0"/>
              <a:defRPr>
                <a:solidFill>
                  <a:schemeClr val="tx1"/>
                </a:solidFill>
                <a:latin typeface="Arial" pitchFamily="34" charset="0"/>
                <a:ea typeface="宋体" pitchFamily="2" charset="-122"/>
              </a:defRPr>
            </a:lvl8pPr>
            <a:lvl9pPr fontAlgn="base">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25000"/>
              </a:lnSpc>
            </a:pPr>
            <a:r>
              <a:rPr lang="en-US" altLang="zh-CN" sz="2000" b="1" dirty="0">
                <a:solidFill>
                  <a:srgbClr val="000000"/>
                </a:solidFill>
                <a:latin typeface="楷体" pitchFamily="49" charset="-122"/>
                <a:ea typeface="楷体" pitchFamily="49" charset="-122"/>
              </a:rPr>
              <a:t>4.</a:t>
            </a:r>
            <a:r>
              <a:rPr lang="zh-CN" altLang="en-US" sz="2000" b="1" dirty="0">
                <a:solidFill>
                  <a:srgbClr val="000000"/>
                </a:solidFill>
                <a:latin typeface="楷体" pitchFamily="49" charset="-122"/>
                <a:ea typeface="楷体" pitchFamily="49" charset="-122"/>
              </a:rPr>
              <a:t>价值评价有科学与非科学之别 </a:t>
            </a:r>
          </a:p>
        </p:txBody>
      </p:sp>
      <p:sp>
        <p:nvSpPr>
          <p:cNvPr id="7" name="矩形 6">
            <a:extLst>
              <a:ext uri="{FF2B5EF4-FFF2-40B4-BE49-F238E27FC236}">
                <a16:creationId xmlns:a16="http://schemas.microsoft.com/office/drawing/2014/main" id="{585DDF6A-38C7-3F7A-D128-13BD6F199B7B}"/>
              </a:ext>
            </a:extLst>
          </p:cNvPr>
          <p:cNvSpPr/>
          <p:nvPr/>
        </p:nvSpPr>
        <p:spPr>
          <a:xfrm>
            <a:off x="251521" y="268211"/>
            <a:ext cx="4746629" cy="540725"/>
          </a:xfrm>
          <a:prstGeom prst="rect">
            <a:avLst/>
          </a:prstGeom>
          <a:solidFill>
            <a:srgbClr val="CCECFF"/>
          </a:solidFill>
          <a:ln w="38100">
            <a:noFill/>
          </a:ln>
        </p:spPr>
        <p:txBody>
          <a:bodyPr wrap="square">
            <a:spAutoFit/>
          </a:bodyPr>
          <a:lstStyle/>
          <a:p>
            <a:pPr eaLnBrk="0" hangingPunct="0">
              <a:lnSpc>
                <a:spcPct val="120000"/>
              </a:lnSpc>
              <a:spcBef>
                <a:spcPct val="50000"/>
              </a:spcBef>
            </a:pPr>
            <a:r>
              <a:rPr lang="zh-CN" altLang="en-US" sz="2800" b="1" noProof="1">
                <a:solidFill>
                  <a:srgbClr val="FF0066"/>
                </a:solidFill>
                <a:latin typeface="宋体" panose="02010600030101010101" pitchFamily="2" charset="-122"/>
              </a:rPr>
              <a:t>三</a:t>
            </a:r>
            <a:r>
              <a:rPr lang="zh-CN" altLang="en-US" sz="2800" b="1" noProof="1">
                <a:solidFill>
                  <a:srgbClr val="FF0066"/>
                </a:solidFill>
                <a:latin typeface="宋体" panose="02010600030101010101" pitchFamily="2" charset="-122"/>
                <a:ea typeface="宋体" panose="02010600030101010101" pitchFamily="2" charset="-122"/>
              </a:rPr>
              <a:t>、真理</a:t>
            </a:r>
            <a:r>
              <a:rPr lang="zh-CN" altLang="en-US" sz="2800" b="1" noProof="1">
                <a:solidFill>
                  <a:srgbClr val="FF0066"/>
                </a:solidFill>
                <a:latin typeface="宋体" panose="02010600030101010101" pitchFamily="2" charset="-122"/>
              </a:rPr>
              <a:t>与价值的辩证统一</a:t>
            </a:r>
            <a:endParaRPr lang="zh-CN" altLang="en-US" sz="2800" b="1" noProof="1">
              <a:solidFill>
                <a:srgbClr val="FF0066"/>
              </a:solidFill>
              <a:latin typeface="宋体" panose="02010600030101010101" pitchFamily="2" charset="-122"/>
              <a:ea typeface="宋体" panose="02010600030101010101" pitchFamily="2" charset="-122"/>
            </a:endParaRPr>
          </a:p>
        </p:txBody>
      </p:sp>
      <p:sp>
        <p:nvSpPr>
          <p:cNvPr id="8" name="文本框 722964">
            <a:extLst>
              <a:ext uri="{FF2B5EF4-FFF2-40B4-BE49-F238E27FC236}">
                <a16:creationId xmlns:a16="http://schemas.microsoft.com/office/drawing/2014/main" id="{ECD0ABFE-046C-879C-1705-54B1C8EB7030}"/>
              </a:ext>
            </a:extLst>
          </p:cNvPr>
          <p:cNvSpPr txBox="1">
            <a:spLocks noChangeArrowheads="1"/>
          </p:cNvSpPr>
          <p:nvPr/>
        </p:nvSpPr>
        <p:spPr bwMode="auto">
          <a:xfrm>
            <a:off x="251389" y="2416186"/>
            <a:ext cx="8707638" cy="457818"/>
          </a:xfrm>
          <a:prstGeom prst="rect">
            <a:avLst/>
          </a:prstGeom>
          <a:solidFill>
            <a:srgbClr val="CCFFCC"/>
          </a:solidFill>
          <a:ln w="19050">
            <a:solidFill>
              <a:srgbClr val="FF3300"/>
            </a:solidFill>
            <a:miter lim="800000"/>
            <a:headEnd/>
            <a:tailEnd/>
          </a:ln>
        </p:spPr>
        <p:txBody>
          <a:bodyPr wrap="square">
            <a:spAutoFit/>
          </a:bodyPr>
          <a:lstStyle>
            <a:lvl1pPr>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buFont typeface="Arial" pitchFamily="34" charset="0"/>
              <a:defRPr>
                <a:solidFill>
                  <a:schemeClr val="tx1"/>
                </a:solidFill>
                <a:latin typeface="Arial" pitchFamily="34" charset="0"/>
                <a:ea typeface="宋体" pitchFamily="2" charset="-122"/>
              </a:defRPr>
            </a:lvl6pPr>
            <a:lvl7pPr fontAlgn="base">
              <a:spcBef>
                <a:spcPct val="0"/>
              </a:spcBef>
              <a:spcAft>
                <a:spcPct val="0"/>
              </a:spcAft>
              <a:buFont typeface="Arial" pitchFamily="34" charset="0"/>
              <a:defRPr>
                <a:solidFill>
                  <a:schemeClr val="tx1"/>
                </a:solidFill>
                <a:latin typeface="Arial" pitchFamily="34" charset="0"/>
                <a:ea typeface="宋体" pitchFamily="2" charset="-122"/>
              </a:defRPr>
            </a:lvl7pPr>
            <a:lvl8pPr fontAlgn="base">
              <a:spcBef>
                <a:spcPct val="0"/>
              </a:spcBef>
              <a:spcAft>
                <a:spcPct val="0"/>
              </a:spcAft>
              <a:buFont typeface="Arial" pitchFamily="34" charset="0"/>
              <a:defRPr>
                <a:solidFill>
                  <a:schemeClr val="tx1"/>
                </a:solidFill>
                <a:latin typeface="Arial" pitchFamily="34" charset="0"/>
                <a:ea typeface="宋体" pitchFamily="2" charset="-122"/>
              </a:defRPr>
            </a:lvl8pPr>
            <a:lvl9pPr fontAlgn="base">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25000"/>
              </a:lnSpc>
            </a:pPr>
            <a:r>
              <a:rPr lang="en-US" altLang="zh-CN" sz="2000" b="1" dirty="0">
                <a:solidFill>
                  <a:srgbClr val="3333FF"/>
                </a:solidFill>
                <a:latin typeface="华文行楷" pitchFamily="2" charset="-122"/>
                <a:ea typeface="华文行楷" pitchFamily="2" charset="-122"/>
              </a:rPr>
              <a:t>    </a:t>
            </a:r>
            <a:r>
              <a:rPr lang="zh-CN" altLang="en-US" b="1" dirty="0">
                <a:solidFill>
                  <a:srgbClr val="003399"/>
                </a:solidFill>
                <a:latin typeface="楷体" pitchFamily="49" charset="-122"/>
                <a:ea typeface="楷体" pitchFamily="49" charset="-122"/>
              </a:rPr>
              <a:t>价值具有主体性、客观性、多维性、社会历史性。</a:t>
            </a:r>
          </a:p>
        </p:txBody>
      </p:sp>
      <p:sp>
        <p:nvSpPr>
          <p:cNvPr id="9" name="矩形 723974">
            <a:extLst>
              <a:ext uri="{FF2B5EF4-FFF2-40B4-BE49-F238E27FC236}">
                <a16:creationId xmlns:a16="http://schemas.microsoft.com/office/drawing/2014/main" id="{71515618-6B37-5169-0F4A-6873FC843AE4}"/>
              </a:ext>
            </a:extLst>
          </p:cNvPr>
          <p:cNvSpPr>
            <a:spLocks noChangeArrowheads="1"/>
          </p:cNvSpPr>
          <p:nvPr/>
        </p:nvSpPr>
        <p:spPr bwMode="auto">
          <a:xfrm>
            <a:off x="251389" y="4654676"/>
            <a:ext cx="576063" cy="880562"/>
          </a:xfrm>
          <a:prstGeom prst="rect">
            <a:avLst/>
          </a:prstGeom>
          <a:solidFill>
            <a:srgbClr val="CCFFFF"/>
          </a:solidFill>
          <a:ln w="12700">
            <a:solidFill>
              <a:srgbClr val="FF3300"/>
            </a:solidFill>
            <a:miter lim="800000"/>
            <a:headEnd/>
            <a:tailEnd/>
          </a:ln>
        </p:spPr>
        <p:txBody>
          <a:bodyPr wrap="square">
            <a:spAutoFit/>
          </a:bodyPr>
          <a:lstStyle/>
          <a:p>
            <a:pPr>
              <a:lnSpc>
                <a:spcPct val="125000"/>
              </a:lnSpc>
            </a:pPr>
            <a:r>
              <a:rPr lang="zh-CN" altLang="en-US" sz="2200" b="1" dirty="0">
                <a:solidFill>
                  <a:srgbClr val="0000FF"/>
                </a:solidFill>
                <a:latin typeface="黑体" pitchFamily="49" charset="-122"/>
                <a:ea typeface="黑体" pitchFamily="49" charset="-122"/>
              </a:rPr>
              <a:t>特</a:t>
            </a:r>
            <a:endParaRPr lang="en-US" altLang="zh-CN" sz="2200" b="1" dirty="0">
              <a:solidFill>
                <a:srgbClr val="0000FF"/>
              </a:solidFill>
              <a:latin typeface="黑体" pitchFamily="49" charset="-122"/>
              <a:ea typeface="黑体" pitchFamily="49" charset="-122"/>
            </a:endParaRPr>
          </a:p>
          <a:p>
            <a:pPr>
              <a:lnSpc>
                <a:spcPct val="125000"/>
              </a:lnSpc>
            </a:pPr>
            <a:r>
              <a:rPr lang="zh-CN" altLang="en-US" sz="2200" b="1" dirty="0">
                <a:solidFill>
                  <a:srgbClr val="0000FF"/>
                </a:solidFill>
                <a:latin typeface="黑体" pitchFamily="49" charset="-122"/>
                <a:ea typeface="黑体" pitchFamily="49" charset="-122"/>
              </a:rPr>
              <a:t>点</a:t>
            </a:r>
            <a:endParaRPr lang="zh-CN" altLang="en-US" sz="2200" b="1" dirty="0">
              <a:solidFill>
                <a:schemeClr val="accent2"/>
              </a:solidFill>
              <a:latin typeface="黑体" pitchFamily="49" charset="-122"/>
              <a:ea typeface="黑体" pitchFamily="49" charset="-122"/>
            </a:endParaRPr>
          </a:p>
        </p:txBody>
      </p:sp>
    </p:spTree>
    <p:extLst>
      <p:ext uri="{BB962C8B-B14F-4D97-AF65-F5344CB8AC3E}">
        <p14:creationId xmlns:p14="http://schemas.microsoft.com/office/powerpoint/2010/main" val="33974600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64BF10D-0A41-4590-A7A7-F43FA54156B3}"/>
              </a:ext>
            </a:extLst>
          </p:cNvPr>
          <p:cNvSpPr/>
          <p:nvPr/>
        </p:nvSpPr>
        <p:spPr>
          <a:xfrm>
            <a:off x="428596" y="3571876"/>
            <a:ext cx="8225628" cy="1200329"/>
          </a:xfrm>
          <a:prstGeom prst="rect">
            <a:avLst/>
          </a:prstGeom>
          <a:solidFill>
            <a:schemeClr val="accent5">
              <a:lumMod val="90000"/>
            </a:schemeClr>
          </a:solidFill>
        </p:spPr>
        <p:txBody>
          <a:bodyPr wrap="square">
            <a:spAutoFit/>
          </a:bodyPr>
          <a:lstStyle/>
          <a:p>
            <a:pPr eaLnBrk="1" hangingPunct="1">
              <a:lnSpc>
                <a:spcPct val="90000"/>
              </a:lnSpc>
              <a:buFontTx/>
              <a:buNone/>
            </a:pPr>
            <a:r>
              <a:rPr lang="zh-CN" altLang="en-US" sz="2000" b="1" dirty="0">
                <a:solidFill>
                  <a:srgbClr val="000000"/>
                </a:solidFill>
                <a:latin typeface="楷体" panose="02010609060101010101" pitchFamily="49" charset="-122"/>
                <a:ea typeface="楷体" panose="02010609060101010101" pitchFamily="49" charset="-122"/>
              </a:rPr>
              <a:t>真理尺度：在实践中人们必须遵循正确反映客观事物本质和规律的真理。（客观真理） </a:t>
            </a:r>
          </a:p>
          <a:p>
            <a:pPr eaLnBrk="1" hangingPunct="1">
              <a:lnSpc>
                <a:spcPct val="90000"/>
              </a:lnSpc>
              <a:buFontTx/>
              <a:buNone/>
            </a:pPr>
            <a:r>
              <a:rPr lang="zh-CN" altLang="en-US" sz="2000" b="1" dirty="0">
                <a:solidFill>
                  <a:srgbClr val="000000"/>
                </a:solidFill>
                <a:latin typeface="楷体" panose="02010609060101010101" pitchFamily="49" charset="-122"/>
                <a:ea typeface="楷体" panose="02010609060101010101" pitchFamily="49" charset="-122"/>
              </a:rPr>
              <a:t>价值尺度：在实践中人们按照自己的尺度和需要去认识世界和改造世界。</a:t>
            </a:r>
            <a:endParaRPr lang="en-US" altLang="zh-CN" sz="2000" b="1" dirty="0">
              <a:solidFill>
                <a:srgbClr val="000000"/>
              </a:solidFill>
              <a:latin typeface="楷体" panose="02010609060101010101" pitchFamily="49" charset="-122"/>
              <a:ea typeface="楷体" panose="02010609060101010101" pitchFamily="49" charset="-122"/>
            </a:endParaRPr>
          </a:p>
          <a:p>
            <a:pPr eaLnBrk="1" hangingPunct="1">
              <a:lnSpc>
                <a:spcPct val="90000"/>
              </a:lnSpc>
              <a:buFontTx/>
              <a:buNone/>
            </a:pPr>
            <a:r>
              <a:rPr lang="zh-CN" altLang="en-US" sz="2000" b="1" dirty="0">
                <a:solidFill>
                  <a:srgbClr val="000000"/>
                </a:solidFill>
                <a:latin typeface="楷体" panose="02010609060101010101" pitchFamily="49" charset="-122"/>
                <a:ea typeface="楷体" panose="02010609060101010101" pitchFamily="49" charset="-122"/>
              </a:rPr>
              <a:t>（实践目标）       </a:t>
            </a:r>
          </a:p>
        </p:txBody>
      </p:sp>
      <p:sp>
        <p:nvSpPr>
          <p:cNvPr id="6" name="矩形 5">
            <a:extLst>
              <a:ext uri="{FF2B5EF4-FFF2-40B4-BE49-F238E27FC236}">
                <a16:creationId xmlns:a16="http://schemas.microsoft.com/office/drawing/2014/main" id="{FF06BA93-0F6D-4804-B877-3697F8D55272}"/>
              </a:ext>
            </a:extLst>
          </p:cNvPr>
          <p:cNvSpPr/>
          <p:nvPr/>
        </p:nvSpPr>
        <p:spPr>
          <a:xfrm>
            <a:off x="428596" y="4857760"/>
            <a:ext cx="8286808" cy="646331"/>
          </a:xfrm>
          <a:prstGeom prst="rect">
            <a:avLst/>
          </a:prstGeom>
          <a:solidFill>
            <a:schemeClr val="accent5">
              <a:lumMod val="90000"/>
            </a:schemeClr>
          </a:solidFill>
        </p:spPr>
        <p:txBody>
          <a:bodyPr wrap="square">
            <a:spAutoFit/>
          </a:bodyPr>
          <a:lstStyle/>
          <a:p>
            <a:pPr eaLnBrk="1" hangingPunct="1">
              <a:lnSpc>
                <a:spcPct val="90000"/>
              </a:lnSpc>
            </a:pPr>
            <a:r>
              <a:rPr lang="zh-CN" altLang="en-US" sz="2000" b="1" dirty="0">
                <a:solidFill>
                  <a:srgbClr val="000000"/>
                </a:solidFill>
                <a:latin typeface="楷体" panose="02010609060101010101" pitchFamily="49" charset="-122"/>
                <a:ea typeface="楷体" panose="02010609060101010101" pitchFamily="49" charset="-122"/>
              </a:rPr>
              <a:t>任何实践都是在这两种尺度的共同制约下进行的，任何成功的实践都是真理尺度和价值尺度的统一，是合规律性和合目的性的统一。</a:t>
            </a:r>
          </a:p>
        </p:txBody>
      </p:sp>
      <p:sp>
        <p:nvSpPr>
          <p:cNvPr id="8" name="矩形 7">
            <a:extLst>
              <a:ext uri="{FF2B5EF4-FFF2-40B4-BE49-F238E27FC236}">
                <a16:creationId xmlns:a16="http://schemas.microsoft.com/office/drawing/2014/main" id="{D8BD71D4-1D0F-4509-A87E-8F2719E59635}"/>
              </a:ext>
            </a:extLst>
          </p:cNvPr>
          <p:cNvSpPr/>
          <p:nvPr/>
        </p:nvSpPr>
        <p:spPr>
          <a:xfrm>
            <a:off x="428596" y="5572140"/>
            <a:ext cx="8286808" cy="923330"/>
          </a:xfrm>
          <a:prstGeom prst="rect">
            <a:avLst/>
          </a:prstGeom>
          <a:solidFill>
            <a:schemeClr val="accent5">
              <a:lumMod val="90000"/>
            </a:schemeClr>
          </a:solidFill>
        </p:spPr>
        <p:txBody>
          <a:bodyPr wrap="square">
            <a:spAutoFit/>
          </a:bodyPr>
          <a:lstStyle/>
          <a:p>
            <a:pPr eaLnBrk="1" hangingPunct="1"/>
            <a:r>
              <a:rPr lang="zh-CN" altLang="en-US" b="1" dirty="0">
                <a:solidFill>
                  <a:srgbClr val="000000"/>
                </a:solidFill>
                <a:latin typeface="楷体" panose="02010609060101010101" pitchFamily="49" charset="-122"/>
                <a:ea typeface="楷体" panose="02010609060101010101" pitchFamily="49" charset="-122"/>
              </a:rPr>
              <a:t>（</a:t>
            </a:r>
            <a:r>
              <a:rPr lang="en-US" altLang="zh-CN" b="1" dirty="0">
                <a:solidFill>
                  <a:srgbClr val="000000"/>
                </a:solidFill>
                <a:latin typeface="楷体" panose="02010609060101010101" pitchFamily="49" charset="-122"/>
                <a:ea typeface="楷体" panose="02010609060101010101" pitchFamily="49" charset="-122"/>
              </a:rPr>
              <a:t>1</a:t>
            </a:r>
            <a:r>
              <a:rPr lang="zh-CN" altLang="en-US" b="1" dirty="0">
                <a:solidFill>
                  <a:srgbClr val="000000"/>
                </a:solidFill>
                <a:latin typeface="楷体" panose="02010609060101010101" pitchFamily="49" charset="-122"/>
                <a:ea typeface="楷体" panose="02010609060101010101" pitchFamily="49" charset="-122"/>
              </a:rPr>
              <a:t>）价值尺度必须以真理为前提。脱离真理尺度，价值尺度就会偏离正确轨道。</a:t>
            </a:r>
          </a:p>
          <a:p>
            <a:pPr eaLnBrk="1" hangingPunct="1"/>
            <a:r>
              <a:rPr lang="zh-CN" altLang="en-US" b="1" dirty="0">
                <a:solidFill>
                  <a:srgbClr val="000000"/>
                </a:solidFill>
                <a:latin typeface="楷体" panose="02010609060101010101" pitchFamily="49" charset="-122"/>
                <a:ea typeface="楷体" panose="02010609060101010101" pitchFamily="49" charset="-122"/>
              </a:rPr>
              <a:t>（</a:t>
            </a:r>
            <a:r>
              <a:rPr lang="en-US" altLang="zh-CN" b="1" dirty="0">
                <a:solidFill>
                  <a:srgbClr val="000000"/>
                </a:solidFill>
                <a:latin typeface="楷体" panose="02010609060101010101" pitchFamily="49" charset="-122"/>
                <a:ea typeface="楷体" panose="02010609060101010101" pitchFamily="49" charset="-122"/>
              </a:rPr>
              <a:t>2</a:t>
            </a:r>
            <a:r>
              <a:rPr lang="zh-CN" altLang="en-US" b="1" dirty="0">
                <a:solidFill>
                  <a:srgbClr val="000000"/>
                </a:solidFill>
                <a:latin typeface="楷体" panose="02010609060101010101" pitchFamily="49" charset="-122"/>
                <a:ea typeface="楷体" panose="02010609060101010101" pitchFamily="49" charset="-122"/>
              </a:rPr>
              <a:t>）人类自身需要的内在尺度，推动着人们不断发展新的真理。脱离价值尺度，真理就会缺失主体意义。</a:t>
            </a:r>
          </a:p>
        </p:txBody>
      </p:sp>
      <p:sp>
        <p:nvSpPr>
          <p:cNvPr id="7" name="矩形 726024"/>
          <p:cNvSpPr>
            <a:spLocks noChangeArrowheads="1"/>
          </p:cNvSpPr>
          <p:nvPr/>
        </p:nvSpPr>
        <p:spPr bwMode="auto">
          <a:xfrm>
            <a:off x="428596" y="2928934"/>
            <a:ext cx="5472112" cy="457369"/>
          </a:xfrm>
          <a:prstGeom prst="rect">
            <a:avLst/>
          </a:prstGeom>
          <a:solidFill>
            <a:srgbClr val="CCFFFF"/>
          </a:solidFill>
          <a:ln w="12700">
            <a:solidFill>
              <a:srgbClr val="FF3300"/>
            </a:solidFill>
            <a:miter lim="800000"/>
            <a:headEnd/>
            <a:tailEnd/>
          </a:ln>
        </p:spPr>
        <p:txBody>
          <a:bodyPr>
            <a:spAutoFit/>
          </a:bodyPr>
          <a:lstStyle/>
          <a:p>
            <a:pPr>
              <a:lnSpc>
                <a:spcPct val="125000"/>
              </a:lnSpc>
            </a:pPr>
            <a:r>
              <a:rPr lang="zh-CN" altLang="en-US" sz="2200" b="1" dirty="0">
                <a:solidFill>
                  <a:srgbClr val="0000FF"/>
                </a:solidFill>
                <a:latin typeface="黑体" pitchFamily="49" charset="-122"/>
                <a:ea typeface="黑体" pitchFamily="49" charset="-122"/>
              </a:rPr>
              <a:t>（五）真理和价值在实践中的辩证统一</a:t>
            </a:r>
            <a:endParaRPr lang="zh-CN" altLang="en-US" sz="2200" b="1" dirty="0">
              <a:solidFill>
                <a:schemeClr val="accent2"/>
              </a:solidFill>
              <a:latin typeface="黑体" pitchFamily="49" charset="-122"/>
              <a:ea typeface="黑体" pitchFamily="49" charset="-122"/>
            </a:endParaRPr>
          </a:p>
        </p:txBody>
      </p:sp>
      <p:sp>
        <p:nvSpPr>
          <p:cNvPr id="9" name="矩形 764934"/>
          <p:cNvSpPr>
            <a:spLocks noChangeArrowheads="1"/>
          </p:cNvSpPr>
          <p:nvPr/>
        </p:nvSpPr>
        <p:spPr bwMode="auto">
          <a:xfrm>
            <a:off x="428596" y="1857364"/>
            <a:ext cx="8215370" cy="947743"/>
          </a:xfrm>
          <a:prstGeom prst="rect">
            <a:avLst/>
          </a:prstGeom>
          <a:solidFill>
            <a:srgbClr val="D9F2AC"/>
          </a:solidFill>
          <a:ln w="9525">
            <a:solidFill>
              <a:srgbClr val="FF9900"/>
            </a:solidFill>
            <a:miter lim="800000"/>
            <a:headEnd/>
            <a:tailEnd/>
          </a:ln>
        </p:spPr>
        <p:txBody>
          <a:bodyPr/>
          <a:lstStyle/>
          <a:p>
            <a:pPr>
              <a:lnSpc>
                <a:spcPct val="130000"/>
              </a:lnSpc>
              <a:spcBef>
                <a:spcPct val="20000"/>
              </a:spcBef>
            </a:pPr>
            <a:r>
              <a:rPr lang="zh-CN" altLang="en-US" sz="2400" b="1" dirty="0">
                <a:solidFill>
                  <a:srgbClr val="990000"/>
                </a:solidFill>
                <a:latin typeface="楷体" pitchFamily="49" charset="-122"/>
                <a:ea typeface="楷体" pitchFamily="49" charset="-122"/>
              </a:rPr>
              <a:t>社会主义核心价值观：</a:t>
            </a:r>
            <a:r>
              <a:rPr lang="zh-CN" altLang="en-US" sz="2000" b="1" dirty="0">
                <a:solidFill>
                  <a:srgbClr val="0000CC"/>
                </a:solidFill>
                <a:latin typeface="楷体" pitchFamily="49" charset="-122"/>
                <a:ea typeface="楷体" pitchFamily="49" charset="-122"/>
              </a:rPr>
              <a:t>富强、民主、文明、和谐</a:t>
            </a:r>
            <a:r>
              <a:rPr lang="zh-CN" altLang="en-US" sz="2000" b="1" dirty="0">
                <a:solidFill>
                  <a:srgbClr val="0000FF"/>
                </a:solidFill>
                <a:latin typeface="楷体" pitchFamily="49" charset="-122"/>
                <a:ea typeface="楷体" pitchFamily="49" charset="-122"/>
              </a:rPr>
              <a:t>；</a:t>
            </a:r>
            <a:r>
              <a:rPr lang="zh-CN" altLang="en-US" sz="2000" b="1" dirty="0">
                <a:solidFill>
                  <a:srgbClr val="0000CC"/>
                </a:solidFill>
                <a:latin typeface="楷体" pitchFamily="49" charset="-122"/>
                <a:ea typeface="楷体" pitchFamily="49" charset="-122"/>
              </a:rPr>
              <a:t>自由、平等、公正、法治</a:t>
            </a:r>
            <a:r>
              <a:rPr lang="zh-CN" altLang="en-US" sz="2000" b="1" dirty="0">
                <a:solidFill>
                  <a:srgbClr val="0000FF"/>
                </a:solidFill>
                <a:latin typeface="楷体" pitchFamily="49" charset="-122"/>
                <a:ea typeface="楷体" pitchFamily="49" charset="-122"/>
              </a:rPr>
              <a:t>；</a:t>
            </a:r>
            <a:r>
              <a:rPr lang="zh-CN" altLang="en-US" sz="2000" b="1" dirty="0">
                <a:solidFill>
                  <a:srgbClr val="0000CC"/>
                </a:solidFill>
                <a:latin typeface="楷体" pitchFamily="49" charset="-122"/>
                <a:ea typeface="楷体" pitchFamily="49" charset="-122"/>
              </a:rPr>
              <a:t>爱国、敬业、诚信、友善。</a:t>
            </a:r>
            <a:endParaRPr lang="zh-CN" altLang="en-US" sz="2000" b="1" dirty="0">
              <a:solidFill>
                <a:srgbClr val="990000"/>
              </a:solidFill>
              <a:latin typeface="楷体" pitchFamily="49" charset="-122"/>
              <a:ea typeface="楷体" pitchFamily="49" charset="-122"/>
            </a:endParaRPr>
          </a:p>
        </p:txBody>
      </p:sp>
      <p:sp>
        <p:nvSpPr>
          <p:cNvPr id="10" name="文本框 764935"/>
          <p:cNvSpPr txBox="1">
            <a:spLocks noChangeArrowheads="1"/>
          </p:cNvSpPr>
          <p:nvPr/>
        </p:nvSpPr>
        <p:spPr bwMode="auto">
          <a:xfrm>
            <a:off x="428596" y="928670"/>
            <a:ext cx="8215370" cy="885820"/>
          </a:xfrm>
          <a:prstGeom prst="rect">
            <a:avLst/>
          </a:prstGeom>
          <a:solidFill>
            <a:srgbClr val="FFFF99"/>
          </a:solidFill>
          <a:ln w="28575">
            <a:solidFill>
              <a:srgbClr val="FF3300"/>
            </a:solidFill>
            <a:miter lim="800000"/>
            <a:headEnd/>
            <a:tailEnd/>
          </a:ln>
        </p:spPr>
        <p:txBody>
          <a:bodyPr wrap="square">
            <a:spAutoFit/>
          </a:bodyPr>
          <a:lstStyle>
            <a:lvl1pPr>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buFont typeface="Arial" pitchFamily="34" charset="0"/>
              <a:defRPr>
                <a:solidFill>
                  <a:schemeClr val="tx1"/>
                </a:solidFill>
                <a:latin typeface="Arial" pitchFamily="34" charset="0"/>
                <a:ea typeface="宋体" pitchFamily="2" charset="-122"/>
              </a:defRPr>
            </a:lvl6pPr>
            <a:lvl7pPr fontAlgn="base">
              <a:spcBef>
                <a:spcPct val="0"/>
              </a:spcBef>
              <a:spcAft>
                <a:spcPct val="0"/>
              </a:spcAft>
              <a:buFont typeface="Arial" pitchFamily="34" charset="0"/>
              <a:defRPr>
                <a:solidFill>
                  <a:schemeClr val="tx1"/>
                </a:solidFill>
                <a:latin typeface="Arial" pitchFamily="34" charset="0"/>
                <a:ea typeface="宋体" pitchFamily="2" charset="-122"/>
              </a:defRPr>
            </a:lvl7pPr>
            <a:lvl8pPr fontAlgn="base">
              <a:spcBef>
                <a:spcPct val="0"/>
              </a:spcBef>
              <a:spcAft>
                <a:spcPct val="0"/>
              </a:spcAft>
              <a:buFont typeface="Arial" pitchFamily="34" charset="0"/>
              <a:defRPr>
                <a:solidFill>
                  <a:schemeClr val="tx1"/>
                </a:solidFill>
                <a:latin typeface="Arial" pitchFamily="34" charset="0"/>
                <a:ea typeface="宋体" pitchFamily="2" charset="-122"/>
              </a:defRPr>
            </a:lvl8pPr>
            <a:lvl9pPr fontAlgn="base">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25000"/>
              </a:lnSpc>
            </a:pPr>
            <a:r>
              <a:rPr lang="en-US" altLang="zh-CN" sz="2000" b="1" dirty="0">
                <a:solidFill>
                  <a:srgbClr val="3333FF"/>
                </a:solidFill>
                <a:latin typeface="华文行楷" pitchFamily="2" charset="-122"/>
                <a:ea typeface="华文行楷" pitchFamily="2" charset="-122"/>
              </a:rPr>
              <a:t> </a:t>
            </a:r>
            <a:r>
              <a:rPr lang="zh-CN" altLang="en-US" sz="2400" b="1" dirty="0">
                <a:solidFill>
                  <a:srgbClr val="990000"/>
                </a:solidFill>
                <a:latin typeface="楷体" pitchFamily="49" charset="-122"/>
                <a:ea typeface="楷体" pitchFamily="49" charset="-122"/>
              </a:rPr>
              <a:t>价值观：</a:t>
            </a:r>
            <a:r>
              <a:rPr lang="zh-CN" altLang="en-US" sz="2000" b="1" dirty="0">
                <a:solidFill>
                  <a:srgbClr val="003399"/>
                </a:solidFill>
                <a:latin typeface="楷体" pitchFamily="49" charset="-122"/>
                <a:ea typeface="楷体" pitchFamily="49" charset="-122"/>
              </a:rPr>
              <a:t>人们关于价值本质的认识以及对人和事物的评价标准、评价原则和评价方法的观点的体系。</a:t>
            </a:r>
          </a:p>
        </p:txBody>
      </p:sp>
      <p:sp>
        <p:nvSpPr>
          <p:cNvPr id="11" name="矩形 724999"/>
          <p:cNvSpPr>
            <a:spLocks noChangeArrowheads="1"/>
          </p:cNvSpPr>
          <p:nvPr/>
        </p:nvSpPr>
        <p:spPr bwMode="auto">
          <a:xfrm>
            <a:off x="428596" y="285728"/>
            <a:ext cx="4357718" cy="457369"/>
          </a:xfrm>
          <a:prstGeom prst="rect">
            <a:avLst/>
          </a:prstGeom>
          <a:solidFill>
            <a:srgbClr val="CCFFFF"/>
          </a:solidFill>
          <a:ln w="12700">
            <a:solidFill>
              <a:srgbClr val="FF3300"/>
            </a:solidFill>
            <a:miter lim="800000"/>
            <a:headEnd/>
            <a:tailEnd/>
          </a:ln>
        </p:spPr>
        <p:txBody>
          <a:bodyPr wrap="square">
            <a:spAutoFit/>
          </a:bodyPr>
          <a:lstStyle/>
          <a:p>
            <a:pPr>
              <a:lnSpc>
                <a:spcPct val="125000"/>
              </a:lnSpc>
            </a:pPr>
            <a:r>
              <a:rPr lang="zh-CN" altLang="en-US" sz="2200" b="1" dirty="0">
                <a:solidFill>
                  <a:srgbClr val="0000FF"/>
                </a:solidFill>
                <a:latin typeface="黑体" panose="02010609060101010101" pitchFamily="49" charset="-122"/>
                <a:ea typeface="黑体" panose="02010609060101010101" pitchFamily="49" charset="-122"/>
              </a:rPr>
              <a:t>（四）价值观与核心价值观</a:t>
            </a:r>
            <a:endParaRPr lang="zh-CN" altLang="en-US" sz="2200" b="1" dirty="0">
              <a:solidFill>
                <a:schemeClr val="accent2"/>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552076732"/>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801795"/>
          <p:cNvSpPr/>
          <p:nvPr/>
        </p:nvSpPr>
        <p:spPr>
          <a:xfrm>
            <a:off x="714348" y="2857496"/>
            <a:ext cx="7715304" cy="2469907"/>
          </a:xfrm>
          <a:prstGeom prst="rect">
            <a:avLst/>
          </a:prstGeom>
          <a:solidFill>
            <a:schemeClr val="accent5">
              <a:lumMod val="90000"/>
            </a:schemeClr>
          </a:solidFill>
          <a:ln w="9525">
            <a:noFill/>
          </a:ln>
        </p:spPr>
        <p:txBody>
          <a:bodyPr wrap="square">
            <a:spAutoFit/>
          </a:bodyPr>
          <a:lstStyle/>
          <a:p>
            <a:pPr>
              <a:lnSpc>
                <a:spcPct val="125000"/>
              </a:lnSpc>
            </a:pPr>
            <a:r>
              <a:rPr lang="zh-CN" altLang="en-US" sz="3200" b="1" noProof="1">
                <a:latin typeface="楷体" pitchFamily="49" charset="-122"/>
                <a:ea typeface="楷体" pitchFamily="49" charset="-122"/>
                <a:cs typeface="幼圆" panose="02010509060101010101" pitchFamily="49" charset="-122"/>
              </a:rPr>
              <a:t>一、认识世界的根本目的在于改造世界</a:t>
            </a:r>
          </a:p>
          <a:p>
            <a:pPr>
              <a:lnSpc>
                <a:spcPct val="125000"/>
              </a:lnSpc>
            </a:pPr>
            <a:r>
              <a:rPr lang="zh-CN" altLang="en-US" sz="3200" b="1" noProof="1">
                <a:latin typeface="楷体" pitchFamily="49" charset="-122"/>
                <a:ea typeface="楷体" pitchFamily="49" charset="-122"/>
                <a:cs typeface="幼圆" panose="02010509060101010101" pitchFamily="49" charset="-122"/>
              </a:rPr>
              <a:t>二、一切从实际出发</a:t>
            </a:r>
            <a:r>
              <a:rPr lang="en-US" altLang="zh-CN" sz="3200" b="1" noProof="1">
                <a:latin typeface="楷体" pitchFamily="49" charset="-122"/>
                <a:ea typeface="楷体" pitchFamily="49" charset="-122"/>
                <a:cs typeface="幼圆" panose="02010509060101010101" pitchFamily="49" charset="-122"/>
              </a:rPr>
              <a:t>,</a:t>
            </a:r>
            <a:r>
              <a:rPr lang="zh-CN" altLang="en-US" sz="3200" b="1" noProof="1">
                <a:latin typeface="楷体" pitchFamily="49" charset="-122"/>
                <a:ea typeface="楷体" pitchFamily="49" charset="-122"/>
                <a:cs typeface="幼圆" panose="02010509060101010101" pitchFamily="49" charset="-122"/>
              </a:rPr>
              <a:t>实事求是</a:t>
            </a:r>
          </a:p>
          <a:p>
            <a:pPr>
              <a:lnSpc>
                <a:spcPct val="125000"/>
              </a:lnSpc>
            </a:pPr>
            <a:r>
              <a:rPr lang="zh-CN" altLang="en-US" sz="3200" b="1" noProof="1">
                <a:latin typeface="楷体" pitchFamily="49" charset="-122"/>
                <a:ea typeface="楷体" pitchFamily="49" charset="-122"/>
                <a:cs typeface="幼圆" panose="02010509060101010101" pitchFamily="49" charset="-122"/>
              </a:rPr>
              <a:t>三、坚持守正创新，实现理论创新和实践创新的良性互动</a:t>
            </a:r>
          </a:p>
        </p:txBody>
      </p:sp>
      <p:sp>
        <p:nvSpPr>
          <p:cNvPr id="5" name="矩形 698373"/>
          <p:cNvSpPr>
            <a:spLocks noChangeArrowheads="1"/>
          </p:cNvSpPr>
          <p:nvPr/>
        </p:nvSpPr>
        <p:spPr bwMode="auto">
          <a:xfrm>
            <a:off x="428596" y="1142984"/>
            <a:ext cx="8153400" cy="888705"/>
          </a:xfrm>
          <a:prstGeom prst="rect">
            <a:avLst/>
          </a:prstGeom>
          <a:noFill/>
          <a:ln w="9525">
            <a:noFill/>
            <a:miter lim="800000"/>
            <a:headEnd/>
            <a:tailEnd/>
          </a:ln>
        </p:spPr>
        <p:txBody>
          <a:bodyPr wrap="square">
            <a:spAutoFit/>
          </a:bodyPr>
          <a:lstStyle/>
          <a:p>
            <a:pPr algn="ctr" eaLnBrk="1" hangingPunct="1">
              <a:lnSpc>
                <a:spcPct val="125000"/>
              </a:lnSpc>
            </a:pPr>
            <a:r>
              <a:rPr lang="zh-CN" altLang="en-US" sz="4800" b="1" noProof="1">
                <a:solidFill>
                  <a:srgbClr val="000000"/>
                </a:solidFill>
                <a:latin typeface="楷体" pitchFamily="49" charset="-122"/>
                <a:ea typeface="楷体" pitchFamily="49" charset="-122"/>
              </a:rPr>
              <a:t>第三节 认识世界和改造世界</a:t>
            </a:r>
            <a:endParaRPr lang="en-US" altLang="zh-CN" sz="4800" b="1" noProof="1">
              <a:solidFill>
                <a:srgbClr val="000000"/>
              </a:solidFill>
              <a:latin typeface="楷体" pitchFamily="49" charset="-122"/>
              <a:ea typeface="楷体" pitchFamily="49" charset="-122"/>
            </a:endParaRPr>
          </a:p>
        </p:txBody>
      </p:sp>
    </p:spTree>
    <p:extLst>
      <p:ext uri="{BB962C8B-B14F-4D97-AF65-F5344CB8AC3E}">
        <p14:creationId xmlns:p14="http://schemas.microsoft.com/office/powerpoint/2010/main" val="3367705131"/>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矩形 850945"/>
          <p:cNvSpPr>
            <a:spLocks noChangeArrowheads="1"/>
          </p:cNvSpPr>
          <p:nvPr/>
        </p:nvSpPr>
        <p:spPr bwMode="auto">
          <a:xfrm>
            <a:off x="5075239" y="1784101"/>
            <a:ext cx="3922713" cy="2797027"/>
          </a:xfrm>
          <a:prstGeom prst="rect">
            <a:avLst/>
          </a:prstGeom>
          <a:solidFill>
            <a:srgbClr val="D9F2AC"/>
          </a:solidFill>
          <a:ln w="9525">
            <a:solidFill>
              <a:srgbClr val="FF9900"/>
            </a:solidFill>
            <a:miter lim="800000"/>
            <a:headEnd/>
            <a:tailEnd/>
          </a:ln>
        </p:spPr>
        <p:txBody>
          <a:bodyPr/>
          <a:lstStyle/>
          <a:p>
            <a:pPr>
              <a:lnSpc>
                <a:spcPct val="125000"/>
              </a:lnSpc>
              <a:spcBef>
                <a:spcPct val="20000"/>
              </a:spcBef>
            </a:pPr>
            <a:r>
              <a:rPr lang="en-US" altLang="zh-CN" sz="2000" b="1" dirty="0">
                <a:solidFill>
                  <a:srgbClr val="990000"/>
                </a:solidFill>
                <a:latin typeface="楷体" pitchFamily="49" charset="-122"/>
                <a:ea typeface="楷体" pitchFamily="49" charset="-122"/>
              </a:rPr>
              <a:t>- </a:t>
            </a:r>
            <a:r>
              <a:rPr lang="zh-CN" altLang="en-US" sz="2000" b="1" dirty="0">
                <a:solidFill>
                  <a:srgbClr val="990000"/>
                </a:solidFill>
                <a:latin typeface="楷体" pitchFamily="49" charset="-122"/>
                <a:ea typeface="楷体" pitchFamily="49" charset="-122"/>
              </a:rPr>
              <a:t>认识世界和改造世界是相互依赖、相互制约、辩证统一的</a:t>
            </a:r>
          </a:p>
          <a:p>
            <a:pPr>
              <a:lnSpc>
                <a:spcPct val="125000"/>
              </a:lnSpc>
              <a:spcBef>
                <a:spcPct val="20000"/>
              </a:spcBef>
            </a:pPr>
            <a:r>
              <a:rPr lang="en-US" altLang="zh-CN" sz="2000" b="1" dirty="0">
                <a:solidFill>
                  <a:srgbClr val="990000"/>
                </a:solidFill>
                <a:latin typeface="楷体" pitchFamily="49" charset="-122"/>
                <a:ea typeface="楷体" pitchFamily="49" charset="-122"/>
              </a:rPr>
              <a:t>- </a:t>
            </a:r>
            <a:r>
              <a:rPr lang="zh-CN" altLang="en-US" sz="2000" b="1" dirty="0">
                <a:solidFill>
                  <a:srgbClr val="990000"/>
                </a:solidFill>
                <a:latin typeface="楷体" pitchFamily="49" charset="-122"/>
                <a:ea typeface="楷体" pitchFamily="49" charset="-122"/>
              </a:rPr>
              <a:t>认识世界和改造世界的过程，是认识和改造客观世界的过程，也是认识和改造主观世界的过程</a:t>
            </a:r>
          </a:p>
          <a:p>
            <a:pPr>
              <a:lnSpc>
                <a:spcPct val="125000"/>
              </a:lnSpc>
              <a:spcBef>
                <a:spcPct val="20000"/>
              </a:spcBef>
            </a:pPr>
            <a:r>
              <a:rPr lang="en-US" altLang="zh-CN" sz="2000" b="1" dirty="0">
                <a:solidFill>
                  <a:srgbClr val="990000"/>
                </a:solidFill>
                <a:latin typeface="楷体" pitchFamily="49" charset="-122"/>
                <a:ea typeface="楷体" pitchFamily="49" charset="-122"/>
              </a:rPr>
              <a:t>- </a:t>
            </a:r>
            <a:r>
              <a:rPr lang="zh-CN" altLang="en-US" sz="2000" b="1" dirty="0">
                <a:solidFill>
                  <a:srgbClr val="990000"/>
                </a:solidFill>
                <a:latin typeface="楷体" pitchFamily="49" charset="-122"/>
                <a:ea typeface="楷体" pitchFamily="49" charset="-122"/>
              </a:rPr>
              <a:t>认识世界和改造世界是一个充满矛盾的过程</a:t>
            </a:r>
          </a:p>
        </p:txBody>
      </p:sp>
      <p:sp>
        <p:nvSpPr>
          <p:cNvPr id="77828" name="文本框 850959"/>
          <p:cNvSpPr txBox="1">
            <a:spLocks noChangeArrowheads="1"/>
          </p:cNvSpPr>
          <p:nvPr/>
        </p:nvSpPr>
        <p:spPr bwMode="auto">
          <a:xfrm>
            <a:off x="500034" y="1786630"/>
            <a:ext cx="4000528" cy="2785378"/>
          </a:xfrm>
          <a:prstGeom prst="rect">
            <a:avLst/>
          </a:prstGeom>
          <a:solidFill>
            <a:srgbClr val="FFFF99"/>
          </a:solidFill>
          <a:ln w="28575">
            <a:solidFill>
              <a:srgbClr val="FF3300"/>
            </a:solidFill>
            <a:miter lim="800000"/>
            <a:headEnd/>
            <a:tailEnd/>
          </a:ln>
        </p:spPr>
        <p:txBody>
          <a:bodyPr wrap="square">
            <a:spAutoFit/>
          </a:bodyPr>
          <a:lstStyle>
            <a:lvl1pPr>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buFont typeface="Arial" pitchFamily="34" charset="0"/>
              <a:defRPr>
                <a:solidFill>
                  <a:schemeClr val="tx1"/>
                </a:solidFill>
                <a:latin typeface="Arial" pitchFamily="34" charset="0"/>
                <a:ea typeface="宋体" pitchFamily="2" charset="-122"/>
              </a:defRPr>
            </a:lvl6pPr>
            <a:lvl7pPr fontAlgn="base">
              <a:spcBef>
                <a:spcPct val="0"/>
              </a:spcBef>
              <a:spcAft>
                <a:spcPct val="0"/>
              </a:spcAft>
              <a:buFont typeface="Arial" pitchFamily="34" charset="0"/>
              <a:defRPr>
                <a:solidFill>
                  <a:schemeClr val="tx1"/>
                </a:solidFill>
                <a:latin typeface="Arial" pitchFamily="34" charset="0"/>
                <a:ea typeface="宋体" pitchFamily="2" charset="-122"/>
              </a:defRPr>
            </a:lvl7pPr>
            <a:lvl8pPr fontAlgn="base">
              <a:spcBef>
                <a:spcPct val="0"/>
              </a:spcBef>
              <a:spcAft>
                <a:spcPct val="0"/>
              </a:spcAft>
              <a:buFont typeface="Arial" pitchFamily="34" charset="0"/>
              <a:defRPr>
                <a:solidFill>
                  <a:schemeClr val="tx1"/>
                </a:solidFill>
                <a:latin typeface="Arial" pitchFamily="34" charset="0"/>
                <a:ea typeface="宋体" pitchFamily="2" charset="-122"/>
              </a:defRPr>
            </a:lvl8pPr>
            <a:lvl9pPr fontAlgn="base">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25000"/>
              </a:lnSpc>
            </a:pPr>
            <a:r>
              <a:rPr lang="en-US" altLang="zh-CN" sz="2000" b="1" dirty="0">
                <a:solidFill>
                  <a:srgbClr val="3333FF"/>
                </a:solidFill>
                <a:latin typeface="华文行楷" pitchFamily="2" charset="-122"/>
                <a:ea typeface="华文行楷" pitchFamily="2" charset="-122"/>
              </a:rPr>
              <a:t> </a:t>
            </a:r>
            <a:r>
              <a:rPr lang="zh-CN" altLang="en-US" sz="2000" b="1" dirty="0">
                <a:solidFill>
                  <a:srgbClr val="FF0000"/>
                </a:solidFill>
                <a:latin typeface="幼圆" pitchFamily="49" charset="-122"/>
                <a:ea typeface="幼圆" pitchFamily="49" charset="-122"/>
              </a:rPr>
              <a:t>认识世界</a:t>
            </a:r>
            <a:r>
              <a:rPr lang="zh-CN" altLang="en-US" sz="2000" b="1" dirty="0">
                <a:solidFill>
                  <a:srgbClr val="003399"/>
                </a:solidFill>
                <a:latin typeface="楷体_GB2312" pitchFamily="49" charset="-122"/>
                <a:ea typeface="楷体_GB2312" pitchFamily="49" charset="-122"/>
              </a:rPr>
              <a:t>：</a:t>
            </a:r>
            <a:r>
              <a:rPr lang="zh-CN" altLang="en-US" sz="2000" b="1" dirty="0">
                <a:solidFill>
                  <a:srgbClr val="003399"/>
                </a:solidFill>
                <a:latin typeface="楷体" pitchFamily="49" charset="-122"/>
                <a:ea typeface="楷体" pitchFamily="49" charset="-122"/>
              </a:rPr>
              <a:t>主体能动地反映客体，获得关于事物本质和发展规律的科学认识，探索和掌握真理。</a:t>
            </a:r>
          </a:p>
          <a:p>
            <a:pPr>
              <a:lnSpc>
                <a:spcPct val="125000"/>
              </a:lnSpc>
            </a:pPr>
            <a:r>
              <a:rPr lang="zh-CN" altLang="en-US" sz="2000" b="1" dirty="0">
                <a:solidFill>
                  <a:srgbClr val="003399"/>
                </a:solidFill>
                <a:latin typeface="幼圆" pitchFamily="49" charset="-122"/>
                <a:ea typeface="楷体_GB2312" pitchFamily="49" charset="-122"/>
              </a:rPr>
              <a:t> </a:t>
            </a:r>
            <a:r>
              <a:rPr lang="zh-CN" altLang="en-US" sz="2000" b="1" dirty="0">
                <a:solidFill>
                  <a:srgbClr val="FF0000"/>
                </a:solidFill>
                <a:latin typeface="幼圆" pitchFamily="49" charset="-122"/>
                <a:ea typeface="幼圆" pitchFamily="49" charset="-122"/>
              </a:rPr>
              <a:t>改造世界</a:t>
            </a:r>
            <a:r>
              <a:rPr lang="zh-CN" altLang="en-US" sz="2000" b="1" dirty="0">
                <a:solidFill>
                  <a:srgbClr val="003399"/>
                </a:solidFill>
                <a:latin typeface="楷体_GB2312" pitchFamily="49" charset="-122"/>
                <a:ea typeface="楷体_GB2312" pitchFamily="49" charset="-122"/>
              </a:rPr>
              <a:t>：</a:t>
            </a:r>
            <a:r>
              <a:rPr lang="zh-CN" altLang="en-US" sz="2000" b="1" dirty="0">
                <a:solidFill>
                  <a:srgbClr val="003399"/>
                </a:solidFill>
                <a:latin typeface="楷体" pitchFamily="49" charset="-122"/>
                <a:ea typeface="楷体" pitchFamily="49" charset="-122"/>
              </a:rPr>
              <a:t>人类按照有利于自己生存和发展的需要，改变事物的现存形式，创造自己的理想世界和生活方式。</a:t>
            </a:r>
          </a:p>
        </p:txBody>
      </p:sp>
      <p:sp>
        <p:nvSpPr>
          <p:cNvPr id="77829" name="矩形 850960"/>
          <p:cNvSpPr>
            <a:spLocks noChangeArrowheads="1" noChangeShapeType="1" noTextEdit="1"/>
          </p:cNvSpPr>
          <p:nvPr/>
        </p:nvSpPr>
        <p:spPr bwMode="auto">
          <a:xfrm rot="5400000">
            <a:off x="-460382" y="2940119"/>
            <a:ext cx="1500198" cy="287338"/>
          </a:xfrm>
          <a:prstGeom prst="rect">
            <a:avLst/>
          </a:prstGeom>
          <a:extLst>
            <a:ext uri="{91240B29-F687-4F45-9708-019B960494DF}">
              <a14:hiddenLine xmlns:a14="http://schemas.microsoft.com/office/drawing/2010/main" w="9525">
                <a:noFill/>
                <a:round/>
                <a:headEnd/>
                <a:tailEnd/>
              </a14:hiddenLine>
            </a:ext>
          </a:extLst>
        </p:spPr>
        <p:txBody>
          <a:bodyPr vert="eaVert" wrap="none" fromWordArt="1">
            <a:prstTxWarp prst="textPlain">
              <a:avLst>
                <a:gd name="adj" fmla="val 50000"/>
              </a:avLst>
            </a:prstTxWarp>
            <a:scene3d>
              <a:camera prst="legacyPerspectiveFront">
                <a:rot lat="20639999" lon="20699999" rev="0"/>
              </a:camera>
              <a:lightRig rig="legacyNormal3" dir="l"/>
            </a:scene3d>
            <a:sp3d extrusionH="201600" prstMaterial="legacyPlastic">
              <a:extrusionClr>
                <a:srgbClr val="FF9966"/>
              </a:extrusionClr>
            </a:sp3d>
          </a:bodyPr>
          <a:lstStyle/>
          <a:p>
            <a:pPr algn="ctr" fontAlgn="auto"/>
            <a:r>
              <a:rPr lang="zh-CN" altLang="en-US" sz="3600" dirty="0">
                <a:solidFill>
                  <a:srgbClr val="CC0000"/>
                </a:solidFill>
                <a:latin typeface="宋体"/>
                <a:ea typeface="宋体"/>
              </a:rPr>
              <a:t>涵  义</a:t>
            </a:r>
          </a:p>
        </p:txBody>
      </p:sp>
      <p:sp>
        <p:nvSpPr>
          <p:cNvPr id="77830" name="矩形 850962"/>
          <p:cNvSpPr>
            <a:spLocks noChangeArrowheads="1" noChangeShapeType="1" noTextEdit="1"/>
          </p:cNvSpPr>
          <p:nvPr/>
        </p:nvSpPr>
        <p:spPr bwMode="auto">
          <a:xfrm rot="5400000">
            <a:off x="4038942" y="2939326"/>
            <a:ext cx="1643073" cy="288925"/>
          </a:xfrm>
          <a:prstGeom prst="rect">
            <a:avLst/>
          </a:prstGeom>
          <a:extLst>
            <a:ext uri="{91240B29-F687-4F45-9708-019B960494DF}">
              <a14:hiddenLine xmlns:a14="http://schemas.microsoft.com/office/drawing/2010/main" w="9525">
                <a:noFill/>
                <a:round/>
                <a:headEnd/>
                <a:tailEnd/>
              </a14:hiddenLine>
            </a:ext>
          </a:extLst>
        </p:spPr>
        <p:txBody>
          <a:bodyPr vert="eaVert" wrap="none" fromWordArt="1">
            <a:prstTxWarp prst="textPlain">
              <a:avLst>
                <a:gd name="adj" fmla="val 50000"/>
              </a:avLst>
            </a:prstTxWarp>
            <a:scene3d>
              <a:camera prst="legacyPerspectiveFront">
                <a:rot lat="20639999" lon="20699999" rev="0"/>
              </a:camera>
              <a:lightRig rig="legacyNormal3" dir="l"/>
            </a:scene3d>
            <a:sp3d extrusionH="201600" prstMaterial="legacyPlastic">
              <a:extrusionClr>
                <a:srgbClr val="FF9966"/>
              </a:extrusionClr>
            </a:sp3d>
          </a:bodyPr>
          <a:lstStyle/>
          <a:p>
            <a:pPr algn="ctr" fontAlgn="auto"/>
            <a:r>
              <a:rPr lang="zh-CN" altLang="en-US" sz="3600" dirty="0">
                <a:solidFill>
                  <a:srgbClr val="CC0000"/>
                </a:solidFill>
                <a:latin typeface="宋体"/>
                <a:ea typeface="宋体"/>
              </a:rPr>
              <a:t>辩证关系</a:t>
            </a:r>
          </a:p>
        </p:txBody>
      </p:sp>
      <p:sp>
        <p:nvSpPr>
          <p:cNvPr id="77838" name="矩形 723974"/>
          <p:cNvSpPr>
            <a:spLocks noChangeArrowheads="1"/>
          </p:cNvSpPr>
          <p:nvPr/>
        </p:nvSpPr>
        <p:spPr bwMode="auto">
          <a:xfrm>
            <a:off x="500034" y="1000108"/>
            <a:ext cx="6448230" cy="490519"/>
          </a:xfrm>
          <a:prstGeom prst="rect">
            <a:avLst/>
          </a:prstGeom>
          <a:solidFill>
            <a:srgbClr val="CCFFFF"/>
          </a:solidFill>
          <a:ln w="12700">
            <a:solidFill>
              <a:srgbClr val="FF3300"/>
            </a:solidFill>
            <a:miter lim="800000"/>
            <a:headEnd/>
            <a:tailEnd/>
          </a:ln>
        </p:spPr>
        <p:txBody>
          <a:bodyPr wrap="square">
            <a:spAutoFit/>
          </a:bodyPr>
          <a:lstStyle/>
          <a:p>
            <a:pPr>
              <a:lnSpc>
                <a:spcPct val="125000"/>
              </a:lnSpc>
              <a:buClr>
                <a:schemeClr val="bg1"/>
              </a:buClr>
            </a:pPr>
            <a:r>
              <a:rPr lang="zh-CN" altLang="en-US" sz="2400" b="1" dirty="0">
                <a:solidFill>
                  <a:srgbClr val="0000FF"/>
                </a:solidFill>
                <a:latin typeface="黑体" pitchFamily="49" charset="-122"/>
                <a:ea typeface="黑体" pitchFamily="49" charset="-122"/>
              </a:rPr>
              <a:t>（一）</a:t>
            </a:r>
            <a:r>
              <a:rPr lang="zh-CN" altLang="en-US" sz="2400" b="1" dirty="0">
                <a:solidFill>
                  <a:srgbClr val="0000FF"/>
                </a:solidFill>
                <a:latin typeface="黑体" pitchFamily="49" charset="-122"/>
                <a:ea typeface="黑体" pitchFamily="49" charset="-122"/>
                <a:sym typeface="宋体" pitchFamily="2" charset="-122"/>
              </a:rPr>
              <a:t>认识世界和改造世界及其辩证关系</a:t>
            </a:r>
            <a:endParaRPr lang="zh-CN" altLang="en-US" sz="2400" b="1" dirty="0">
              <a:solidFill>
                <a:srgbClr val="0000FF"/>
              </a:solidFill>
              <a:latin typeface="黑体" pitchFamily="49" charset="-122"/>
              <a:ea typeface="黑体" pitchFamily="49" charset="-122"/>
            </a:endParaRPr>
          </a:p>
        </p:txBody>
      </p:sp>
      <p:sp>
        <p:nvSpPr>
          <p:cNvPr id="16" name="矩形 723974"/>
          <p:cNvSpPr>
            <a:spLocks noChangeArrowheads="1"/>
          </p:cNvSpPr>
          <p:nvPr/>
        </p:nvSpPr>
        <p:spPr bwMode="auto">
          <a:xfrm>
            <a:off x="500034" y="4703001"/>
            <a:ext cx="7058025" cy="552450"/>
          </a:xfrm>
          <a:prstGeom prst="rect">
            <a:avLst/>
          </a:prstGeom>
          <a:solidFill>
            <a:srgbClr val="CCFFFF"/>
          </a:solidFill>
          <a:ln w="12700">
            <a:solidFill>
              <a:srgbClr val="FF3300"/>
            </a:solidFill>
            <a:miter lim="800000"/>
            <a:headEnd/>
            <a:tailEnd/>
          </a:ln>
        </p:spPr>
        <p:txBody>
          <a:bodyPr>
            <a:spAutoFit/>
          </a:bodyPr>
          <a:lstStyle/>
          <a:p>
            <a:pPr>
              <a:lnSpc>
                <a:spcPct val="125000"/>
              </a:lnSpc>
              <a:buClr>
                <a:schemeClr val="bg1"/>
              </a:buClr>
            </a:pPr>
            <a:r>
              <a:rPr lang="zh-CN" altLang="en-US" sz="2400" b="1" dirty="0">
                <a:solidFill>
                  <a:srgbClr val="0000FF"/>
                </a:solidFill>
                <a:latin typeface="黑体" pitchFamily="49" charset="-122"/>
                <a:ea typeface="黑体" pitchFamily="49" charset="-122"/>
              </a:rPr>
              <a:t>（二）改造客观世界和改造主观世界及其辩证关系</a:t>
            </a:r>
          </a:p>
        </p:txBody>
      </p:sp>
      <p:sp>
        <p:nvSpPr>
          <p:cNvPr id="9" name="矩形 8"/>
          <p:cNvSpPr/>
          <p:nvPr/>
        </p:nvSpPr>
        <p:spPr>
          <a:xfrm>
            <a:off x="500034" y="214290"/>
            <a:ext cx="6448230" cy="556884"/>
          </a:xfrm>
          <a:prstGeom prst="rect">
            <a:avLst/>
          </a:prstGeom>
          <a:solidFill>
            <a:srgbClr val="CCECFF"/>
          </a:solidFill>
          <a:ln w="38100">
            <a:noFill/>
          </a:ln>
        </p:spPr>
        <p:txBody>
          <a:bodyPr wrap="square">
            <a:spAutoFit/>
          </a:bodyPr>
          <a:lstStyle/>
          <a:p>
            <a:pPr eaLnBrk="0" hangingPunct="0">
              <a:lnSpc>
                <a:spcPct val="125000"/>
              </a:lnSpc>
              <a:spcBef>
                <a:spcPct val="50000"/>
              </a:spcBef>
            </a:pPr>
            <a:r>
              <a:rPr lang="zh-CN" altLang="en-US" sz="2800" b="1" noProof="1">
                <a:solidFill>
                  <a:srgbClr val="FF0066"/>
                </a:solidFill>
                <a:latin typeface="幼圆" panose="02010509060101010101" pitchFamily="49" charset="-122"/>
                <a:ea typeface="幼圆" panose="02010509060101010101" pitchFamily="49" charset="-122"/>
              </a:rPr>
              <a:t>一、认识世界的根本目的在于改造世界</a:t>
            </a:r>
          </a:p>
        </p:txBody>
      </p:sp>
      <p:sp>
        <p:nvSpPr>
          <p:cNvPr id="2" name="矩形 850945">
            <a:extLst>
              <a:ext uri="{FF2B5EF4-FFF2-40B4-BE49-F238E27FC236}">
                <a16:creationId xmlns:a16="http://schemas.microsoft.com/office/drawing/2014/main" id="{DE15D5F2-484E-9E88-5C1E-E0A2F8B8139E}"/>
              </a:ext>
            </a:extLst>
          </p:cNvPr>
          <p:cNvSpPr>
            <a:spLocks noChangeArrowheads="1"/>
          </p:cNvSpPr>
          <p:nvPr/>
        </p:nvSpPr>
        <p:spPr bwMode="auto">
          <a:xfrm>
            <a:off x="493682" y="5352649"/>
            <a:ext cx="8504270" cy="1291061"/>
          </a:xfrm>
          <a:prstGeom prst="rect">
            <a:avLst/>
          </a:prstGeom>
          <a:solidFill>
            <a:srgbClr val="D9F2AC"/>
          </a:solidFill>
          <a:ln w="9525">
            <a:solidFill>
              <a:srgbClr val="FF9900"/>
            </a:solidFill>
            <a:miter lim="800000"/>
            <a:headEnd/>
            <a:tailEnd/>
          </a:ln>
        </p:spPr>
        <p:txBody>
          <a:bodyPr/>
          <a:lstStyle/>
          <a:p>
            <a:pPr>
              <a:lnSpc>
                <a:spcPct val="125000"/>
              </a:lnSpc>
              <a:spcBef>
                <a:spcPct val="20000"/>
              </a:spcBef>
            </a:pPr>
            <a:r>
              <a:rPr lang="en-US" altLang="zh-CN" sz="2000" b="1" dirty="0">
                <a:solidFill>
                  <a:srgbClr val="990000"/>
                </a:solidFill>
                <a:latin typeface="楷体" pitchFamily="49" charset="-122"/>
                <a:ea typeface="楷体" pitchFamily="49" charset="-122"/>
              </a:rPr>
              <a:t>-</a:t>
            </a:r>
            <a:r>
              <a:rPr lang="zh-CN" altLang="en-US" sz="2000" b="1" dirty="0">
                <a:solidFill>
                  <a:srgbClr val="990000"/>
                </a:solidFill>
                <a:latin typeface="楷体" pitchFamily="49" charset="-122"/>
                <a:ea typeface="楷体" pitchFamily="49" charset="-122"/>
              </a:rPr>
              <a:t>只有在改造客观世界的实践中，才能深入改造主观世界；只有认真改造主观世界，才能更好地改造客观世界。二者相辅相成、相互促进、缺一不可</a:t>
            </a:r>
          </a:p>
          <a:p>
            <a:pPr>
              <a:lnSpc>
                <a:spcPct val="125000"/>
              </a:lnSpc>
              <a:spcBef>
                <a:spcPct val="20000"/>
              </a:spcBef>
            </a:pPr>
            <a:r>
              <a:rPr lang="en-US" altLang="zh-CN" sz="2000" b="1" dirty="0">
                <a:solidFill>
                  <a:srgbClr val="990000"/>
                </a:solidFill>
                <a:latin typeface="楷体" pitchFamily="49" charset="-122"/>
                <a:ea typeface="楷体" pitchFamily="49" charset="-122"/>
              </a:rPr>
              <a:t>-</a:t>
            </a:r>
            <a:r>
              <a:rPr lang="zh-CN" altLang="en-US" sz="2000" b="1" dirty="0">
                <a:solidFill>
                  <a:srgbClr val="990000"/>
                </a:solidFill>
                <a:latin typeface="楷体" pitchFamily="49" charset="-122"/>
                <a:ea typeface="楷体" pitchFamily="49" charset="-122"/>
              </a:rPr>
              <a:t>改造主观世界的核心是改造世界观</a:t>
            </a:r>
          </a:p>
        </p:txBody>
      </p:sp>
    </p:spTree>
    <p:extLst>
      <p:ext uri="{BB962C8B-B14F-4D97-AF65-F5344CB8AC3E}">
        <p14:creationId xmlns:p14="http://schemas.microsoft.com/office/powerpoint/2010/main" val="15202637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852997"/>
          <p:cNvGrpSpPr>
            <a:grpSpLocks/>
          </p:cNvGrpSpPr>
          <p:nvPr/>
        </p:nvGrpSpPr>
        <p:grpSpPr bwMode="auto">
          <a:xfrm>
            <a:off x="357158" y="1428736"/>
            <a:ext cx="5530861" cy="654044"/>
            <a:chOff x="1338" y="1109"/>
            <a:chExt cx="3696" cy="384"/>
          </a:xfrm>
        </p:grpSpPr>
        <p:sp>
          <p:nvSpPr>
            <p:cNvPr id="80899" name="圆角矩形 852998"/>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endParaRPr lang="zh-CN" altLang="en-US"/>
            </a:p>
          </p:txBody>
        </p:sp>
        <p:sp>
          <p:nvSpPr>
            <p:cNvPr id="80900" name="文本框 852999"/>
            <p:cNvSpPr txBox="1">
              <a:spLocks noChangeArrowheads="1"/>
            </p:cNvSpPr>
            <p:nvPr/>
          </p:nvSpPr>
          <p:spPr bwMode="auto">
            <a:xfrm>
              <a:off x="1442" y="1122"/>
              <a:ext cx="354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buFont typeface="Arial" pitchFamily="34" charset="0"/>
                <a:defRPr>
                  <a:solidFill>
                    <a:schemeClr val="tx1"/>
                  </a:solidFill>
                  <a:latin typeface="Arial" pitchFamily="34" charset="0"/>
                  <a:ea typeface="宋体" pitchFamily="2" charset="-122"/>
                </a:defRPr>
              </a:lvl6pPr>
              <a:lvl7pPr fontAlgn="base">
                <a:spcBef>
                  <a:spcPct val="0"/>
                </a:spcBef>
                <a:spcAft>
                  <a:spcPct val="0"/>
                </a:spcAft>
                <a:buFont typeface="Arial" pitchFamily="34" charset="0"/>
                <a:defRPr>
                  <a:solidFill>
                    <a:schemeClr val="tx1"/>
                  </a:solidFill>
                  <a:latin typeface="Arial" pitchFamily="34" charset="0"/>
                  <a:ea typeface="宋体" pitchFamily="2" charset="-122"/>
                </a:defRPr>
              </a:lvl7pPr>
              <a:lvl8pPr fontAlgn="base">
                <a:spcBef>
                  <a:spcPct val="0"/>
                </a:spcBef>
                <a:spcAft>
                  <a:spcPct val="0"/>
                </a:spcAft>
                <a:buFont typeface="Arial" pitchFamily="34" charset="0"/>
                <a:defRPr>
                  <a:solidFill>
                    <a:schemeClr val="tx1"/>
                  </a:solidFill>
                  <a:latin typeface="Arial" pitchFamily="34" charset="0"/>
                  <a:ea typeface="宋体" pitchFamily="2" charset="-122"/>
                </a:defRPr>
              </a:lvl8pPr>
              <a:lvl9pPr fontAlgn="base">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25000"/>
                </a:lnSpc>
              </a:pPr>
              <a:r>
                <a:rPr lang="en-US" altLang="zh-CN" sz="2000" b="1" dirty="0">
                  <a:solidFill>
                    <a:schemeClr val="bg1"/>
                  </a:solidFill>
                  <a:latin typeface="楷体" pitchFamily="49" charset="-122"/>
                  <a:ea typeface="楷体" pitchFamily="49" charset="-122"/>
                </a:rPr>
                <a:t>1 </a:t>
              </a:r>
              <a:r>
                <a:rPr lang="zh-CN" altLang="en-US" sz="2000" b="1" dirty="0">
                  <a:solidFill>
                    <a:schemeClr val="bg1"/>
                  </a:solidFill>
                  <a:latin typeface="楷体" pitchFamily="49" charset="-122"/>
                  <a:ea typeface="楷体" pitchFamily="49" charset="-122"/>
                </a:rPr>
                <a:t>自由是对必然的认识和对客观世界的改造</a:t>
              </a:r>
            </a:p>
          </p:txBody>
        </p:sp>
      </p:grpSp>
      <p:sp>
        <p:nvSpPr>
          <p:cNvPr id="80904" name="矩形 853003"/>
          <p:cNvSpPr>
            <a:spLocks noChangeArrowheads="1"/>
          </p:cNvSpPr>
          <p:nvPr/>
        </p:nvSpPr>
        <p:spPr bwMode="auto">
          <a:xfrm>
            <a:off x="357158" y="928670"/>
            <a:ext cx="6724667" cy="431800"/>
          </a:xfrm>
          <a:prstGeom prst="rect">
            <a:avLst/>
          </a:prstGeom>
          <a:solidFill>
            <a:srgbClr val="B7E7D2"/>
          </a:solidFill>
          <a:ln>
            <a:noFill/>
          </a:ln>
          <a:effectLst/>
          <a:extLst>
            <a:ext uri="{91240B29-F687-4F45-9708-019B960494DF}">
              <a14:hiddenLine xmlns:a14="http://schemas.microsoft.com/office/drawing/2010/main" w="9525">
                <a:solidFill>
                  <a:srgbClr val="000000"/>
                </a:solidFill>
                <a:miter lim="800000"/>
                <a:headEnd/>
                <a:tailEnd/>
              </a14:hiddenLine>
            </a:ext>
          </a:extLst>
        </p:spPr>
        <p:txBody>
          <a:bodyPr/>
          <a:lstStyle/>
          <a:p>
            <a:pPr>
              <a:lnSpc>
                <a:spcPct val="125000"/>
              </a:lnSpc>
              <a:spcBef>
                <a:spcPct val="20000"/>
              </a:spcBef>
            </a:pPr>
            <a:r>
              <a:rPr lang="zh-CN" altLang="en-US" sz="1600" b="1" dirty="0">
                <a:solidFill>
                  <a:srgbClr val="3333FF"/>
                </a:solidFill>
                <a:latin typeface="幼圆" pitchFamily="49" charset="-122"/>
                <a:ea typeface="幼圆" pitchFamily="49" charset="-122"/>
              </a:rPr>
              <a:t>认识世界和改造世界的过程，也就是从必然走向自由的过程。</a:t>
            </a:r>
          </a:p>
        </p:txBody>
      </p:sp>
      <p:sp>
        <p:nvSpPr>
          <p:cNvPr id="80912" name="矩形 723974"/>
          <p:cNvSpPr>
            <a:spLocks noChangeArrowheads="1"/>
          </p:cNvSpPr>
          <p:nvPr/>
        </p:nvSpPr>
        <p:spPr bwMode="auto">
          <a:xfrm>
            <a:off x="357158" y="214290"/>
            <a:ext cx="8296275" cy="552450"/>
          </a:xfrm>
          <a:prstGeom prst="rect">
            <a:avLst/>
          </a:prstGeom>
          <a:solidFill>
            <a:srgbClr val="CCFFFF"/>
          </a:solidFill>
          <a:ln w="12700">
            <a:solidFill>
              <a:srgbClr val="FF3300"/>
            </a:solidFill>
            <a:miter lim="800000"/>
            <a:headEnd/>
            <a:tailEnd/>
          </a:ln>
        </p:spPr>
        <p:txBody>
          <a:bodyPr>
            <a:spAutoFit/>
          </a:bodyPr>
          <a:lstStyle/>
          <a:p>
            <a:pPr>
              <a:lnSpc>
                <a:spcPct val="125000"/>
              </a:lnSpc>
              <a:buClr>
                <a:schemeClr val="bg1"/>
              </a:buClr>
            </a:pPr>
            <a:r>
              <a:rPr lang="zh-CN" altLang="en-US" sz="2400" b="1">
                <a:solidFill>
                  <a:srgbClr val="0000FF"/>
                </a:solidFill>
                <a:latin typeface="黑体" pitchFamily="49" charset="-122"/>
                <a:ea typeface="黑体" pitchFamily="49" charset="-122"/>
              </a:rPr>
              <a:t>（三）认识世界和改造世界的过程是从必然走向自由的过程</a:t>
            </a:r>
          </a:p>
        </p:txBody>
      </p:sp>
      <p:sp>
        <p:nvSpPr>
          <p:cNvPr id="10" name="文本框 854023"/>
          <p:cNvSpPr txBox="1">
            <a:spLocks noChangeArrowheads="1"/>
          </p:cNvSpPr>
          <p:nvPr/>
        </p:nvSpPr>
        <p:spPr bwMode="auto">
          <a:xfrm>
            <a:off x="285720" y="2285992"/>
            <a:ext cx="8643998" cy="1631216"/>
          </a:xfrm>
          <a:prstGeom prst="rect">
            <a:avLst/>
          </a:prstGeom>
          <a:solidFill>
            <a:srgbClr val="FFFF99"/>
          </a:solidFill>
          <a:ln w="28575">
            <a:solidFill>
              <a:srgbClr val="FF3300"/>
            </a:solidFill>
            <a:miter lim="800000"/>
            <a:headEnd/>
            <a:tailEnd/>
          </a:ln>
        </p:spPr>
        <p:txBody>
          <a:bodyPr wrap="square">
            <a:spAutoFit/>
          </a:bodyPr>
          <a:lstStyle>
            <a:lvl1pPr>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buFont typeface="Arial" pitchFamily="34" charset="0"/>
              <a:defRPr>
                <a:solidFill>
                  <a:schemeClr val="tx1"/>
                </a:solidFill>
                <a:latin typeface="Arial" pitchFamily="34" charset="0"/>
                <a:ea typeface="宋体" pitchFamily="2" charset="-122"/>
              </a:defRPr>
            </a:lvl6pPr>
            <a:lvl7pPr fontAlgn="base">
              <a:spcBef>
                <a:spcPct val="0"/>
              </a:spcBef>
              <a:spcAft>
                <a:spcPct val="0"/>
              </a:spcAft>
              <a:buFont typeface="Arial" pitchFamily="34" charset="0"/>
              <a:defRPr>
                <a:solidFill>
                  <a:schemeClr val="tx1"/>
                </a:solidFill>
                <a:latin typeface="Arial" pitchFamily="34" charset="0"/>
                <a:ea typeface="宋体" pitchFamily="2" charset="-122"/>
              </a:defRPr>
            </a:lvl7pPr>
            <a:lvl8pPr fontAlgn="base">
              <a:spcBef>
                <a:spcPct val="0"/>
              </a:spcBef>
              <a:spcAft>
                <a:spcPct val="0"/>
              </a:spcAft>
              <a:buFont typeface="Arial" pitchFamily="34" charset="0"/>
              <a:defRPr>
                <a:solidFill>
                  <a:schemeClr val="tx1"/>
                </a:solidFill>
                <a:latin typeface="Arial" pitchFamily="34" charset="0"/>
                <a:ea typeface="宋体" pitchFamily="2" charset="-122"/>
              </a:defRPr>
            </a:lvl8pPr>
            <a:lvl9pPr fontAlgn="base">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25000"/>
              </a:lnSpc>
            </a:pPr>
            <a:r>
              <a:rPr lang="zh-CN" altLang="en-US" sz="2000" b="1" dirty="0">
                <a:solidFill>
                  <a:srgbClr val="FF0000"/>
                </a:solidFill>
                <a:latin typeface="幼圆" pitchFamily="49" charset="-122"/>
                <a:ea typeface="幼圆" pitchFamily="49" charset="-122"/>
              </a:rPr>
              <a:t>自由</a:t>
            </a:r>
            <a:r>
              <a:rPr lang="zh-CN" altLang="en-US" sz="2000" b="1" dirty="0">
                <a:solidFill>
                  <a:srgbClr val="003399"/>
                </a:solidFill>
                <a:latin typeface="楷体_GB2312" pitchFamily="49" charset="-122"/>
                <a:ea typeface="楷体_GB2312" pitchFamily="49" charset="-122"/>
              </a:rPr>
              <a:t>：</a:t>
            </a:r>
            <a:r>
              <a:rPr lang="zh-CN" altLang="en-US" sz="2000" b="1" dirty="0">
                <a:solidFill>
                  <a:srgbClr val="003399"/>
                </a:solidFill>
                <a:latin typeface="楷体" pitchFamily="49" charset="-122"/>
                <a:ea typeface="楷体" pitchFamily="49" charset="-122"/>
              </a:rPr>
              <a:t>哲学上是表示人的活动状态的范畴，是指人在活动中通过认识和利用必然所表现出的一种自觉自主的状态。</a:t>
            </a:r>
            <a:endParaRPr lang="en-US" altLang="zh-CN" sz="2000" b="1" dirty="0">
              <a:solidFill>
                <a:srgbClr val="003399"/>
              </a:solidFill>
              <a:latin typeface="楷体" pitchFamily="49" charset="-122"/>
              <a:ea typeface="楷体" pitchFamily="49" charset="-122"/>
            </a:endParaRPr>
          </a:p>
          <a:p>
            <a:pPr>
              <a:lnSpc>
                <a:spcPct val="125000"/>
              </a:lnSpc>
            </a:pPr>
            <a:r>
              <a:rPr lang="zh-CN" altLang="en-US" sz="2000" b="1" dirty="0">
                <a:solidFill>
                  <a:srgbClr val="FF0000"/>
                </a:solidFill>
                <a:latin typeface="幼圆" pitchFamily="49" charset="-122"/>
                <a:ea typeface="幼圆" pitchFamily="49" charset="-122"/>
              </a:rPr>
              <a:t>必然</a:t>
            </a:r>
            <a:r>
              <a:rPr lang="zh-CN" altLang="en-US" sz="2000" b="1" dirty="0">
                <a:solidFill>
                  <a:srgbClr val="003399"/>
                </a:solidFill>
                <a:latin typeface="楷体_GB2312" pitchFamily="49" charset="-122"/>
                <a:ea typeface="楷体_GB2312" pitchFamily="49" charset="-122"/>
              </a:rPr>
              <a:t>：</a:t>
            </a:r>
            <a:r>
              <a:rPr lang="zh-CN" altLang="en-US" sz="2000" b="1" dirty="0">
                <a:solidFill>
                  <a:srgbClr val="003399"/>
                </a:solidFill>
                <a:latin typeface="楷体" pitchFamily="49" charset="-122"/>
                <a:ea typeface="楷体" pitchFamily="49" charset="-122"/>
              </a:rPr>
              <a:t>即规律性，指不依赖于人的意识而存在的自然和社会发展所固有的客观规律。</a:t>
            </a:r>
          </a:p>
        </p:txBody>
      </p:sp>
      <p:sp>
        <p:nvSpPr>
          <p:cNvPr id="11" name="矩形 854035" descr="白色大理石"/>
          <p:cNvSpPr>
            <a:spLocks noChangeArrowheads="1" noChangeShapeType="1" noTextEdit="1"/>
          </p:cNvSpPr>
          <p:nvPr/>
        </p:nvSpPr>
        <p:spPr bwMode="auto">
          <a:xfrm>
            <a:off x="285720" y="4000504"/>
            <a:ext cx="5400675" cy="457200"/>
          </a:xfrm>
          <a:prstGeom prst="rect">
            <a:avLst/>
          </a:prstGeom>
          <a:extLst>
            <a:ext uri="{91240B29-F687-4F45-9708-019B960494DF}">
              <a14:hiddenLine xmlns:a14="http://schemas.microsoft.com/office/drawing/2010/main" w="9525">
                <a:noFill/>
                <a:round/>
                <a:headEnd/>
                <a:tailEnd/>
              </a14:hiddenLine>
            </a:ext>
          </a:extLst>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zh-CN" altLang="en-US" sz="3600" dirty="0">
                <a:blipFill dpi="0" rotWithShape="0">
                  <a:blip r:embed="rId2"/>
                  <a:srcRect/>
                  <a:tile tx="0" ty="0" sx="100000" sy="100000" flip="none" algn="tl"/>
                </a:blipFill>
                <a:latin typeface="宋体"/>
                <a:ea typeface="宋体"/>
              </a:rPr>
              <a:t>人们只有在认识必然的基础上才有自由的活动</a:t>
            </a:r>
          </a:p>
        </p:txBody>
      </p:sp>
      <p:sp>
        <p:nvSpPr>
          <p:cNvPr id="12" name="矩形 855050"/>
          <p:cNvSpPr>
            <a:spLocks noChangeArrowheads="1"/>
          </p:cNvSpPr>
          <p:nvPr/>
        </p:nvSpPr>
        <p:spPr bwMode="auto">
          <a:xfrm>
            <a:off x="285720" y="4500570"/>
            <a:ext cx="8072494" cy="43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25000"/>
              </a:lnSpc>
            </a:pPr>
            <a:r>
              <a:rPr lang="zh-CN" altLang="en-US" sz="2000" b="1" dirty="0">
                <a:solidFill>
                  <a:srgbClr val="FF0000"/>
                </a:solidFill>
                <a:ea typeface="黑体" pitchFamily="49" charset="-122"/>
              </a:rPr>
              <a:t>任性不是自由，无知不能获得自由。自由是有条件的：</a:t>
            </a:r>
          </a:p>
        </p:txBody>
      </p:sp>
      <p:sp>
        <p:nvSpPr>
          <p:cNvPr id="13" name="文本框 855049"/>
          <p:cNvSpPr txBox="1">
            <a:spLocks noChangeArrowheads="1"/>
          </p:cNvSpPr>
          <p:nvPr/>
        </p:nvSpPr>
        <p:spPr bwMode="auto">
          <a:xfrm>
            <a:off x="285720" y="5000636"/>
            <a:ext cx="8643998" cy="1246495"/>
          </a:xfrm>
          <a:prstGeom prst="rect">
            <a:avLst/>
          </a:prstGeom>
          <a:solidFill>
            <a:srgbClr val="FFFF99"/>
          </a:solidFill>
          <a:ln w="28575">
            <a:solidFill>
              <a:srgbClr val="FF3300"/>
            </a:solidFill>
            <a:miter lim="800000"/>
            <a:headEnd/>
            <a:tailEnd/>
          </a:ln>
        </p:spPr>
        <p:txBody>
          <a:bodyPr wrap="square">
            <a:spAutoFit/>
          </a:bodyPr>
          <a:lstStyle>
            <a:lvl1pPr>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buFont typeface="Arial" pitchFamily="34" charset="0"/>
              <a:defRPr>
                <a:solidFill>
                  <a:schemeClr val="tx1"/>
                </a:solidFill>
                <a:latin typeface="Arial" pitchFamily="34" charset="0"/>
                <a:ea typeface="宋体" pitchFamily="2" charset="-122"/>
              </a:defRPr>
            </a:lvl6pPr>
            <a:lvl7pPr fontAlgn="base">
              <a:spcBef>
                <a:spcPct val="0"/>
              </a:spcBef>
              <a:spcAft>
                <a:spcPct val="0"/>
              </a:spcAft>
              <a:buFont typeface="Arial" pitchFamily="34" charset="0"/>
              <a:defRPr>
                <a:solidFill>
                  <a:schemeClr val="tx1"/>
                </a:solidFill>
                <a:latin typeface="Arial" pitchFamily="34" charset="0"/>
                <a:ea typeface="宋体" pitchFamily="2" charset="-122"/>
              </a:defRPr>
            </a:lvl7pPr>
            <a:lvl8pPr fontAlgn="base">
              <a:spcBef>
                <a:spcPct val="0"/>
              </a:spcBef>
              <a:spcAft>
                <a:spcPct val="0"/>
              </a:spcAft>
              <a:buFont typeface="Arial" pitchFamily="34" charset="0"/>
              <a:defRPr>
                <a:solidFill>
                  <a:schemeClr val="tx1"/>
                </a:solidFill>
                <a:latin typeface="Arial" pitchFamily="34" charset="0"/>
                <a:ea typeface="宋体" pitchFamily="2" charset="-122"/>
              </a:defRPr>
            </a:lvl8pPr>
            <a:lvl9pPr fontAlgn="base">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25000"/>
              </a:lnSpc>
            </a:pPr>
            <a:r>
              <a:rPr lang="zh-CN" altLang="en-US" sz="2000" b="1" dirty="0">
                <a:solidFill>
                  <a:srgbClr val="FF0000"/>
                </a:solidFill>
                <a:latin typeface="幼圆" pitchFamily="49" charset="-122"/>
                <a:ea typeface="幼圆" pitchFamily="49" charset="-122"/>
              </a:rPr>
              <a:t>认识条件</a:t>
            </a:r>
            <a:r>
              <a:rPr lang="zh-CN" altLang="en-US" sz="2000" b="1" dirty="0">
                <a:solidFill>
                  <a:srgbClr val="003399"/>
                </a:solidFill>
                <a:latin typeface="楷体_GB2312" pitchFamily="49" charset="-122"/>
                <a:ea typeface="楷体_GB2312" pitchFamily="49" charset="-122"/>
              </a:rPr>
              <a:t>：</a:t>
            </a:r>
            <a:r>
              <a:rPr lang="zh-CN" altLang="en-US" sz="2000" b="1" dirty="0">
                <a:solidFill>
                  <a:srgbClr val="003399"/>
                </a:solidFill>
                <a:latin typeface="楷体" pitchFamily="49" charset="-122"/>
                <a:ea typeface="楷体" pitchFamily="49" charset="-122"/>
              </a:rPr>
              <a:t>要有对客观事物的正确认识，最主要的是对客观事物运动发展规律性、必然性的正确认识。</a:t>
            </a:r>
          </a:p>
          <a:p>
            <a:pPr>
              <a:lnSpc>
                <a:spcPct val="125000"/>
              </a:lnSpc>
            </a:pPr>
            <a:r>
              <a:rPr lang="zh-CN" altLang="en-US" sz="2000" b="1" dirty="0">
                <a:solidFill>
                  <a:srgbClr val="FF0000"/>
                </a:solidFill>
                <a:latin typeface="幼圆" pitchFamily="49" charset="-122"/>
                <a:ea typeface="幼圆" pitchFamily="49" charset="-122"/>
              </a:rPr>
              <a:t>实践条件</a:t>
            </a:r>
            <a:r>
              <a:rPr lang="zh-CN" altLang="en-US" sz="2000" b="1" dirty="0">
                <a:solidFill>
                  <a:srgbClr val="003399"/>
                </a:solidFill>
                <a:latin typeface="楷体_GB2312" pitchFamily="49" charset="-122"/>
                <a:ea typeface="楷体_GB2312" pitchFamily="49" charset="-122"/>
              </a:rPr>
              <a:t>：</a:t>
            </a:r>
            <a:r>
              <a:rPr lang="zh-CN" altLang="en-US" sz="2000" b="1" dirty="0">
                <a:solidFill>
                  <a:srgbClr val="003399"/>
                </a:solidFill>
                <a:latin typeface="楷体" pitchFamily="49" charset="-122"/>
                <a:ea typeface="楷体" pitchFamily="49" charset="-122"/>
              </a:rPr>
              <a:t>能够将获得的规律性认识用于指导实践，实现改造世界的目的。</a:t>
            </a:r>
          </a:p>
        </p:txBody>
      </p:sp>
    </p:spTree>
    <p:extLst>
      <p:ext uri="{BB962C8B-B14F-4D97-AF65-F5344CB8AC3E}">
        <p14:creationId xmlns:p14="http://schemas.microsoft.com/office/powerpoint/2010/main" val="40171244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矩形 856074"/>
          <p:cNvSpPr>
            <a:spLocks noChangeArrowheads="1"/>
          </p:cNvSpPr>
          <p:nvPr/>
        </p:nvSpPr>
        <p:spPr bwMode="auto">
          <a:xfrm>
            <a:off x="428596" y="1357298"/>
            <a:ext cx="8072494" cy="503237"/>
          </a:xfrm>
          <a:prstGeom prst="rect">
            <a:avLst/>
          </a:prstGeom>
          <a:solidFill>
            <a:srgbClr val="D9F2AC"/>
          </a:solidFill>
          <a:ln w="9525">
            <a:solidFill>
              <a:srgbClr val="FF9900"/>
            </a:solidFill>
            <a:miter lim="800000"/>
            <a:headEnd/>
            <a:tailEnd/>
          </a:ln>
        </p:spPr>
        <p:txBody>
          <a:bodyPr/>
          <a:lstStyle/>
          <a:p>
            <a:pPr>
              <a:lnSpc>
                <a:spcPct val="120000"/>
              </a:lnSpc>
              <a:spcBef>
                <a:spcPct val="20000"/>
              </a:spcBef>
            </a:pPr>
            <a:r>
              <a:rPr lang="en-US" altLang="zh-CN" sz="2000" b="1" dirty="0">
                <a:solidFill>
                  <a:srgbClr val="990000"/>
                </a:solidFill>
                <a:ea typeface="楷体_GB2312" pitchFamily="49" charset="-122"/>
              </a:rPr>
              <a:t>  </a:t>
            </a:r>
            <a:r>
              <a:rPr lang="en-US" altLang="zh-CN" sz="2000" b="1" dirty="0">
                <a:solidFill>
                  <a:srgbClr val="990000"/>
                </a:solidFill>
                <a:latin typeface="楷体" pitchFamily="49" charset="-122"/>
                <a:ea typeface="楷体" pitchFamily="49" charset="-122"/>
              </a:rPr>
              <a:t>- </a:t>
            </a:r>
            <a:r>
              <a:rPr lang="zh-CN" altLang="en-US" sz="2000" b="1" dirty="0">
                <a:solidFill>
                  <a:srgbClr val="990000"/>
                </a:solidFill>
                <a:latin typeface="楷体" pitchFamily="49" charset="-122"/>
                <a:ea typeface="楷体" pitchFamily="49" charset="-122"/>
              </a:rPr>
              <a:t>自由是历史发展的产物。</a:t>
            </a:r>
          </a:p>
        </p:txBody>
      </p:sp>
      <p:sp>
        <p:nvSpPr>
          <p:cNvPr id="83970" name="矩形 856075"/>
          <p:cNvSpPr>
            <a:spLocks noChangeArrowheads="1"/>
          </p:cNvSpPr>
          <p:nvPr/>
        </p:nvSpPr>
        <p:spPr bwMode="auto">
          <a:xfrm>
            <a:off x="428596" y="2000241"/>
            <a:ext cx="8072494" cy="852695"/>
          </a:xfrm>
          <a:prstGeom prst="rect">
            <a:avLst/>
          </a:prstGeom>
          <a:solidFill>
            <a:srgbClr val="D9F2AC"/>
          </a:solidFill>
          <a:ln w="9525">
            <a:solidFill>
              <a:srgbClr val="FF9900"/>
            </a:solidFill>
            <a:miter lim="800000"/>
            <a:headEnd/>
            <a:tailEnd/>
          </a:ln>
        </p:spPr>
        <p:txBody>
          <a:bodyPr/>
          <a:lstStyle/>
          <a:p>
            <a:pPr>
              <a:lnSpc>
                <a:spcPct val="120000"/>
              </a:lnSpc>
              <a:spcBef>
                <a:spcPct val="20000"/>
              </a:spcBef>
            </a:pPr>
            <a:r>
              <a:rPr lang="en-US" altLang="zh-CN" sz="2000" b="1" dirty="0">
                <a:solidFill>
                  <a:srgbClr val="990000"/>
                </a:solidFill>
                <a:ea typeface="楷体_GB2312" pitchFamily="49" charset="-122"/>
              </a:rPr>
              <a:t>  </a:t>
            </a:r>
            <a:r>
              <a:rPr lang="en-US" altLang="zh-CN" sz="2000" b="1" dirty="0">
                <a:solidFill>
                  <a:srgbClr val="990000"/>
                </a:solidFill>
                <a:latin typeface="楷体" pitchFamily="49" charset="-122"/>
                <a:ea typeface="楷体" pitchFamily="49" charset="-122"/>
              </a:rPr>
              <a:t>- </a:t>
            </a:r>
            <a:r>
              <a:rPr lang="zh-CN" altLang="en-US" sz="2000" b="1" dirty="0">
                <a:solidFill>
                  <a:srgbClr val="990000"/>
                </a:solidFill>
                <a:latin typeface="楷体" pitchFamily="49" charset="-122"/>
                <a:ea typeface="楷体" pitchFamily="49" charset="-122"/>
              </a:rPr>
              <a:t>自由与必然的关系贯穿于人类社会存在和发展的始终，并成为人类存在和发展的永恒矛盾，因此也是人类存在和发展的永恒动力。</a:t>
            </a:r>
          </a:p>
        </p:txBody>
      </p:sp>
      <p:grpSp>
        <p:nvGrpSpPr>
          <p:cNvPr id="2" name="组合 856070"/>
          <p:cNvGrpSpPr>
            <a:grpSpLocks/>
          </p:cNvGrpSpPr>
          <p:nvPr/>
        </p:nvGrpSpPr>
        <p:grpSpPr bwMode="auto">
          <a:xfrm>
            <a:off x="428596" y="428604"/>
            <a:ext cx="5775325" cy="576263"/>
            <a:chOff x="1338" y="1109"/>
            <a:chExt cx="3696" cy="384"/>
          </a:xfrm>
        </p:grpSpPr>
        <p:sp>
          <p:nvSpPr>
            <p:cNvPr id="83978" name="圆角矩形 856071"/>
            <p:cNvSpPr>
              <a:spLocks noChangeArrowheads="1"/>
            </p:cNvSpPr>
            <p:nvPr/>
          </p:nvSpPr>
          <p:spPr bwMode="auto">
            <a:xfrm>
              <a:off x="1338" y="1109"/>
              <a:ext cx="3696" cy="384"/>
            </a:xfrm>
            <a:prstGeom prst="roundRect">
              <a:avLst>
                <a:gd name="adj" fmla="val 11921"/>
              </a:avLst>
            </a:prstGeom>
            <a:solidFill>
              <a:srgbClr val="800000"/>
            </a:solidFill>
            <a:ln w="25400">
              <a:solidFill>
                <a:srgbClr val="FEFEFE"/>
              </a:solidFill>
              <a:round/>
              <a:headEnd/>
              <a:tailEnd/>
            </a:ln>
            <a:effectLst>
              <a:outerShdw dist="53882" dir="2700000" algn="ctr" rotWithShape="0">
                <a:srgbClr val="000000">
                  <a:alpha val="50000"/>
                </a:srgbClr>
              </a:outerShdw>
            </a:effectLst>
          </p:spPr>
          <p:txBody>
            <a:bodyPr/>
            <a:lstStyle/>
            <a:p>
              <a:endParaRPr lang="zh-CN" altLang="en-US"/>
            </a:p>
          </p:txBody>
        </p:sp>
        <p:sp>
          <p:nvSpPr>
            <p:cNvPr id="83979" name="文本框 856072"/>
            <p:cNvSpPr txBox="1">
              <a:spLocks noChangeArrowheads="1"/>
            </p:cNvSpPr>
            <p:nvPr/>
          </p:nvSpPr>
          <p:spPr bwMode="auto">
            <a:xfrm>
              <a:off x="1443" y="1122"/>
              <a:ext cx="3548"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buFont typeface="Arial" pitchFamily="34" charset="0"/>
                <a:defRPr>
                  <a:solidFill>
                    <a:schemeClr val="tx1"/>
                  </a:solidFill>
                  <a:latin typeface="Arial" pitchFamily="34" charset="0"/>
                  <a:ea typeface="宋体" pitchFamily="2" charset="-122"/>
                </a:defRPr>
              </a:lvl6pPr>
              <a:lvl7pPr fontAlgn="base">
                <a:spcBef>
                  <a:spcPct val="0"/>
                </a:spcBef>
                <a:spcAft>
                  <a:spcPct val="0"/>
                </a:spcAft>
                <a:buFont typeface="Arial" pitchFamily="34" charset="0"/>
                <a:defRPr>
                  <a:solidFill>
                    <a:schemeClr val="tx1"/>
                  </a:solidFill>
                  <a:latin typeface="Arial" pitchFamily="34" charset="0"/>
                  <a:ea typeface="宋体" pitchFamily="2" charset="-122"/>
                </a:defRPr>
              </a:lvl7pPr>
              <a:lvl8pPr fontAlgn="base">
                <a:spcBef>
                  <a:spcPct val="0"/>
                </a:spcBef>
                <a:spcAft>
                  <a:spcPct val="0"/>
                </a:spcAft>
                <a:buFont typeface="Arial" pitchFamily="34" charset="0"/>
                <a:defRPr>
                  <a:solidFill>
                    <a:schemeClr val="tx1"/>
                  </a:solidFill>
                  <a:latin typeface="Arial" pitchFamily="34" charset="0"/>
                  <a:ea typeface="宋体" pitchFamily="2" charset="-122"/>
                </a:defRPr>
              </a:lvl8pPr>
              <a:lvl9pPr fontAlgn="base">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125000"/>
                </a:lnSpc>
              </a:pPr>
              <a:r>
                <a:rPr lang="en-US" altLang="zh-CN" sz="2400" b="1">
                  <a:solidFill>
                    <a:schemeClr val="bg1"/>
                  </a:solidFill>
                  <a:latin typeface="楷体" pitchFamily="49" charset="-122"/>
                  <a:ea typeface="楷体" pitchFamily="49" charset="-122"/>
                </a:rPr>
                <a:t>2 </a:t>
              </a:r>
              <a:r>
                <a:rPr lang="zh-CN" altLang="en-US" sz="2400" b="1">
                  <a:solidFill>
                    <a:schemeClr val="bg1"/>
                  </a:solidFill>
                  <a:latin typeface="楷体" pitchFamily="49" charset="-122"/>
                  <a:ea typeface="楷体" pitchFamily="49" charset="-122"/>
                </a:rPr>
                <a:t>认识必然、争取自由是一个历史过程</a:t>
              </a:r>
            </a:p>
          </p:txBody>
        </p:sp>
      </p:grpSp>
    </p:spTree>
    <p:extLst>
      <p:ext uri="{BB962C8B-B14F-4D97-AF65-F5344CB8AC3E}">
        <p14:creationId xmlns:p14="http://schemas.microsoft.com/office/powerpoint/2010/main" val="13500590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矩形 805891"/>
          <p:cNvSpPr>
            <a:spLocks noChangeArrowheads="1"/>
          </p:cNvSpPr>
          <p:nvPr/>
        </p:nvSpPr>
        <p:spPr bwMode="auto">
          <a:xfrm>
            <a:off x="214282" y="2643182"/>
            <a:ext cx="8643998" cy="928694"/>
          </a:xfrm>
          <a:prstGeom prst="rect">
            <a:avLst/>
          </a:prstGeom>
          <a:solidFill>
            <a:srgbClr val="D9F2AC"/>
          </a:solidFill>
          <a:ln w="9525">
            <a:solidFill>
              <a:srgbClr val="FF9900"/>
            </a:solidFill>
            <a:miter lim="800000"/>
            <a:headEnd/>
            <a:tailEnd/>
          </a:ln>
        </p:spPr>
        <p:txBody>
          <a:bodyPr/>
          <a:lstStyle/>
          <a:p>
            <a:pPr eaLnBrk="0" hangingPunct="0">
              <a:lnSpc>
                <a:spcPct val="130000"/>
              </a:lnSpc>
              <a:spcBef>
                <a:spcPct val="10000"/>
              </a:spcBef>
            </a:pPr>
            <a:r>
              <a:rPr lang="en-US" altLang="zh-CN" sz="2000" b="1" dirty="0">
                <a:solidFill>
                  <a:srgbClr val="990000"/>
                </a:solidFill>
                <a:ea typeface="楷体_GB2312" pitchFamily="49" charset="-122"/>
              </a:rPr>
              <a:t>  </a:t>
            </a:r>
            <a:r>
              <a:rPr lang="en-US" altLang="zh-CN" sz="2000" b="1" dirty="0">
                <a:solidFill>
                  <a:srgbClr val="990000"/>
                </a:solidFill>
                <a:latin typeface="楷体" pitchFamily="49" charset="-122"/>
                <a:ea typeface="楷体" pitchFamily="49" charset="-122"/>
              </a:rPr>
              <a:t> </a:t>
            </a:r>
            <a:r>
              <a:rPr lang="zh-CN" altLang="en-US" sz="2000" b="1" dirty="0">
                <a:solidFill>
                  <a:srgbClr val="990000"/>
                </a:solidFill>
                <a:latin typeface="楷体" pitchFamily="49" charset="-122"/>
                <a:ea typeface="楷体" pitchFamily="49" charset="-122"/>
              </a:rPr>
              <a:t>要把客观存在的事物作为观察和处理问题的根本出发点，这是马克思主义认识论的根本要求和具体体现。</a:t>
            </a:r>
          </a:p>
        </p:txBody>
      </p:sp>
      <p:sp>
        <p:nvSpPr>
          <p:cNvPr id="86020" name="矩形 805904"/>
          <p:cNvSpPr>
            <a:spLocks noChangeArrowheads="1"/>
          </p:cNvSpPr>
          <p:nvPr/>
        </p:nvSpPr>
        <p:spPr bwMode="auto">
          <a:xfrm>
            <a:off x="214282" y="3714752"/>
            <a:ext cx="8643998" cy="861774"/>
          </a:xfrm>
          <a:prstGeom prst="rect">
            <a:avLst/>
          </a:prstGeom>
          <a:solidFill>
            <a:srgbClr val="CCECFF"/>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square">
            <a:spAutoFit/>
          </a:bodyPr>
          <a:lstStyle/>
          <a:p>
            <a:pPr>
              <a:lnSpc>
                <a:spcPct val="125000"/>
              </a:lnSpc>
              <a:spcBef>
                <a:spcPct val="50000"/>
              </a:spcBef>
            </a:pPr>
            <a:r>
              <a:rPr lang="en-US" altLang="zh-CN" sz="2000" b="1" dirty="0">
                <a:solidFill>
                  <a:srgbClr val="FF0066"/>
                </a:solidFill>
                <a:latin typeface="黑体" pitchFamily="49" charset="-122"/>
                <a:ea typeface="黑体" pitchFamily="49" charset="-122"/>
              </a:rPr>
              <a:t>  </a:t>
            </a:r>
            <a:r>
              <a:rPr lang="zh-CN" altLang="en-US" sz="2000" b="1" dirty="0">
                <a:solidFill>
                  <a:srgbClr val="FF0066"/>
                </a:solidFill>
                <a:latin typeface="黑体" pitchFamily="49" charset="-122"/>
                <a:ea typeface="黑体" pitchFamily="49" charset="-122"/>
              </a:rPr>
              <a:t>从根本上说，就是要从客观事物存在和发展的规律出发，在实践中按照客观规律办事。从实际出发，关键是要注重事实，从事实出发。</a:t>
            </a:r>
          </a:p>
        </p:txBody>
      </p:sp>
      <p:sp>
        <p:nvSpPr>
          <p:cNvPr id="86030" name="矩形 723974"/>
          <p:cNvSpPr>
            <a:spLocks noChangeArrowheads="1"/>
          </p:cNvSpPr>
          <p:nvPr/>
        </p:nvSpPr>
        <p:spPr bwMode="auto">
          <a:xfrm>
            <a:off x="214282" y="1928802"/>
            <a:ext cx="8643998" cy="552450"/>
          </a:xfrm>
          <a:prstGeom prst="rect">
            <a:avLst/>
          </a:prstGeom>
          <a:solidFill>
            <a:srgbClr val="CCFFFF"/>
          </a:solidFill>
          <a:ln w="12700">
            <a:solidFill>
              <a:srgbClr val="FF3300"/>
            </a:solidFill>
            <a:miter lim="800000"/>
            <a:headEnd/>
            <a:tailEnd/>
          </a:ln>
        </p:spPr>
        <p:txBody>
          <a:bodyPr wrap="square">
            <a:spAutoFit/>
          </a:bodyPr>
          <a:lstStyle/>
          <a:p>
            <a:pPr>
              <a:lnSpc>
                <a:spcPct val="125000"/>
              </a:lnSpc>
            </a:pPr>
            <a:r>
              <a:rPr lang="zh-CN" altLang="en-US" sz="2400" b="1" dirty="0">
                <a:solidFill>
                  <a:srgbClr val="0000FF"/>
                </a:solidFill>
                <a:latin typeface="黑体" pitchFamily="49" charset="-122"/>
                <a:ea typeface="黑体" pitchFamily="49" charset="-122"/>
              </a:rPr>
              <a:t>（一）</a:t>
            </a:r>
            <a:r>
              <a:rPr lang="zh-CN" altLang="en-US" sz="2400" b="1" dirty="0">
                <a:solidFill>
                  <a:srgbClr val="0000FF"/>
                </a:solidFill>
                <a:latin typeface="黑体" pitchFamily="49" charset="-122"/>
                <a:ea typeface="黑体" pitchFamily="49" charset="-122"/>
                <a:sym typeface="宋体" pitchFamily="2" charset="-122"/>
              </a:rPr>
              <a:t>一切从实际出发是马克思主义认识论的根本要求</a:t>
            </a:r>
            <a:endParaRPr lang="zh-CN" altLang="en-US" sz="2400" b="1" dirty="0">
              <a:solidFill>
                <a:srgbClr val="0000FF"/>
              </a:solidFill>
              <a:latin typeface="黑体" pitchFamily="49" charset="-122"/>
              <a:ea typeface="黑体" pitchFamily="49" charset="-122"/>
            </a:endParaRPr>
          </a:p>
        </p:txBody>
      </p:sp>
      <p:sp>
        <p:nvSpPr>
          <p:cNvPr id="11" name="矩形 10"/>
          <p:cNvSpPr/>
          <p:nvPr/>
        </p:nvSpPr>
        <p:spPr>
          <a:xfrm>
            <a:off x="250825" y="333375"/>
            <a:ext cx="5329238" cy="556884"/>
          </a:xfrm>
          <a:prstGeom prst="rect">
            <a:avLst/>
          </a:prstGeom>
          <a:solidFill>
            <a:srgbClr val="CCECFF"/>
          </a:solidFill>
          <a:ln w="38100">
            <a:noFill/>
          </a:ln>
        </p:spPr>
        <p:txBody>
          <a:bodyPr>
            <a:spAutoFit/>
          </a:bodyPr>
          <a:lstStyle/>
          <a:p>
            <a:pPr eaLnBrk="0" hangingPunct="0">
              <a:lnSpc>
                <a:spcPct val="125000"/>
              </a:lnSpc>
              <a:spcBef>
                <a:spcPct val="50000"/>
              </a:spcBef>
            </a:pPr>
            <a:r>
              <a:rPr lang="zh-CN" altLang="en-US" sz="2800" b="1" noProof="1">
                <a:solidFill>
                  <a:srgbClr val="FF0066"/>
                </a:solidFill>
                <a:latin typeface="宋体" panose="02010600030101010101" pitchFamily="2" charset="-122"/>
              </a:rPr>
              <a:t>二、一切从实际出发，实事求是</a:t>
            </a:r>
          </a:p>
        </p:txBody>
      </p:sp>
      <p:sp>
        <p:nvSpPr>
          <p:cNvPr id="12" name="矩形 804894"/>
          <p:cNvSpPr>
            <a:spLocks noChangeArrowheads="1"/>
          </p:cNvSpPr>
          <p:nvPr/>
        </p:nvSpPr>
        <p:spPr bwMode="auto">
          <a:xfrm>
            <a:off x="214282" y="1000108"/>
            <a:ext cx="8713664" cy="790575"/>
          </a:xfrm>
          <a:prstGeom prst="rect">
            <a:avLst/>
          </a:prstGeom>
          <a:solidFill>
            <a:srgbClr val="B7E7D2"/>
          </a:solidFill>
          <a:ln>
            <a:noFill/>
          </a:ln>
          <a:effectLst/>
          <a:extLst>
            <a:ext uri="{91240B29-F687-4F45-9708-019B960494DF}">
              <a14:hiddenLine xmlns:a14="http://schemas.microsoft.com/office/drawing/2010/main" w="9525">
                <a:solidFill>
                  <a:srgbClr val="000000"/>
                </a:solidFill>
                <a:miter lim="800000"/>
                <a:headEnd/>
                <a:tailEnd/>
              </a14:hiddenLine>
            </a:ext>
          </a:extLst>
        </p:spPr>
        <p:txBody>
          <a:bodyPr/>
          <a:lstStyle/>
          <a:p>
            <a:pPr>
              <a:lnSpc>
                <a:spcPct val="125000"/>
              </a:lnSpc>
              <a:spcBef>
                <a:spcPct val="20000"/>
              </a:spcBef>
            </a:pPr>
            <a:r>
              <a:rPr lang="en-US" altLang="zh-CN" sz="1600" b="1" dirty="0">
                <a:solidFill>
                  <a:srgbClr val="3333FF"/>
                </a:solidFill>
                <a:latin typeface="幼圆" pitchFamily="49" charset="-122"/>
                <a:ea typeface="幼圆" pitchFamily="49" charset="-122"/>
              </a:rPr>
              <a:t>   </a:t>
            </a:r>
            <a:r>
              <a:rPr lang="zh-CN" altLang="en-US" sz="1600" b="1" dirty="0">
                <a:solidFill>
                  <a:srgbClr val="3333FF"/>
                </a:solidFill>
                <a:latin typeface="幼圆" pitchFamily="49" charset="-122"/>
                <a:ea typeface="幼圆" pitchFamily="49" charset="-122"/>
              </a:rPr>
              <a:t>马克思主义认识论只有</a:t>
            </a:r>
            <a:r>
              <a:rPr lang="zh-CN" altLang="en-US" sz="1600" b="1" dirty="0">
                <a:solidFill>
                  <a:srgbClr val="FF0000"/>
                </a:solidFill>
                <a:latin typeface="幼圆" pitchFamily="49" charset="-122"/>
                <a:ea typeface="幼圆" pitchFamily="49" charset="-122"/>
              </a:rPr>
              <a:t>转化为工人阶级及其政党实际工作中的思想路线</a:t>
            </a:r>
            <a:r>
              <a:rPr lang="zh-CN" altLang="en-US" sz="1600" b="1" dirty="0">
                <a:solidFill>
                  <a:srgbClr val="3333FF"/>
                </a:solidFill>
                <a:latin typeface="幼圆" pitchFamily="49" charset="-122"/>
                <a:ea typeface="幼圆" pitchFamily="49" charset="-122"/>
              </a:rPr>
              <a:t>，才能在在现实活动中得以实现，并进一步得到证实、丰富和发展。</a:t>
            </a:r>
          </a:p>
        </p:txBody>
      </p:sp>
      <p:sp>
        <p:nvSpPr>
          <p:cNvPr id="10" name="矩形 723974"/>
          <p:cNvSpPr>
            <a:spLocks noChangeArrowheads="1"/>
          </p:cNvSpPr>
          <p:nvPr/>
        </p:nvSpPr>
        <p:spPr bwMode="auto">
          <a:xfrm>
            <a:off x="214282" y="4643446"/>
            <a:ext cx="6534152" cy="554037"/>
          </a:xfrm>
          <a:prstGeom prst="rect">
            <a:avLst/>
          </a:prstGeom>
          <a:solidFill>
            <a:srgbClr val="CCFFFF"/>
          </a:solidFill>
          <a:ln w="12700">
            <a:solidFill>
              <a:srgbClr val="FF3300"/>
            </a:solidFill>
            <a:miter lim="800000"/>
            <a:headEnd/>
            <a:tailEnd/>
          </a:ln>
        </p:spPr>
        <p:txBody>
          <a:bodyPr wrap="square">
            <a:spAutoFit/>
          </a:bodyPr>
          <a:lstStyle/>
          <a:p>
            <a:pPr>
              <a:lnSpc>
                <a:spcPct val="125000"/>
              </a:lnSpc>
            </a:pPr>
            <a:r>
              <a:rPr lang="zh-CN" altLang="en-US" sz="2400" b="1" dirty="0">
                <a:solidFill>
                  <a:srgbClr val="0000FF"/>
                </a:solidFill>
                <a:latin typeface="黑体" pitchFamily="49" charset="-122"/>
                <a:ea typeface="黑体" pitchFamily="49" charset="-122"/>
              </a:rPr>
              <a:t>（二）</a:t>
            </a:r>
            <a:r>
              <a:rPr lang="zh-CN" altLang="en-US" sz="2400" b="1" dirty="0">
                <a:solidFill>
                  <a:srgbClr val="0000FF"/>
                </a:solidFill>
                <a:latin typeface="黑体" pitchFamily="49" charset="-122"/>
                <a:ea typeface="黑体" pitchFamily="49" charset="-122"/>
                <a:sym typeface="宋体" pitchFamily="2" charset="-122"/>
              </a:rPr>
              <a:t>实事求是是中国共产党思想路线的核心</a:t>
            </a:r>
            <a:endParaRPr lang="zh-CN" altLang="en-US" sz="2400" b="1" dirty="0">
              <a:solidFill>
                <a:srgbClr val="0000FF"/>
              </a:solidFill>
              <a:latin typeface="黑体" pitchFamily="49" charset="-122"/>
              <a:ea typeface="黑体" pitchFamily="49" charset="-122"/>
            </a:endParaRPr>
          </a:p>
        </p:txBody>
      </p:sp>
      <p:sp>
        <p:nvSpPr>
          <p:cNvPr id="13" name="矩形 830466"/>
          <p:cNvSpPr>
            <a:spLocks noChangeArrowheads="1"/>
          </p:cNvSpPr>
          <p:nvPr/>
        </p:nvSpPr>
        <p:spPr bwMode="auto">
          <a:xfrm>
            <a:off x="214282" y="5357826"/>
            <a:ext cx="8615385" cy="1015663"/>
          </a:xfrm>
          <a:prstGeom prst="rect">
            <a:avLst/>
          </a:prstGeom>
          <a:solidFill>
            <a:schemeClr val="accent5">
              <a:lumMod val="90000"/>
            </a:schemeClr>
          </a:solidFill>
          <a:ln>
            <a:noFill/>
          </a:ln>
        </p:spPr>
        <p:txBody>
          <a:bodyPr wrap="square">
            <a:spAutoFit/>
          </a:bodyPr>
          <a:lstStyle/>
          <a:p>
            <a:pPr indent="-82550">
              <a:lnSpc>
                <a:spcPct val="125000"/>
              </a:lnSpc>
            </a:pPr>
            <a:r>
              <a:rPr lang="zh-CN" altLang="en-US" sz="2400" b="1" dirty="0">
                <a:solidFill>
                  <a:srgbClr val="0000FF"/>
                </a:solidFill>
                <a:latin typeface="楷体" pitchFamily="49" charset="-122"/>
                <a:ea typeface="楷体" pitchFamily="49" charset="-122"/>
              </a:rPr>
              <a:t>   当前在中国，一切从实际出发，就是要一切从中国特色社会主义进入了新时代这个我国发展新的历史方位出发。</a:t>
            </a:r>
          </a:p>
        </p:txBody>
      </p:sp>
    </p:spTree>
    <p:extLst>
      <p:ext uri="{BB962C8B-B14F-4D97-AF65-F5344CB8AC3E}">
        <p14:creationId xmlns:p14="http://schemas.microsoft.com/office/powerpoint/2010/main" val="40367451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4867" name="矩形 804866"/>
          <p:cNvSpPr/>
          <p:nvPr/>
        </p:nvSpPr>
        <p:spPr>
          <a:xfrm>
            <a:off x="250825" y="448117"/>
            <a:ext cx="8607455" cy="1095493"/>
          </a:xfrm>
          <a:prstGeom prst="rect">
            <a:avLst/>
          </a:prstGeom>
          <a:solidFill>
            <a:srgbClr val="CCECFF"/>
          </a:solidFill>
          <a:ln w="38100">
            <a:noFill/>
          </a:ln>
        </p:spPr>
        <p:txBody>
          <a:bodyPr wrap="square">
            <a:spAutoFit/>
          </a:bodyPr>
          <a:lstStyle/>
          <a:p>
            <a:pPr eaLnBrk="0" hangingPunct="0">
              <a:lnSpc>
                <a:spcPct val="125000"/>
              </a:lnSpc>
              <a:spcBef>
                <a:spcPct val="50000"/>
              </a:spcBef>
            </a:pPr>
            <a:r>
              <a:rPr lang="zh-CN" altLang="en-US" sz="2800" b="1" noProof="1">
                <a:solidFill>
                  <a:srgbClr val="FF0066"/>
                </a:solidFill>
                <a:latin typeface="宋体" panose="02010600030101010101" pitchFamily="2" charset="-122"/>
              </a:rPr>
              <a:t>三、坚持守正创新，实现理论创新和实践创新的良性互动</a:t>
            </a:r>
          </a:p>
        </p:txBody>
      </p:sp>
      <p:sp>
        <p:nvSpPr>
          <p:cNvPr id="89096" name="矩形 723974"/>
          <p:cNvSpPr>
            <a:spLocks noChangeArrowheads="1"/>
          </p:cNvSpPr>
          <p:nvPr/>
        </p:nvSpPr>
        <p:spPr bwMode="auto">
          <a:xfrm>
            <a:off x="250824" y="3625923"/>
            <a:ext cx="6193383" cy="457369"/>
          </a:xfrm>
          <a:prstGeom prst="rect">
            <a:avLst/>
          </a:prstGeom>
          <a:solidFill>
            <a:srgbClr val="CCFFFF"/>
          </a:solidFill>
          <a:ln w="12700">
            <a:solidFill>
              <a:srgbClr val="FF3300"/>
            </a:solidFill>
            <a:miter lim="800000"/>
            <a:headEnd/>
            <a:tailEnd/>
          </a:ln>
        </p:spPr>
        <p:txBody>
          <a:bodyPr wrap="square">
            <a:spAutoFit/>
          </a:bodyPr>
          <a:lstStyle/>
          <a:p>
            <a:pPr>
              <a:lnSpc>
                <a:spcPct val="125000"/>
              </a:lnSpc>
            </a:pPr>
            <a:r>
              <a:rPr lang="zh-CN" altLang="en-US" sz="2200" b="1" dirty="0">
                <a:solidFill>
                  <a:srgbClr val="0000FF"/>
                </a:solidFill>
                <a:latin typeface="黑体" pitchFamily="49" charset="-122"/>
                <a:ea typeface="黑体" pitchFamily="49" charset="-122"/>
              </a:rPr>
              <a:t>（二）努力实现理论创新和实践创新的良性互动</a:t>
            </a:r>
          </a:p>
        </p:txBody>
      </p:sp>
      <p:sp>
        <p:nvSpPr>
          <p:cNvPr id="89098" name="矩形 723974"/>
          <p:cNvSpPr>
            <a:spLocks noChangeArrowheads="1"/>
          </p:cNvSpPr>
          <p:nvPr/>
        </p:nvSpPr>
        <p:spPr bwMode="auto">
          <a:xfrm>
            <a:off x="250824" y="6021288"/>
            <a:ext cx="8607455" cy="808876"/>
          </a:xfrm>
          <a:prstGeom prst="rect">
            <a:avLst/>
          </a:prstGeom>
          <a:solidFill>
            <a:srgbClr val="CCFFFF"/>
          </a:solidFill>
          <a:ln w="12700">
            <a:solidFill>
              <a:srgbClr val="FF3300"/>
            </a:solidFill>
            <a:miter lim="800000"/>
            <a:headEnd/>
            <a:tailEnd/>
          </a:ln>
        </p:spPr>
        <p:txBody>
          <a:bodyPr wrap="square">
            <a:spAutoFit/>
          </a:bodyPr>
          <a:lstStyle/>
          <a:p>
            <a:pPr>
              <a:lnSpc>
                <a:spcPct val="125000"/>
              </a:lnSpc>
            </a:pPr>
            <a:r>
              <a:rPr lang="zh-CN" altLang="en-US" sz="2000" b="1" dirty="0">
                <a:solidFill>
                  <a:srgbClr val="0000FF"/>
                </a:solidFill>
                <a:latin typeface="黑体" pitchFamily="49" charset="-122"/>
                <a:ea typeface="黑体" pitchFamily="49" charset="-122"/>
              </a:rPr>
              <a:t>新时代中国特色社会主义思想是中国特色社会主义理论创新和实践创新的智慧结晶。</a:t>
            </a:r>
          </a:p>
        </p:txBody>
      </p:sp>
      <p:sp>
        <p:nvSpPr>
          <p:cNvPr id="2" name="矩形 723974">
            <a:extLst>
              <a:ext uri="{FF2B5EF4-FFF2-40B4-BE49-F238E27FC236}">
                <a16:creationId xmlns:a16="http://schemas.microsoft.com/office/drawing/2014/main" id="{6B0DE2CE-F2FE-9924-FB86-AB729F3948CF}"/>
              </a:ext>
            </a:extLst>
          </p:cNvPr>
          <p:cNvSpPr>
            <a:spLocks noChangeArrowheads="1"/>
          </p:cNvSpPr>
          <p:nvPr/>
        </p:nvSpPr>
        <p:spPr bwMode="auto">
          <a:xfrm>
            <a:off x="250825" y="1772816"/>
            <a:ext cx="5818157" cy="457369"/>
          </a:xfrm>
          <a:prstGeom prst="rect">
            <a:avLst/>
          </a:prstGeom>
          <a:solidFill>
            <a:srgbClr val="CCFFFF"/>
          </a:solidFill>
          <a:ln w="12700">
            <a:solidFill>
              <a:srgbClr val="FF3300"/>
            </a:solidFill>
            <a:miter lim="800000"/>
            <a:headEnd/>
            <a:tailEnd/>
          </a:ln>
        </p:spPr>
        <p:txBody>
          <a:bodyPr wrap="square">
            <a:spAutoFit/>
          </a:bodyPr>
          <a:lstStyle/>
          <a:p>
            <a:pPr>
              <a:lnSpc>
                <a:spcPct val="125000"/>
              </a:lnSpc>
            </a:pPr>
            <a:r>
              <a:rPr lang="zh-CN" altLang="en-US" sz="2200" b="1" dirty="0">
                <a:solidFill>
                  <a:srgbClr val="0000FF"/>
                </a:solidFill>
                <a:latin typeface="黑体" pitchFamily="49" charset="-122"/>
                <a:ea typeface="黑体" pitchFamily="49" charset="-122"/>
              </a:rPr>
              <a:t>（一）</a:t>
            </a:r>
            <a:r>
              <a:rPr lang="zh-CN" altLang="en-US" sz="2200" b="1" dirty="0">
                <a:solidFill>
                  <a:srgbClr val="0000FF"/>
                </a:solidFill>
                <a:latin typeface="黑体" pitchFamily="49" charset="-122"/>
                <a:ea typeface="黑体" pitchFamily="49" charset="-122"/>
                <a:sym typeface="宋体" pitchFamily="2" charset="-122"/>
              </a:rPr>
              <a:t>坚持守正创新</a:t>
            </a:r>
            <a:endParaRPr lang="zh-CN" altLang="en-US" sz="2200" b="1" dirty="0">
              <a:solidFill>
                <a:srgbClr val="0000FF"/>
              </a:solidFill>
              <a:latin typeface="黑体" pitchFamily="49" charset="-122"/>
              <a:ea typeface="黑体" pitchFamily="49" charset="-122"/>
            </a:endParaRPr>
          </a:p>
        </p:txBody>
      </p:sp>
      <p:sp>
        <p:nvSpPr>
          <p:cNvPr id="3" name="矩形 805891">
            <a:extLst>
              <a:ext uri="{FF2B5EF4-FFF2-40B4-BE49-F238E27FC236}">
                <a16:creationId xmlns:a16="http://schemas.microsoft.com/office/drawing/2014/main" id="{04F8808C-8AC1-E2EC-7D9C-E18DB1C04B27}"/>
              </a:ext>
            </a:extLst>
          </p:cNvPr>
          <p:cNvSpPr>
            <a:spLocks noChangeArrowheads="1"/>
          </p:cNvSpPr>
          <p:nvPr/>
        </p:nvSpPr>
        <p:spPr bwMode="auto">
          <a:xfrm>
            <a:off x="250825" y="2480282"/>
            <a:ext cx="8607454" cy="928694"/>
          </a:xfrm>
          <a:prstGeom prst="rect">
            <a:avLst/>
          </a:prstGeom>
          <a:solidFill>
            <a:srgbClr val="D9F2AC"/>
          </a:solidFill>
          <a:ln w="9525">
            <a:solidFill>
              <a:srgbClr val="FF9900"/>
            </a:solidFill>
            <a:miter lim="800000"/>
            <a:headEnd/>
            <a:tailEnd/>
          </a:ln>
        </p:spPr>
        <p:txBody>
          <a:bodyPr/>
          <a:lstStyle/>
          <a:p>
            <a:pPr eaLnBrk="0" hangingPunct="0">
              <a:lnSpc>
                <a:spcPct val="130000"/>
              </a:lnSpc>
              <a:spcBef>
                <a:spcPct val="10000"/>
              </a:spcBef>
            </a:pPr>
            <a:r>
              <a:rPr lang="en-US" altLang="zh-CN" sz="2000" b="1" dirty="0">
                <a:solidFill>
                  <a:srgbClr val="990000"/>
                </a:solidFill>
                <a:latin typeface="楷体" pitchFamily="49" charset="-122"/>
                <a:ea typeface="楷体" pitchFamily="49" charset="-122"/>
              </a:rPr>
              <a:t>- </a:t>
            </a:r>
            <a:r>
              <a:rPr lang="zh-CN" altLang="en-US" sz="2000" b="1" dirty="0">
                <a:solidFill>
                  <a:srgbClr val="990000"/>
                </a:solidFill>
                <a:latin typeface="楷体" pitchFamily="49" charset="-122"/>
                <a:ea typeface="楷体" pitchFamily="49" charset="-122"/>
              </a:rPr>
              <a:t>守正与创新的含义</a:t>
            </a:r>
            <a:endParaRPr lang="en-US" altLang="zh-CN" sz="2000" b="1" dirty="0">
              <a:solidFill>
                <a:srgbClr val="990000"/>
              </a:solidFill>
              <a:latin typeface="楷体" pitchFamily="49" charset="-122"/>
              <a:ea typeface="楷体" pitchFamily="49" charset="-122"/>
            </a:endParaRPr>
          </a:p>
          <a:p>
            <a:pPr eaLnBrk="0" hangingPunct="0">
              <a:lnSpc>
                <a:spcPct val="130000"/>
              </a:lnSpc>
              <a:spcBef>
                <a:spcPct val="10000"/>
              </a:spcBef>
            </a:pPr>
            <a:r>
              <a:rPr lang="en-US" altLang="zh-CN" sz="2000" b="1" dirty="0">
                <a:solidFill>
                  <a:srgbClr val="990000"/>
                </a:solidFill>
                <a:latin typeface="楷体" pitchFamily="49" charset="-122"/>
                <a:ea typeface="楷体" pitchFamily="49" charset="-122"/>
              </a:rPr>
              <a:t>- </a:t>
            </a:r>
            <a:r>
              <a:rPr lang="zh-CN" altLang="en-US" sz="2000" b="1" dirty="0">
                <a:solidFill>
                  <a:srgbClr val="990000"/>
                </a:solidFill>
                <a:latin typeface="楷体" pitchFamily="49" charset="-122"/>
                <a:ea typeface="楷体" pitchFamily="49" charset="-122"/>
              </a:rPr>
              <a:t>坚持守正与创新的辩证统一</a:t>
            </a:r>
          </a:p>
        </p:txBody>
      </p:sp>
      <p:sp>
        <p:nvSpPr>
          <p:cNvPr id="4" name="矩形 805891">
            <a:extLst>
              <a:ext uri="{FF2B5EF4-FFF2-40B4-BE49-F238E27FC236}">
                <a16:creationId xmlns:a16="http://schemas.microsoft.com/office/drawing/2014/main" id="{9860B67A-E33D-C8A9-85E9-D757DAFFAF5E}"/>
              </a:ext>
            </a:extLst>
          </p:cNvPr>
          <p:cNvSpPr>
            <a:spLocks noChangeArrowheads="1"/>
          </p:cNvSpPr>
          <p:nvPr/>
        </p:nvSpPr>
        <p:spPr bwMode="auto">
          <a:xfrm>
            <a:off x="250824" y="4158152"/>
            <a:ext cx="8607455" cy="1714143"/>
          </a:xfrm>
          <a:prstGeom prst="rect">
            <a:avLst/>
          </a:prstGeom>
          <a:solidFill>
            <a:srgbClr val="D9F2AC"/>
          </a:solidFill>
          <a:ln w="9525">
            <a:solidFill>
              <a:srgbClr val="FF9900"/>
            </a:solidFill>
            <a:miter lim="800000"/>
            <a:headEnd/>
            <a:tailEnd/>
          </a:ln>
        </p:spPr>
        <p:txBody>
          <a:bodyPr/>
          <a:lstStyle/>
          <a:p>
            <a:pPr eaLnBrk="0" hangingPunct="0">
              <a:lnSpc>
                <a:spcPct val="130000"/>
              </a:lnSpc>
              <a:spcBef>
                <a:spcPct val="10000"/>
              </a:spcBef>
            </a:pPr>
            <a:r>
              <a:rPr lang="en-US" altLang="zh-CN" sz="2000" b="1" dirty="0">
                <a:solidFill>
                  <a:srgbClr val="990000"/>
                </a:solidFill>
                <a:latin typeface="楷体" pitchFamily="49" charset="-122"/>
                <a:ea typeface="楷体" pitchFamily="49" charset="-122"/>
              </a:rPr>
              <a:t>- </a:t>
            </a:r>
            <a:r>
              <a:rPr lang="zh-CN" altLang="en-US" sz="2000" b="1" dirty="0">
                <a:solidFill>
                  <a:srgbClr val="990000"/>
                </a:solidFill>
                <a:latin typeface="楷体" pitchFamily="49" charset="-122"/>
                <a:ea typeface="楷体" pitchFamily="49" charset="-122"/>
              </a:rPr>
              <a:t>守正创新彰显着党的理论创新和实践创新的时代要求</a:t>
            </a:r>
            <a:endParaRPr lang="en-US" altLang="zh-CN" sz="2000" b="1" dirty="0">
              <a:solidFill>
                <a:srgbClr val="990000"/>
              </a:solidFill>
              <a:latin typeface="楷体" pitchFamily="49" charset="-122"/>
              <a:ea typeface="楷体" pitchFamily="49" charset="-122"/>
            </a:endParaRPr>
          </a:p>
          <a:p>
            <a:pPr>
              <a:lnSpc>
                <a:spcPct val="130000"/>
              </a:lnSpc>
              <a:spcBef>
                <a:spcPct val="10000"/>
              </a:spcBef>
            </a:pPr>
            <a:r>
              <a:rPr lang="en-US" altLang="zh-CN" sz="2000" b="1" dirty="0">
                <a:solidFill>
                  <a:srgbClr val="990000"/>
                </a:solidFill>
                <a:latin typeface="楷体" pitchFamily="49" charset="-122"/>
                <a:ea typeface="楷体" pitchFamily="49" charset="-122"/>
              </a:rPr>
              <a:t>- </a:t>
            </a:r>
            <a:r>
              <a:rPr lang="zh-CN" altLang="en-US" sz="2000" b="1" dirty="0">
                <a:solidFill>
                  <a:srgbClr val="990000"/>
                </a:solidFill>
                <a:latin typeface="楷体" pitchFamily="49" charset="-122"/>
                <a:ea typeface="楷体" pitchFamily="49" charset="-122"/>
              </a:rPr>
              <a:t>实践创新为理论创新提供不竭的动力源泉</a:t>
            </a:r>
            <a:endParaRPr lang="en-US" altLang="zh-CN" sz="2000" b="1" dirty="0">
              <a:solidFill>
                <a:srgbClr val="990000"/>
              </a:solidFill>
              <a:latin typeface="楷体" pitchFamily="49" charset="-122"/>
              <a:ea typeface="楷体" pitchFamily="49" charset="-122"/>
            </a:endParaRPr>
          </a:p>
          <a:p>
            <a:pPr>
              <a:lnSpc>
                <a:spcPct val="130000"/>
              </a:lnSpc>
              <a:spcBef>
                <a:spcPct val="10000"/>
              </a:spcBef>
            </a:pPr>
            <a:r>
              <a:rPr lang="en-US" altLang="zh-CN" sz="2000" b="1" dirty="0">
                <a:solidFill>
                  <a:srgbClr val="990000"/>
                </a:solidFill>
                <a:latin typeface="楷体" pitchFamily="49" charset="-122"/>
                <a:ea typeface="楷体" pitchFamily="49" charset="-122"/>
              </a:rPr>
              <a:t>- </a:t>
            </a:r>
            <a:r>
              <a:rPr lang="zh-CN" altLang="en-US" sz="2000" b="1" dirty="0">
                <a:solidFill>
                  <a:srgbClr val="990000"/>
                </a:solidFill>
                <a:latin typeface="楷体" pitchFamily="49" charset="-122"/>
                <a:ea typeface="楷体" pitchFamily="49" charset="-122"/>
              </a:rPr>
              <a:t>理论创新为实践创新提供科学的行动指南</a:t>
            </a:r>
            <a:endParaRPr lang="en-US" altLang="zh-CN" sz="2000" b="1" dirty="0">
              <a:solidFill>
                <a:srgbClr val="990000"/>
              </a:solidFill>
              <a:latin typeface="楷体" pitchFamily="49" charset="-122"/>
              <a:ea typeface="楷体" pitchFamily="49" charset="-122"/>
            </a:endParaRPr>
          </a:p>
          <a:p>
            <a:pPr>
              <a:lnSpc>
                <a:spcPct val="130000"/>
              </a:lnSpc>
              <a:spcBef>
                <a:spcPct val="10000"/>
              </a:spcBef>
            </a:pPr>
            <a:r>
              <a:rPr lang="en-US" altLang="zh-CN" sz="2000" b="1" dirty="0">
                <a:solidFill>
                  <a:srgbClr val="990000"/>
                </a:solidFill>
                <a:latin typeface="楷体" pitchFamily="49" charset="-122"/>
                <a:ea typeface="楷体" pitchFamily="49" charset="-122"/>
              </a:rPr>
              <a:t>- </a:t>
            </a:r>
            <a:r>
              <a:rPr lang="zh-CN" altLang="en-US" sz="2000" b="1" dirty="0">
                <a:solidFill>
                  <a:srgbClr val="990000"/>
                </a:solidFill>
                <a:latin typeface="楷体" pitchFamily="49" charset="-122"/>
                <a:ea typeface="楷体" pitchFamily="49" charset="-122"/>
              </a:rPr>
              <a:t>二者相互促进，辩证统一，不断创新发展</a:t>
            </a:r>
            <a:endParaRPr lang="en-US" altLang="zh-CN" sz="2000" b="1" dirty="0">
              <a:solidFill>
                <a:srgbClr val="990000"/>
              </a:solidFill>
              <a:latin typeface="楷体" pitchFamily="49" charset="-122"/>
              <a:ea typeface="楷体" pitchFamily="49" charset="-122"/>
            </a:endParaRPr>
          </a:p>
          <a:p>
            <a:pPr eaLnBrk="0" hangingPunct="0">
              <a:lnSpc>
                <a:spcPct val="130000"/>
              </a:lnSpc>
              <a:spcBef>
                <a:spcPct val="10000"/>
              </a:spcBef>
            </a:pPr>
            <a:endParaRPr lang="zh-CN" altLang="en-US" sz="2000" b="1" dirty="0">
              <a:solidFill>
                <a:srgbClr val="990000"/>
              </a:solidFill>
              <a:latin typeface="楷体" pitchFamily="49" charset="-122"/>
              <a:ea typeface="楷体" pitchFamily="49" charset="-122"/>
            </a:endParaRPr>
          </a:p>
        </p:txBody>
      </p:sp>
    </p:spTree>
    <p:extLst>
      <p:ext uri="{BB962C8B-B14F-4D97-AF65-F5344CB8AC3E}">
        <p14:creationId xmlns:p14="http://schemas.microsoft.com/office/powerpoint/2010/main" val="27641314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83" name="矩形 862263"/>
          <p:cNvSpPr>
            <a:spLocks noChangeArrowheads="1" noChangeShapeType="1" noTextEdit="1"/>
          </p:cNvSpPr>
          <p:nvPr/>
        </p:nvSpPr>
        <p:spPr bwMode="auto">
          <a:xfrm>
            <a:off x="785786" y="214290"/>
            <a:ext cx="3059112" cy="550862"/>
          </a:xfrm>
          <a:prstGeom prst="rect">
            <a:avLst/>
          </a:prstGeom>
          <a:solidFill>
            <a:schemeClr val="tx1"/>
          </a:solidFill>
        </p:spPr>
        <p:txBody>
          <a:bodyPr wrap="none" fromWordArt="1">
            <a:prstTxWarp prst="textDeflate">
              <a:avLst>
                <a:gd name="adj" fmla="val 26227"/>
              </a:avLst>
            </a:prstTxWarp>
          </a:bodyPr>
          <a:lstStyle/>
          <a:p>
            <a:pPr algn="ctr"/>
            <a:r>
              <a:rPr lang="zh-CN" altLang="en-US" sz="5400" b="1" dirty="0">
                <a:ln w="0">
                  <a:solidFill>
                    <a:srgbClr val="FF0000"/>
                  </a:solidFill>
                  <a:round/>
                  <a:headEnd/>
                  <a:tailEnd/>
                </a:ln>
                <a:solidFill>
                  <a:srgbClr val="CCFFFF"/>
                </a:solidFill>
                <a:latin typeface="华文隶书"/>
                <a:ea typeface="华文隶书"/>
              </a:rPr>
              <a:t>认识论逻辑框架</a:t>
            </a:r>
          </a:p>
        </p:txBody>
      </p:sp>
      <p:grpSp>
        <p:nvGrpSpPr>
          <p:cNvPr id="3" name="组合 862212"/>
          <p:cNvGrpSpPr>
            <a:grpSpLocks/>
          </p:cNvGrpSpPr>
          <p:nvPr/>
        </p:nvGrpSpPr>
        <p:grpSpPr bwMode="auto">
          <a:xfrm>
            <a:off x="0" y="428604"/>
            <a:ext cx="8964613" cy="6165850"/>
            <a:chOff x="0" y="0"/>
            <a:chExt cx="5647" cy="3884"/>
          </a:xfrm>
        </p:grpSpPr>
        <p:grpSp>
          <p:nvGrpSpPr>
            <p:cNvPr id="4" name="组合 862213"/>
            <p:cNvGrpSpPr>
              <a:grpSpLocks/>
            </p:cNvGrpSpPr>
            <p:nvPr/>
          </p:nvGrpSpPr>
          <p:grpSpPr bwMode="auto">
            <a:xfrm>
              <a:off x="0" y="0"/>
              <a:ext cx="1892" cy="3838"/>
              <a:chOff x="0" y="0"/>
              <a:chExt cx="1892" cy="3838"/>
            </a:xfrm>
          </p:grpSpPr>
          <p:sp>
            <p:nvSpPr>
              <p:cNvPr id="73736" name="矩形 862214"/>
              <p:cNvSpPr>
                <a:spLocks noChangeArrowheads="1"/>
              </p:cNvSpPr>
              <p:nvPr/>
            </p:nvSpPr>
            <p:spPr bwMode="auto">
              <a:xfrm>
                <a:off x="0" y="0"/>
                <a:ext cx="407" cy="3838"/>
              </a:xfrm>
              <a:prstGeom prst="rect">
                <a:avLst/>
              </a:prstGeom>
              <a:solidFill>
                <a:srgbClr val="CCFFFF"/>
              </a:solidFill>
              <a:ln w="28575">
                <a:solidFill>
                  <a:srgbClr val="FF9900"/>
                </a:solidFill>
                <a:miter lim="800000"/>
                <a:headEnd/>
                <a:tailEnd/>
              </a:ln>
            </p:spPr>
            <p:txBody>
              <a:bodyPr vert="eaVert"/>
              <a:lstStyle/>
              <a:p>
                <a:pPr>
                  <a:lnSpc>
                    <a:spcPct val="120000"/>
                  </a:lnSpc>
                  <a:spcBef>
                    <a:spcPct val="20000"/>
                  </a:spcBef>
                </a:pPr>
                <a:r>
                  <a:rPr lang="en-US" altLang="zh-CN" sz="2000" b="1">
                    <a:solidFill>
                      <a:srgbClr val="990000"/>
                    </a:solidFill>
                    <a:ea typeface="楷体_GB2312" pitchFamily="49" charset="-122"/>
                  </a:rPr>
                  <a:t>   </a:t>
                </a:r>
                <a:r>
                  <a:rPr lang="zh-CN" altLang="en-US" b="1">
                    <a:solidFill>
                      <a:srgbClr val="990000"/>
                    </a:solidFill>
                    <a:latin typeface="楷体" pitchFamily="49" charset="-122"/>
                    <a:ea typeface="楷体" pitchFamily="49" charset="-122"/>
                  </a:rPr>
                  <a:t>哲学基本问题之二：世界是否可认识，怎样认识是正确的</a:t>
                </a:r>
              </a:p>
            </p:txBody>
          </p:sp>
          <p:sp>
            <p:nvSpPr>
              <p:cNvPr id="73737" name="直接连接符 862215"/>
              <p:cNvSpPr>
                <a:spLocks noChangeShapeType="1"/>
              </p:cNvSpPr>
              <p:nvPr/>
            </p:nvSpPr>
            <p:spPr bwMode="auto">
              <a:xfrm>
                <a:off x="408" y="3168"/>
                <a:ext cx="136"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38" name="矩形 862216"/>
              <p:cNvSpPr>
                <a:spLocks noChangeArrowheads="1"/>
              </p:cNvSpPr>
              <p:nvPr/>
            </p:nvSpPr>
            <p:spPr bwMode="auto">
              <a:xfrm>
                <a:off x="544" y="2926"/>
                <a:ext cx="272" cy="565"/>
              </a:xfrm>
              <a:prstGeom prst="rect">
                <a:avLst/>
              </a:prstGeom>
              <a:solidFill>
                <a:srgbClr val="CCFFFF"/>
              </a:solidFill>
              <a:ln w="9525">
                <a:solidFill>
                  <a:schemeClr val="tx1"/>
                </a:solidFill>
                <a:miter lim="800000"/>
                <a:headEnd/>
                <a:tailEnd/>
              </a:ln>
            </p:spPr>
            <p:txBody>
              <a:bodyPr vert="eaVert" wrap="none" anchor="ctr"/>
              <a:lstStyle/>
              <a:p>
                <a:pPr algn="ctr"/>
                <a:r>
                  <a:rPr lang="zh-CN" altLang="en-US" b="1">
                    <a:solidFill>
                      <a:srgbClr val="0000CC"/>
                    </a:solidFill>
                    <a:ea typeface="幼圆" pitchFamily="49" charset="-122"/>
                  </a:rPr>
                  <a:t>不可知论</a:t>
                </a:r>
              </a:p>
            </p:txBody>
          </p:sp>
          <p:sp>
            <p:nvSpPr>
              <p:cNvPr id="73739" name="直接连接符 862217"/>
              <p:cNvSpPr>
                <a:spLocks noChangeShapeType="1"/>
              </p:cNvSpPr>
              <p:nvPr/>
            </p:nvSpPr>
            <p:spPr bwMode="auto">
              <a:xfrm>
                <a:off x="408" y="1436"/>
                <a:ext cx="91"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40" name="矩形 862218"/>
              <p:cNvSpPr>
                <a:spLocks noChangeArrowheads="1"/>
              </p:cNvSpPr>
              <p:nvPr/>
            </p:nvSpPr>
            <p:spPr bwMode="auto">
              <a:xfrm>
                <a:off x="499" y="1234"/>
                <a:ext cx="181" cy="443"/>
              </a:xfrm>
              <a:prstGeom prst="rect">
                <a:avLst/>
              </a:prstGeom>
              <a:solidFill>
                <a:srgbClr val="CCFFFF"/>
              </a:solidFill>
              <a:ln w="9525">
                <a:solidFill>
                  <a:schemeClr val="tx1"/>
                </a:solidFill>
                <a:miter lim="800000"/>
                <a:headEnd/>
                <a:tailEnd/>
              </a:ln>
            </p:spPr>
            <p:txBody>
              <a:bodyPr vert="eaVert" wrap="none" anchor="ctr"/>
              <a:lstStyle/>
              <a:p>
                <a:pPr algn="ctr"/>
                <a:r>
                  <a:rPr lang="zh-CN" altLang="en-US" b="1">
                    <a:solidFill>
                      <a:srgbClr val="FF0000"/>
                    </a:solidFill>
                    <a:ea typeface="幼圆" pitchFamily="49" charset="-122"/>
                  </a:rPr>
                  <a:t>可知论</a:t>
                </a:r>
              </a:p>
            </p:txBody>
          </p:sp>
          <p:sp>
            <p:nvSpPr>
              <p:cNvPr id="73741" name="矩形 862219"/>
              <p:cNvSpPr>
                <a:spLocks noChangeArrowheads="1"/>
              </p:cNvSpPr>
              <p:nvPr/>
            </p:nvSpPr>
            <p:spPr bwMode="auto">
              <a:xfrm>
                <a:off x="680" y="751"/>
                <a:ext cx="226" cy="484"/>
              </a:xfrm>
              <a:prstGeom prst="rect">
                <a:avLst/>
              </a:prstGeom>
              <a:solidFill>
                <a:srgbClr val="CCFFFF"/>
              </a:solidFill>
              <a:ln w="9525">
                <a:solidFill>
                  <a:schemeClr val="tx1"/>
                </a:solidFill>
                <a:miter lim="800000"/>
                <a:headEnd/>
                <a:tailEnd/>
              </a:ln>
            </p:spPr>
            <p:txBody>
              <a:bodyPr vert="eaVert" wrap="none" anchor="ctr"/>
              <a:lstStyle/>
              <a:p>
                <a:pPr algn="ctr"/>
                <a:r>
                  <a:rPr lang="zh-CN" altLang="en-US" b="1">
                    <a:solidFill>
                      <a:srgbClr val="0000CC"/>
                    </a:solidFill>
                    <a:ea typeface="幼圆" pitchFamily="49" charset="-122"/>
                  </a:rPr>
                  <a:t>先验论</a:t>
                </a:r>
              </a:p>
            </p:txBody>
          </p:sp>
          <p:sp>
            <p:nvSpPr>
              <p:cNvPr id="73742" name="矩形 862220"/>
              <p:cNvSpPr>
                <a:spLocks noChangeArrowheads="1"/>
              </p:cNvSpPr>
              <p:nvPr/>
            </p:nvSpPr>
            <p:spPr bwMode="auto">
              <a:xfrm>
                <a:off x="680" y="1677"/>
                <a:ext cx="226" cy="485"/>
              </a:xfrm>
              <a:prstGeom prst="rect">
                <a:avLst/>
              </a:prstGeom>
              <a:solidFill>
                <a:srgbClr val="CCFFFF"/>
              </a:solidFill>
              <a:ln w="9525">
                <a:solidFill>
                  <a:schemeClr val="tx1"/>
                </a:solidFill>
                <a:miter lim="800000"/>
                <a:headEnd/>
                <a:tailEnd/>
              </a:ln>
            </p:spPr>
            <p:txBody>
              <a:bodyPr vert="eaVert" wrap="none" anchor="ctr"/>
              <a:lstStyle/>
              <a:p>
                <a:pPr algn="ctr"/>
                <a:r>
                  <a:rPr lang="zh-CN" altLang="en-US" b="1">
                    <a:solidFill>
                      <a:srgbClr val="FF0000"/>
                    </a:solidFill>
                    <a:ea typeface="幼圆" pitchFamily="49" charset="-122"/>
                  </a:rPr>
                  <a:t>反映论</a:t>
                </a:r>
              </a:p>
            </p:txBody>
          </p:sp>
          <p:sp>
            <p:nvSpPr>
              <p:cNvPr id="73743" name="矩形 862221"/>
              <p:cNvSpPr>
                <a:spLocks noChangeArrowheads="1"/>
              </p:cNvSpPr>
              <p:nvPr/>
            </p:nvSpPr>
            <p:spPr bwMode="auto">
              <a:xfrm>
                <a:off x="945" y="1395"/>
                <a:ext cx="590" cy="362"/>
              </a:xfrm>
              <a:prstGeom prst="rect">
                <a:avLst/>
              </a:prstGeom>
              <a:solidFill>
                <a:srgbClr val="CCFFFF"/>
              </a:solidFill>
              <a:ln w="38100">
                <a:solidFill>
                  <a:srgbClr val="800000"/>
                </a:solidFill>
                <a:miter lim="800000"/>
                <a:headEnd/>
                <a:tailEnd/>
              </a:ln>
            </p:spPr>
            <p:txBody>
              <a:bodyPr wrap="none" anchor="ctr"/>
              <a:lstStyle/>
              <a:p>
                <a:pPr algn="ctr"/>
                <a:r>
                  <a:rPr lang="zh-CN" altLang="en-US" b="1">
                    <a:solidFill>
                      <a:srgbClr val="FF0000"/>
                    </a:solidFill>
                    <a:ea typeface="幼圆" pitchFamily="49" charset="-122"/>
                  </a:rPr>
                  <a:t>能动</a:t>
                </a:r>
              </a:p>
              <a:p>
                <a:pPr algn="ctr"/>
                <a:r>
                  <a:rPr lang="zh-CN" altLang="en-US" b="1">
                    <a:solidFill>
                      <a:srgbClr val="FF0000"/>
                    </a:solidFill>
                    <a:ea typeface="幼圆" pitchFamily="49" charset="-122"/>
                  </a:rPr>
                  <a:t>反映论</a:t>
                </a:r>
              </a:p>
            </p:txBody>
          </p:sp>
          <p:sp>
            <p:nvSpPr>
              <p:cNvPr id="73744" name="矩形 862222"/>
              <p:cNvSpPr>
                <a:spLocks noChangeArrowheads="1"/>
              </p:cNvSpPr>
              <p:nvPr/>
            </p:nvSpPr>
            <p:spPr bwMode="auto">
              <a:xfrm>
                <a:off x="930" y="2024"/>
                <a:ext cx="590" cy="362"/>
              </a:xfrm>
              <a:prstGeom prst="rect">
                <a:avLst/>
              </a:prstGeom>
              <a:solidFill>
                <a:srgbClr val="CCFFFF"/>
              </a:solidFill>
              <a:ln w="9525">
                <a:solidFill>
                  <a:schemeClr val="tx1"/>
                </a:solidFill>
                <a:miter lim="800000"/>
                <a:headEnd/>
                <a:tailEnd/>
              </a:ln>
            </p:spPr>
            <p:txBody>
              <a:bodyPr wrap="none" anchor="ctr"/>
              <a:lstStyle/>
              <a:p>
                <a:pPr algn="ctr"/>
                <a:r>
                  <a:rPr lang="zh-CN" altLang="en-US" b="1">
                    <a:solidFill>
                      <a:srgbClr val="0000CC"/>
                    </a:solidFill>
                    <a:ea typeface="幼圆" pitchFamily="49" charset="-122"/>
                  </a:rPr>
                  <a:t>消极</a:t>
                </a:r>
              </a:p>
              <a:p>
                <a:pPr algn="ctr"/>
                <a:r>
                  <a:rPr lang="zh-CN" altLang="en-US" b="1">
                    <a:solidFill>
                      <a:srgbClr val="0000CC"/>
                    </a:solidFill>
                    <a:ea typeface="幼圆" pitchFamily="49" charset="-122"/>
                  </a:rPr>
                  <a:t>反映论</a:t>
                </a:r>
              </a:p>
            </p:txBody>
          </p:sp>
          <p:sp>
            <p:nvSpPr>
              <p:cNvPr id="73745" name="直接连接符 862223"/>
              <p:cNvSpPr>
                <a:spLocks noChangeShapeType="1"/>
              </p:cNvSpPr>
              <p:nvPr/>
            </p:nvSpPr>
            <p:spPr bwMode="auto">
              <a:xfrm>
                <a:off x="1575" y="1575"/>
                <a:ext cx="317" cy="0"/>
              </a:xfrm>
              <a:prstGeom prst="line">
                <a:avLst/>
              </a:prstGeom>
              <a:noFill/>
              <a:ln w="762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46" name="矩形 862224"/>
              <p:cNvSpPr>
                <a:spLocks noChangeArrowheads="1"/>
              </p:cNvSpPr>
              <p:nvPr/>
            </p:nvSpPr>
            <p:spPr bwMode="auto">
              <a:xfrm>
                <a:off x="817" y="2685"/>
                <a:ext cx="226" cy="484"/>
              </a:xfrm>
              <a:prstGeom prst="rect">
                <a:avLst/>
              </a:prstGeom>
              <a:solidFill>
                <a:srgbClr val="CCFFFF"/>
              </a:solidFill>
              <a:ln w="9525">
                <a:solidFill>
                  <a:schemeClr val="tx1"/>
                </a:solidFill>
                <a:miter lim="800000"/>
                <a:headEnd/>
                <a:tailEnd/>
              </a:ln>
            </p:spPr>
            <p:txBody>
              <a:bodyPr vert="eaVert" wrap="none" anchor="ctr"/>
              <a:lstStyle/>
              <a:p>
                <a:pPr algn="ctr"/>
                <a:r>
                  <a:rPr lang="zh-CN" altLang="en-US" b="1">
                    <a:solidFill>
                      <a:srgbClr val="0000CC"/>
                    </a:solidFill>
                    <a:ea typeface="幼圆" pitchFamily="49" charset="-122"/>
                  </a:rPr>
                  <a:t>彻底的</a:t>
                </a:r>
              </a:p>
            </p:txBody>
          </p:sp>
          <p:sp>
            <p:nvSpPr>
              <p:cNvPr id="73747" name="矩形 862225"/>
              <p:cNvSpPr>
                <a:spLocks noChangeArrowheads="1"/>
              </p:cNvSpPr>
              <p:nvPr/>
            </p:nvSpPr>
            <p:spPr bwMode="auto">
              <a:xfrm>
                <a:off x="817" y="3249"/>
                <a:ext cx="226" cy="589"/>
              </a:xfrm>
              <a:prstGeom prst="rect">
                <a:avLst/>
              </a:prstGeom>
              <a:solidFill>
                <a:srgbClr val="CCFFFF"/>
              </a:solidFill>
              <a:ln w="9525">
                <a:solidFill>
                  <a:schemeClr val="tx1"/>
                </a:solidFill>
                <a:miter lim="800000"/>
                <a:headEnd/>
                <a:tailEnd/>
              </a:ln>
            </p:spPr>
            <p:txBody>
              <a:bodyPr vert="eaVert" wrap="none" anchor="ctr"/>
              <a:lstStyle/>
              <a:p>
                <a:pPr algn="ctr"/>
                <a:r>
                  <a:rPr lang="zh-CN" altLang="en-US" b="1">
                    <a:solidFill>
                      <a:srgbClr val="0000CC"/>
                    </a:solidFill>
                    <a:ea typeface="幼圆" pitchFamily="49" charset="-122"/>
                  </a:rPr>
                  <a:t>不彻底的</a:t>
                </a:r>
              </a:p>
            </p:txBody>
          </p:sp>
        </p:grpSp>
        <p:sp>
          <p:nvSpPr>
            <p:cNvPr id="73748" name="椭圆 862226"/>
            <p:cNvSpPr>
              <a:spLocks noChangeArrowheads="1"/>
            </p:cNvSpPr>
            <p:nvPr/>
          </p:nvSpPr>
          <p:spPr bwMode="auto">
            <a:xfrm>
              <a:off x="1882" y="436"/>
              <a:ext cx="363" cy="681"/>
            </a:xfrm>
            <a:prstGeom prst="ellipse">
              <a:avLst/>
            </a:prstGeom>
            <a:solidFill>
              <a:srgbClr val="339966"/>
            </a:solidFill>
            <a:ln>
              <a:noFill/>
            </a:ln>
            <a:scene3d>
              <a:camera prst="legacyObliqueTopRight"/>
              <a:lightRig rig="legacyFlat3" dir="b"/>
            </a:scene3d>
            <a:sp3d extrusionH="430200" prstMaterial="legacyMatte">
              <a:bevelT w="13500" h="13500" prst="angle"/>
              <a:bevelB w="13500" h="13500" prst="angle"/>
              <a:extrusionClr>
                <a:srgbClr val="339966"/>
              </a:extrusionClr>
            </a:sp3d>
            <a:extLst>
              <a:ext uri="{91240B29-F687-4F45-9708-019B960494DF}">
                <a14:hiddenLine xmlns:a14="http://schemas.microsoft.com/office/drawing/2010/main" w="9525">
                  <a:noFill/>
                  <a:round/>
                  <a:headEnd/>
                  <a:tailEnd/>
                </a14:hiddenLine>
              </a:ext>
            </a:extLst>
          </p:spPr>
          <p:txBody>
            <a:bodyPr vert="eaVert" wrap="none" anchor="ctr">
              <a:flatTx/>
            </a:bodyPr>
            <a:lstStyle/>
            <a:p>
              <a:pPr algn="ctr"/>
              <a:r>
                <a:rPr lang="zh-CN" altLang="en-US" sz="2800" b="1">
                  <a:solidFill>
                    <a:schemeClr val="bg1"/>
                  </a:solidFill>
                  <a:latin typeface="楷体" pitchFamily="49" charset="-122"/>
                  <a:ea typeface="楷体" pitchFamily="49" charset="-122"/>
                </a:rPr>
                <a:t>实践</a:t>
              </a:r>
            </a:p>
          </p:txBody>
        </p:sp>
        <p:sp>
          <p:nvSpPr>
            <p:cNvPr id="73749" name="椭圆 862227"/>
            <p:cNvSpPr>
              <a:spLocks noChangeArrowheads="1"/>
            </p:cNvSpPr>
            <p:nvPr/>
          </p:nvSpPr>
          <p:spPr bwMode="auto">
            <a:xfrm>
              <a:off x="1882" y="1344"/>
              <a:ext cx="363" cy="681"/>
            </a:xfrm>
            <a:prstGeom prst="ellipse">
              <a:avLst/>
            </a:prstGeom>
            <a:solidFill>
              <a:srgbClr val="339966"/>
            </a:solidFill>
            <a:ln>
              <a:noFill/>
            </a:ln>
            <a:scene3d>
              <a:camera prst="legacyObliqueTopRight"/>
              <a:lightRig rig="legacyFlat3" dir="b"/>
            </a:scene3d>
            <a:sp3d extrusionH="430200" prstMaterial="legacyMatte">
              <a:bevelT w="13500" h="13500" prst="angle"/>
              <a:bevelB w="13500" h="13500" prst="angle"/>
              <a:extrusionClr>
                <a:srgbClr val="339966"/>
              </a:extrusionClr>
            </a:sp3d>
            <a:extLst>
              <a:ext uri="{91240B29-F687-4F45-9708-019B960494DF}">
                <a14:hiddenLine xmlns:a14="http://schemas.microsoft.com/office/drawing/2010/main" w="9525">
                  <a:noFill/>
                  <a:round/>
                  <a:headEnd/>
                  <a:tailEnd/>
                </a14:hiddenLine>
              </a:ext>
            </a:extLst>
          </p:spPr>
          <p:txBody>
            <a:bodyPr vert="eaVert" wrap="none" anchor="ctr">
              <a:flatTx/>
            </a:bodyPr>
            <a:lstStyle/>
            <a:p>
              <a:pPr algn="ctr"/>
              <a:r>
                <a:rPr lang="zh-CN" altLang="en-US" sz="2800" b="1">
                  <a:solidFill>
                    <a:schemeClr val="bg1"/>
                  </a:solidFill>
                  <a:latin typeface="楷体" pitchFamily="49" charset="-122"/>
                  <a:ea typeface="楷体" pitchFamily="49" charset="-122"/>
                </a:rPr>
                <a:t>认识</a:t>
              </a:r>
            </a:p>
          </p:txBody>
        </p:sp>
        <p:sp>
          <p:nvSpPr>
            <p:cNvPr id="73750" name="椭圆 862228"/>
            <p:cNvSpPr>
              <a:spLocks noChangeArrowheads="1"/>
            </p:cNvSpPr>
            <p:nvPr/>
          </p:nvSpPr>
          <p:spPr bwMode="auto">
            <a:xfrm>
              <a:off x="1927" y="2205"/>
              <a:ext cx="363" cy="681"/>
            </a:xfrm>
            <a:prstGeom prst="ellipse">
              <a:avLst/>
            </a:prstGeom>
            <a:solidFill>
              <a:srgbClr val="339966"/>
            </a:solidFill>
            <a:ln>
              <a:noFill/>
            </a:ln>
            <a:scene3d>
              <a:camera prst="legacyObliqueTopRight"/>
              <a:lightRig rig="legacyFlat3" dir="b"/>
            </a:scene3d>
            <a:sp3d extrusionH="430200" prstMaterial="legacyMatte">
              <a:bevelT w="13500" h="13500" prst="angle"/>
              <a:bevelB w="13500" h="13500" prst="angle"/>
              <a:extrusionClr>
                <a:srgbClr val="339966"/>
              </a:extrusionClr>
            </a:sp3d>
            <a:extLst>
              <a:ext uri="{91240B29-F687-4F45-9708-019B960494DF}">
                <a14:hiddenLine xmlns:a14="http://schemas.microsoft.com/office/drawing/2010/main" w="9525">
                  <a:noFill/>
                  <a:round/>
                  <a:headEnd/>
                  <a:tailEnd/>
                </a14:hiddenLine>
              </a:ext>
            </a:extLst>
          </p:spPr>
          <p:txBody>
            <a:bodyPr vert="eaVert" wrap="none" anchor="ctr">
              <a:flatTx/>
            </a:bodyPr>
            <a:lstStyle/>
            <a:p>
              <a:pPr algn="ctr"/>
              <a:r>
                <a:rPr lang="zh-CN" altLang="en-US" sz="2800" b="1">
                  <a:solidFill>
                    <a:schemeClr val="bg1"/>
                  </a:solidFill>
                  <a:latin typeface="楷体" pitchFamily="49" charset="-122"/>
                  <a:ea typeface="楷体" pitchFamily="49" charset="-122"/>
                </a:rPr>
                <a:t>真理</a:t>
              </a:r>
            </a:p>
          </p:txBody>
        </p:sp>
        <p:sp>
          <p:nvSpPr>
            <p:cNvPr id="73751" name="椭圆 862229"/>
            <p:cNvSpPr>
              <a:spLocks noChangeArrowheads="1"/>
            </p:cNvSpPr>
            <p:nvPr/>
          </p:nvSpPr>
          <p:spPr bwMode="auto">
            <a:xfrm>
              <a:off x="1973" y="3113"/>
              <a:ext cx="363" cy="681"/>
            </a:xfrm>
            <a:prstGeom prst="ellipse">
              <a:avLst/>
            </a:prstGeom>
            <a:solidFill>
              <a:srgbClr val="339966"/>
            </a:solidFill>
            <a:ln>
              <a:noFill/>
            </a:ln>
            <a:scene3d>
              <a:camera prst="legacyObliqueTopRight"/>
              <a:lightRig rig="legacyFlat3" dir="b"/>
            </a:scene3d>
            <a:sp3d extrusionH="430200" prstMaterial="legacyMatte">
              <a:bevelT w="13500" h="13500" prst="angle"/>
              <a:bevelB w="13500" h="13500" prst="angle"/>
              <a:extrusionClr>
                <a:srgbClr val="339966"/>
              </a:extrusionClr>
            </a:sp3d>
            <a:extLst>
              <a:ext uri="{91240B29-F687-4F45-9708-019B960494DF}">
                <a14:hiddenLine xmlns:a14="http://schemas.microsoft.com/office/drawing/2010/main" w="9525">
                  <a:noFill/>
                  <a:round/>
                  <a:headEnd/>
                  <a:tailEnd/>
                </a14:hiddenLine>
              </a:ext>
            </a:extLst>
          </p:spPr>
          <p:txBody>
            <a:bodyPr vert="eaVert" wrap="none" anchor="ctr">
              <a:flatTx/>
            </a:bodyPr>
            <a:lstStyle/>
            <a:p>
              <a:pPr algn="ctr"/>
              <a:r>
                <a:rPr lang="zh-CN" altLang="en-US" sz="2800" b="1">
                  <a:solidFill>
                    <a:schemeClr val="bg1"/>
                  </a:solidFill>
                  <a:latin typeface="楷体" pitchFamily="49" charset="-122"/>
                  <a:ea typeface="楷体" pitchFamily="49" charset="-122"/>
                </a:rPr>
                <a:t>价值</a:t>
              </a:r>
            </a:p>
          </p:txBody>
        </p:sp>
        <p:sp>
          <p:nvSpPr>
            <p:cNvPr id="73752" name="椭圆 862230"/>
            <p:cNvSpPr>
              <a:spLocks noChangeArrowheads="1"/>
            </p:cNvSpPr>
            <p:nvPr/>
          </p:nvSpPr>
          <p:spPr bwMode="auto">
            <a:xfrm>
              <a:off x="2472" y="210"/>
              <a:ext cx="817" cy="409"/>
            </a:xfrm>
            <a:prstGeom prst="ellipse">
              <a:avLst/>
            </a:prstGeom>
            <a:solidFill>
              <a:schemeClr val="bg2"/>
            </a:solidFill>
            <a:ln w="9525">
              <a:solidFill>
                <a:schemeClr val="tx1"/>
              </a:solidFill>
              <a:round/>
              <a:headEnd/>
              <a:tailEnd/>
            </a:ln>
          </p:spPr>
          <p:txBody>
            <a:bodyPr wrap="none" anchor="ctr"/>
            <a:lstStyle/>
            <a:p>
              <a:pPr algn="ctr"/>
              <a:r>
                <a:rPr lang="zh-CN" altLang="en-US" b="1" dirty="0">
                  <a:solidFill>
                    <a:srgbClr val="0000CC"/>
                  </a:solidFill>
                  <a:ea typeface="幼圆" pitchFamily="49" charset="-122"/>
                </a:rPr>
                <a:t>科学的</a:t>
              </a:r>
            </a:p>
            <a:p>
              <a:pPr algn="ctr"/>
              <a:r>
                <a:rPr lang="zh-CN" altLang="en-US" b="1" dirty="0">
                  <a:solidFill>
                    <a:srgbClr val="0000CC"/>
                  </a:solidFill>
                  <a:ea typeface="幼圆" pitchFamily="49" charset="-122"/>
                </a:rPr>
                <a:t>实践观</a:t>
              </a:r>
            </a:p>
          </p:txBody>
        </p:sp>
        <p:sp>
          <p:nvSpPr>
            <p:cNvPr id="73753" name="椭圆 862231"/>
            <p:cNvSpPr>
              <a:spLocks noChangeArrowheads="1"/>
            </p:cNvSpPr>
            <p:nvPr/>
          </p:nvSpPr>
          <p:spPr bwMode="auto">
            <a:xfrm>
              <a:off x="2472" y="709"/>
              <a:ext cx="1043" cy="409"/>
            </a:xfrm>
            <a:prstGeom prst="ellipse">
              <a:avLst/>
            </a:prstGeom>
            <a:solidFill>
              <a:schemeClr val="bg2"/>
            </a:solidFill>
            <a:ln w="9525">
              <a:solidFill>
                <a:schemeClr val="tx1"/>
              </a:solidFill>
              <a:round/>
              <a:headEnd/>
              <a:tailEnd/>
            </a:ln>
          </p:spPr>
          <p:txBody>
            <a:bodyPr wrap="none" anchor="ctr"/>
            <a:lstStyle/>
            <a:p>
              <a:pPr algn="ctr"/>
              <a:r>
                <a:rPr lang="zh-CN" altLang="en-US" b="1" dirty="0">
                  <a:solidFill>
                    <a:srgbClr val="0000CC"/>
                  </a:solidFill>
                  <a:ea typeface="幼圆" pitchFamily="49" charset="-122"/>
                </a:rPr>
                <a:t>实践在认识中</a:t>
              </a:r>
            </a:p>
            <a:p>
              <a:pPr algn="ctr"/>
              <a:r>
                <a:rPr lang="zh-CN" altLang="en-US" b="1" dirty="0">
                  <a:solidFill>
                    <a:srgbClr val="0000CC"/>
                  </a:solidFill>
                  <a:ea typeface="幼圆" pitchFamily="49" charset="-122"/>
                </a:rPr>
                <a:t>的决定作用</a:t>
              </a:r>
            </a:p>
          </p:txBody>
        </p:sp>
        <p:sp>
          <p:nvSpPr>
            <p:cNvPr id="73754" name="矩形 862232"/>
            <p:cNvSpPr>
              <a:spLocks noChangeArrowheads="1"/>
            </p:cNvSpPr>
            <p:nvPr/>
          </p:nvSpPr>
          <p:spPr bwMode="auto">
            <a:xfrm>
              <a:off x="3424" y="346"/>
              <a:ext cx="1588" cy="181"/>
            </a:xfrm>
            <a:prstGeom prst="rect">
              <a:avLst/>
            </a:prstGeom>
            <a:solidFill>
              <a:srgbClr val="FFFF99"/>
            </a:solidFill>
            <a:ln w="9525">
              <a:solidFill>
                <a:schemeClr val="tx1"/>
              </a:solidFill>
              <a:miter lim="800000"/>
              <a:headEnd/>
              <a:tailEnd/>
            </a:ln>
          </p:spPr>
          <p:txBody>
            <a:bodyPr wrap="none" anchor="ctr"/>
            <a:lstStyle/>
            <a:p>
              <a:pPr algn="ctr"/>
              <a:r>
                <a:rPr lang="zh-CN" altLang="en-US" sz="1400" b="1" dirty="0">
                  <a:latin typeface="幼圆" pitchFamily="49" charset="-122"/>
                  <a:ea typeface="幼圆" pitchFamily="49" charset="-122"/>
                </a:rPr>
                <a:t>概念、特点、结构、类型 </a:t>
              </a:r>
            </a:p>
          </p:txBody>
        </p:sp>
        <p:sp>
          <p:nvSpPr>
            <p:cNvPr id="73755" name="矩形 862233"/>
            <p:cNvSpPr>
              <a:spLocks noChangeArrowheads="1"/>
            </p:cNvSpPr>
            <p:nvPr/>
          </p:nvSpPr>
          <p:spPr bwMode="auto">
            <a:xfrm>
              <a:off x="3560" y="799"/>
              <a:ext cx="1588" cy="181"/>
            </a:xfrm>
            <a:prstGeom prst="rect">
              <a:avLst/>
            </a:prstGeom>
            <a:solidFill>
              <a:srgbClr val="FFFF99"/>
            </a:solidFill>
            <a:ln w="9525">
              <a:solidFill>
                <a:schemeClr val="tx1"/>
              </a:solidFill>
              <a:miter lim="800000"/>
              <a:headEnd/>
              <a:tailEnd/>
            </a:ln>
          </p:spPr>
          <p:txBody>
            <a:bodyPr wrap="none" anchor="ctr"/>
            <a:lstStyle/>
            <a:p>
              <a:pPr algn="ctr"/>
              <a:r>
                <a:rPr lang="zh-CN" altLang="en-US" sz="1400" b="1">
                  <a:latin typeface="幼圆" pitchFamily="49" charset="-122"/>
                  <a:ea typeface="幼圆" pitchFamily="49" charset="-122"/>
                </a:rPr>
                <a:t>来源、动力、目的、检验标准</a:t>
              </a:r>
            </a:p>
          </p:txBody>
        </p:sp>
        <p:sp>
          <p:nvSpPr>
            <p:cNvPr id="73756" name="椭圆 862234"/>
            <p:cNvSpPr>
              <a:spLocks noChangeArrowheads="1"/>
            </p:cNvSpPr>
            <p:nvPr/>
          </p:nvSpPr>
          <p:spPr bwMode="auto">
            <a:xfrm>
              <a:off x="2472" y="1207"/>
              <a:ext cx="817" cy="318"/>
            </a:xfrm>
            <a:prstGeom prst="ellipse">
              <a:avLst/>
            </a:prstGeom>
            <a:solidFill>
              <a:schemeClr val="bg2"/>
            </a:solidFill>
            <a:ln w="9525">
              <a:solidFill>
                <a:schemeClr val="tx1"/>
              </a:solidFill>
              <a:round/>
              <a:headEnd/>
              <a:tailEnd/>
            </a:ln>
          </p:spPr>
          <p:txBody>
            <a:bodyPr wrap="none" anchor="ctr"/>
            <a:lstStyle/>
            <a:p>
              <a:pPr algn="ctr"/>
              <a:r>
                <a:rPr lang="zh-CN" altLang="en-US" b="1" dirty="0">
                  <a:solidFill>
                    <a:srgbClr val="0000CC"/>
                  </a:solidFill>
                  <a:ea typeface="幼圆" pitchFamily="49" charset="-122"/>
                </a:rPr>
                <a:t>认识的本质</a:t>
              </a:r>
            </a:p>
          </p:txBody>
        </p:sp>
        <p:sp>
          <p:nvSpPr>
            <p:cNvPr id="73757" name="椭圆 862235"/>
            <p:cNvSpPr>
              <a:spLocks noChangeArrowheads="1"/>
            </p:cNvSpPr>
            <p:nvPr/>
          </p:nvSpPr>
          <p:spPr bwMode="auto">
            <a:xfrm>
              <a:off x="2472" y="1706"/>
              <a:ext cx="817" cy="273"/>
            </a:xfrm>
            <a:prstGeom prst="ellipse">
              <a:avLst/>
            </a:prstGeom>
            <a:solidFill>
              <a:schemeClr val="bg2"/>
            </a:solidFill>
            <a:ln w="9525">
              <a:solidFill>
                <a:schemeClr val="tx1"/>
              </a:solidFill>
              <a:round/>
              <a:headEnd/>
              <a:tailEnd/>
            </a:ln>
          </p:spPr>
          <p:txBody>
            <a:bodyPr wrap="none" anchor="ctr"/>
            <a:lstStyle/>
            <a:p>
              <a:pPr algn="ctr"/>
              <a:r>
                <a:rPr lang="zh-CN" altLang="en-US" b="1" dirty="0">
                  <a:solidFill>
                    <a:srgbClr val="0000CC"/>
                  </a:solidFill>
                  <a:ea typeface="幼圆" pitchFamily="49" charset="-122"/>
                </a:rPr>
                <a:t>认识的规律</a:t>
              </a:r>
            </a:p>
          </p:txBody>
        </p:sp>
        <p:sp>
          <p:nvSpPr>
            <p:cNvPr id="73758" name="矩形 862236"/>
            <p:cNvSpPr>
              <a:spLocks noChangeArrowheads="1"/>
            </p:cNvSpPr>
            <p:nvPr/>
          </p:nvSpPr>
          <p:spPr bwMode="auto">
            <a:xfrm>
              <a:off x="3424" y="1253"/>
              <a:ext cx="2087" cy="317"/>
            </a:xfrm>
            <a:prstGeom prst="rect">
              <a:avLst/>
            </a:prstGeom>
            <a:solidFill>
              <a:srgbClr val="FFFF99"/>
            </a:solidFill>
            <a:ln w="9525">
              <a:solidFill>
                <a:schemeClr val="tx1"/>
              </a:solidFill>
              <a:miter lim="800000"/>
              <a:headEnd/>
              <a:tailEnd/>
            </a:ln>
          </p:spPr>
          <p:txBody>
            <a:bodyPr wrap="none" anchor="ctr"/>
            <a:lstStyle/>
            <a:p>
              <a:pPr algn="ctr"/>
              <a:r>
                <a:rPr lang="zh-CN" altLang="en-US" sz="1400" b="1" dirty="0">
                  <a:latin typeface="幼圆" pitchFamily="49" charset="-122"/>
                  <a:ea typeface="幼圆" pitchFamily="49" charset="-122"/>
                </a:rPr>
                <a:t>能动反映（区别于先验、消极被动反映）</a:t>
              </a:r>
            </a:p>
            <a:p>
              <a:pPr algn="ctr"/>
              <a:r>
                <a:rPr lang="zh-CN" altLang="en-US" sz="1400" b="1" dirty="0">
                  <a:latin typeface="幼圆" pitchFamily="49" charset="-122"/>
                  <a:ea typeface="幼圆" pitchFamily="49" charset="-122"/>
                </a:rPr>
                <a:t>反映与创造的统一 </a:t>
              </a:r>
            </a:p>
          </p:txBody>
        </p:sp>
        <p:sp>
          <p:nvSpPr>
            <p:cNvPr id="73759" name="矩形 862237"/>
            <p:cNvSpPr>
              <a:spLocks noChangeArrowheads="1"/>
            </p:cNvSpPr>
            <p:nvPr/>
          </p:nvSpPr>
          <p:spPr bwMode="auto">
            <a:xfrm>
              <a:off x="3424" y="1661"/>
              <a:ext cx="1678" cy="317"/>
            </a:xfrm>
            <a:prstGeom prst="rect">
              <a:avLst/>
            </a:prstGeom>
            <a:solidFill>
              <a:srgbClr val="FFFF99"/>
            </a:solidFill>
            <a:ln w="9525">
              <a:solidFill>
                <a:schemeClr val="tx1"/>
              </a:solidFill>
              <a:miter lim="800000"/>
              <a:headEnd/>
              <a:tailEnd/>
            </a:ln>
          </p:spPr>
          <p:txBody>
            <a:bodyPr wrap="none" anchor="ctr"/>
            <a:lstStyle/>
            <a:p>
              <a:pPr algn="ctr"/>
              <a:r>
                <a:rPr lang="zh-CN" altLang="en-US" sz="1400" b="1" dirty="0">
                  <a:latin typeface="幼圆" pitchFamily="49" charset="-122"/>
                  <a:ea typeface="幼圆" pitchFamily="49" charset="-122"/>
                </a:rPr>
                <a:t>实践、认识、再实践、再认识，</a:t>
              </a:r>
            </a:p>
            <a:p>
              <a:pPr algn="ctr"/>
              <a:r>
                <a:rPr lang="zh-CN" altLang="en-US" sz="1400" b="1" dirty="0">
                  <a:latin typeface="幼圆" pitchFamily="49" charset="-122"/>
                  <a:ea typeface="幼圆" pitchFamily="49" charset="-122"/>
                </a:rPr>
                <a:t>循环往复以至无穷（两次飞跃）</a:t>
              </a:r>
            </a:p>
          </p:txBody>
        </p:sp>
        <p:sp>
          <p:nvSpPr>
            <p:cNvPr id="73760" name="椭圆 862238"/>
            <p:cNvSpPr>
              <a:spLocks noChangeArrowheads="1"/>
            </p:cNvSpPr>
            <p:nvPr/>
          </p:nvSpPr>
          <p:spPr bwMode="auto">
            <a:xfrm>
              <a:off x="2517" y="2069"/>
              <a:ext cx="817" cy="317"/>
            </a:xfrm>
            <a:prstGeom prst="ellipse">
              <a:avLst/>
            </a:prstGeom>
            <a:solidFill>
              <a:schemeClr val="bg2"/>
            </a:solidFill>
            <a:ln w="9525">
              <a:solidFill>
                <a:schemeClr val="tx1"/>
              </a:solidFill>
              <a:round/>
              <a:headEnd/>
              <a:tailEnd/>
            </a:ln>
          </p:spPr>
          <p:txBody>
            <a:bodyPr wrap="none" anchor="ctr"/>
            <a:lstStyle/>
            <a:p>
              <a:pPr algn="ctr"/>
              <a:r>
                <a:rPr lang="zh-CN" altLang="en-US" b="1" dirty="0">
                  <a:solidFill>
                    <a:srgbClr val="0000CC"/>
                  </a:solidFill>
                  <a:ea typeface="幼圆" pitchFamily="49" charset="-122"/>
                </a:rPr>
                <a:t>真理的特性</a:t>
              </a:r>
            </a:p>
          </p:txBody>
        </p:sp>
        <p:sp>
          <p:nvSpPr>
            <p:cNvPr id="73761" name="椭圆 862239"/>
            <p:cNvSpPr>
              <a:spLocks noChangeArrowheads="1"/>
            </p:cNvSpPr>
            <p:nvPr/>
          </p:nvSpPr>
          <p:spPr bwMode="auto">
            <a:xfrm>
              <a:off x="2517" y="2387"/>
              <a:ext cx="817" cy="272"/>
            </a:xfrm>
            <a:prstGeom prst="ellipse">
              <a:avLst/>
            </a:prstGeom>
            <a:solidFill>
              <a:schemeClr val="bg2"/>
            </a:solidFill>
            <a:ln w="9525">
              <a:solidFill>
                <a:schemeClr val="tx1"/>
              </a:solidFill>
              <a:round/>
              <a:headEnd/>
              <a:tailEnd/>
            </a:ln>
          </p:spPr>
          <p:txBody>
            <a:bodyPr wrap="none" anchor="ctr"/>
            <a:lstStyle/>
            <a:p>
              <a:pPr algn="ctr"/>
              <a:r>
                <a:rPr lang="zh-CN" altLang="en-US" b="1" dirty="0">
                  <a:solidFill>
                    <a:srgbClr val="0000CC"/>
                  </a:solidFill>
                  <a:ea typeface="幼圆" pitchFamily="49" charset="-122"/>
                </a:rPr>
                <a:t>真理与谬误</a:t>
              </a:r>
            </a:p>
          </p:txBody>
        </p:sp>
        <p:sp>
          <p:nvSpPr>
            <p:cNvPr id="73762" name="椭圆 862240"/>
            <p:cNvSpPr>
              <a:spLocks noChangeArrowheads="1"/>
            </p:cNvSpPr>
            <p:nvPr/>
          </p:nvSpPr>
          <p:spPr bwMode="auto">
            <a:xfrm>
              <a:off x="2517" y="2659"/>
              <a:ext cx="817" cy="272"/>
            </a:xfrm>
            <a:prstGeom prst="ellipse">
              <a:avLst/>
            </a:prstGeom>
            <a:solidFill>
              <a:schemeClr val="bg2"/>
            </a:solidFill>
            <a:ln w="9525">
              <a:solidFill>
                <a:schemeClr val="tx1"/>
              </a:solidFill>
              <a:round/>
              <a:headEnd/>
              <a:tailEnd/>
            </a:ln>
          </p:spPr>
          <p:txBody>
            <a:bodyPr wrap="none" anchor="ctr"/>
            <a:lstStyle/>
            <a:p>
              <a:pPr algn="ctr"/>
              <a:r>
                <a:rPr lang="zh-CN" altLang="en-US" b="1" dirty="0">
                  <a:solidFill>
                    <a:srgbClr val="0000CC"/>
                  </a:solidFill>
                  <a:ea typeface="幼圆" pitchFamily="49" charset="-122"/>
                </a:rPr>
                <a:t>真理的检验</a:t>
              </a:r>
            </a:p>
          </p:txBody>
        </p:sp>
        <p:sp>
          <p:nvSpPr>
            <p:cNvPr id="73763" name="椭圆 862241"/>
            <p:cNvSpPr>
              <a:spLocks noChangeArrowheads="1"/>
            </p:cNvSpPr>
            <p:nvPr/>
          </p:nvSpPr>
          <p:spPr bwMode="auto">
            <a:xfrm>
              <a:off x="2653" y="3113"/>
              <a:ext cx="817" cy="272"/>
            </a:xfrm>
            <a:prstGeom prst="ellipse">
              <a:avLst/>
            </a:prstGeom>
            <a:solidFill>
              <a:schemeClr val="bg2"/>
            </a:solidFill>
            <a:ln w="9525">
              <a:solidFill>
                <a:schemeClr val="tx1"/>
              </a:solidFill>
              <a:round/>
              <a:headEnd/>
              <a:tailEnd/>
            </a:ln>
          </p:spPr>
          <p:txBody>
            <a:bodyPr wrap="none" anchor="ctr"/>
            <a:lstStyle/>
            <a:p>
              <a:pPr algn="ctr"/>
              <a:r>
                <a:rPr lang="zh-CN" altLang="en-US" b="1" dirty="0">
                  <a:solidFill>
                    <a:srgbClr val="0000CC"/>
                  </a:solidFill>
                  <a:ea typeface="幼圆" pitchFamily="49" charset="-122"/>
                </a:rPr>
                <a:t>价值的特性</a:t>
              </a:r>
            </a:p>
          </p:txBody>
        </p:sp>
        <p:sp>
          <p:nvSpPr>
            <p:cNvPr id="73764" name="椭圆 862242"/>
            <p:cNvSpPr>
              <a:spLocks noChangeArrowheads="1"/>
            </p:cNvSpPr>
            <p:nvPr/>
          </p:nvSpPr>
          <p:spPr bwMode="auto">
            <a:xfrm>
              <a:off x="2653" y="3430"/>
              <a:ext cx="817" cy="272"/>
            </a:xfrm>
            <a:prstGeom prst="ellipse">
              <a:avLst/>
            </a:prstGeom>
            <a:solidFill>
              <a:schemeClr val="bg2"/>
            </a:solidFill>
            <a:ln w="9525">
              <a:solidFill>
                <a:schemeClr val="tx1"/>
              </a:solidFill>
              <a:round/>
              <a:headEnd/>
              <a:tailEnd/>
            </a:ln>
          </p:spPr>
          <p:txBody>
            <a:bodyPr wrap="none" anchor="ctr"/>
            <a:lstStyle/>
            <a:p>
              <a:pPr algn="ctr"/>
              <a:r>
                <a:rPr lang="zh-CN" altLang="en-US" b="1" dirty="0">
                  <a:solidFill>
                    <a:srgbClr val="0000CC"/>
                  </a:solidFill>
                  <a:ea typeface="幼圆" pitchFamily="49" charset="-122"/>
                </a:rPr>
                <a:t>价值评价</a:t>
              </a:r>
            </a:p>
          </p:txBody>
        </p:sp>
        <p:sp>
          <p:nvSpPr>
            <p:cNvPr id="73765" name="矩形 862243"/>
            <p:cNvSpPr>
              <a:spLocks noChangeArrowheads="1"/>
            </p:cNvSpPr>
            <p:nvPr/>
          </p:nvSpPr>
          <p:spPr bwMode="auto">
            <a:xfrm>
              <a:off x="3424" y="2115"/>
              <a:ext cx="1678" cy="227"/>
            </a:xfrm>
            <a:prstGeom prst="rect">
              <a:avLst/>
            </a:prstGeom>
            <a:solidFill>
              <a:srgbClr val="FFFF99"/>
            </a:solidFill>
            <a:ln w="9525">
              <a:solidFill>
                <a:schemeClr val="tx1"/>
              </a:solidFill>
              <a:miter lim="800000"/>
              <a:headEnd/>
              <a:tailEnd/>
            </a:ln>
          </p:spPr>
          <p:txBody>
            <a:bodyPr wrap="none" anchor="ctr"/>
            <a:lstStyle/>
            <a:p>
              <a:pPr algn="ctr"/>
              <a:r>
                <a:rPr lang="zh-CN" altLang="en-US" sz="1400" b="1">
                  <a:latin typeface="幼圆" pitchFamily="49" charset="-122"/>
                  <a:ea typeface="幼圆" pitchFamily="49" charset="-122"/>
                </a:rPr>
                <a:t>客观性、绝对性、相对性</a:t>
              </a:r>
            </a:p>
          </p:txBody>
        </p:sp>
        <p:sp>
          <p:nvSpPr>
            <p:cNvPr id="73766" name="矩形 862244"/>
            <p:cNvSpPr>
              <a:spLocks noChangeArrowheads="1"/>
            </p:cNvSpPr>
            <p:nvPr/>
          </p:nvSpPr>
          <p:spPr bwMode="auto">
            <a:xfrm>
              <a:off x="3424" y="2432"/>
              <a:ext cx="1678" cy="181"/>
            </a:xfrm>
            <a:prstGeom prst="rect">
              <a:avLst/>
            </a:prstGeom>
            <a:solidFill>
              <a:srgbClr val="FFFF99"/>
            </a:solidFill>
            <a:ln w="9525">
              <a:solidFill>
                <a:schemeClr val="tx1"/>
              </a:solidFill>
              <a:miter lim="800000"/>
              <a:headEnd/>
              <a:tailEnd/>
            </a:ln>
          </p:spPr>
          <p:txBody>
            <a:bodyPr wrap="none" anchor="ctr"/>
            <a:lstStyle/>
            <a:p>
              <a:pPr algn="ctr"/>
              <a:r>
                <a:rPr lang="zh-CN" altLang="en-US" sz="1400" b="1">
                  <a:latin typeface="幼圆" pitchFamily="49" charset="-122"/>
                  <a:ea typeface="幼圆" pitchFamily="49" charset="-122"/>
                </a:rPr>
                <a:t>互相对立、相互转化</a:t>
              </a:r>
            </a:p>
          </p:txBody>
        </p:sp>
        <p:sp>
          <p:nvSpPr>
            <p:cNvPr id="73767" name="矩形 862245"/>
            <p:cNvSpPr>
              <a:spLocks noChangeArrowheads="1"/>
            </p:cNvSpPr>
            <p:nvPr/>
          </p:nvSpPr>
          <p:spPr bwMode="auto">
            <a:xfrm>
              <a:off x="3424" y="2704"/>
              <a:ext cx="2041" cy="181"/>
            </a:xfrm>
            <a:prstGeom prst="rect">
              <a:avLst/>
            </a:prstGeom>
            <a:solidFill>
              <a:srgbClr val="FFFF99"/>
            </a:solidFill>
            <a:ln w="9525">
              <a:solidFill>
                <a:schemeClr val="tx1"/>
              </a:solidFill>
              <a:miter lim="800000"/>
              <a:headEnd/>
              <a:tailEnd/>
            </a:ln>
          </p:spPr>
          <p:txBody>
            <a:bodyPr wrap="none" anchor="ctr"/>
            <a:lstStyle/>
            <a:p>
              <a:pPr algn="ctr"/>
              <a:r>
                <a:rPr lang="zh-CN" altLang="en-US" sz="1400" b="1">
                  <a:latin typeface="幼圆" pitchFamily="49" charset="-122"/>
                  <a:ea typeface="幼圆" pitchFamily="49" charset="-122"/>
                </a:rPr>
                <a:t>实践标准的唯一性（确定性与不确定性）</a:t>
              </a:r>
            </a:p>
          </p:txBody>
        </p:sp>
        <p:sp>
          <p:nvSpPr>
            <p:cNvPr id="73768" name="矩形 862246"/>
            <p:cNvSpPr>
              <a:spLocks noChangeArrowheads="1"/>
            </p:cNvSpPr>
            <p:nvPr/>
          </p:nvSpPr>
          <p:spPr bwMode="auto">
            <a:xfrm>
              <a:off x="3515" y="3158"/>
              <a:ext cx="1769" cy="181"/>
            </a:xfrm>
            <a:prstGeom prst="rect">
              <a:avLst/>
            </a:prstGeom>
            <a:solidFill>
              <a:srgbClr val="FFFF99"/>
            </a:solidFill>
            <a:ln w="9525">
              <a:solidFill>
                <a:schemeClr val="tx1"/>
              </a:solidFill>
              <a:miter lim="800000"/>
              <a:headEnd/>
              <a:tailEnd/>
            </a:ln>
          </p:spPr>
          <p:txBody>
            <a:bodyPr wrap="none" anchor="ctr"/>
            <a:lstStyle/>
            <a:p>
              <a:pPr algn="ctr"/>
              <a:r>
                <a:rPr lang="zh-CN" altLang="en-US" sz="1400" b="1" dirty="0">
                  <a:latin typeface="幼圆" pitchFamily="49" charset="-122"/>
                  <a:ea typeface="幼圆" pitchFamily="49" charset="-122"/>
                </a:rPr>
                <a:t>主体、客观、多维、社会历史</a:t>
              </a:r>
            </a:p>
          </p:txBody>
        </p:sp>
        <p:sp>
          <p:nvSpPr>
            <p:cNvPr id="73769" name="矩形 862247"/>
            <p:cNvSpPr>
              <a:spLocks noChangeArrowheads="1"/>
            </p:cNvSpPr>
            <p:nvPr/>
          </p:nvSpPr>
          <p:spPr bwMode="auto">
            <a:xfrm>
              <a:off x="3515" y="3475"/>
              <a:ext cx="1769" cy="181"/>
            </a:xfrm>
            <a:prstGeom prst="rect">
              <a:avLst/>
            </a:prstGeom>
            <a:solidFill>
              <a:srgbClr val="FFFF99"/>
            </a:solidFill>
            <a:ln w="9525">
              <a:solidFill>
                <a:schemeClr val="tx1"/>
              </a:solidFill>
              <a:miter lim="800000"/>
              <a:headEnd/>
              <a:tailEnd/>
            </a:ln>
          </p:spPr>
          <p:txBody>
            <a:bodyPr wrap="none" anchor="ctr"/>
            <a:lstStyle/>
            <a:p>
              <a:pPr algn="ctr"/>
              <a:r>
                <a:rPr lang="zh-CN" altLang="en-US" sz="1400" b="1">
                  <a:latin typeface="幼圆" pitchFamily="49" charset="-122"/>
                  <a:ea typeface="幼圆" pitchFamily="49" charset="-122"/>
                </a:rPr>
                <a:t>特点、功能、正确的价值观</a:t>
              </a:r>
            </a:p>
          </p:txBody>
        </p:sp>
        <p:sp>
          <p:nvSpPr>
            <p:cNvPr id="73770" name="矩形 862248"/>
            <p:cNvSpPr>
              <a:spLocks noChangeArrowheads="1"/>
            </p:cNvSpPr>
            <p:nvPr/>
          </p:nvSpPr>
          <p:spPr bwMode="auto">
            <a:xfrm>
              <a:off x="1746" y="2478"/>
              <a:ext cx="136" cy="1179"/>
            </a:xfrm>
            <a:prstGeom prst="rect">
              <a:avLst/>
            </a:prstGeom>
            <a:solidFill>
              <a:srgbClr val="FFFF99"/>
            </a:solidFill>
            <a:ln w="9525">
              <a:solidFill>
                <a:schemeClr val="tx1"/>
              </a:solidFill>
              <a:miter lim="800000"/>
              <a:headEnd/>
              <a:tailEnd/>
            </a:ln>
          </p:spPr>
          <p:txBody>
            <a:bodyPr vert="eaVert" wrap="none" anchor="ctr"/>
            <a:lstStyle/>
            <a:p>
              <a:pPr algn="ctr"/>
              <a:r>
                <a:rPr lang="zh-CN" altLang="en-US" sz="1400" b="1">
                  <a:latin typeface="幼圆" pitchFamily="49" charset="-122"/>
                  <a:ea typeface="幼圆" pitchFamily="49" charset="-122"/>
                </a:rPr>
                <a:t>在实践中的辩证统一</a:t>
              </a:r>
            </a:p>
          </p:txBody>
        </p:sp>
        <p:sp>
          <p:nvSpPr>
            <p:cNvPr id="73771" name="直接连接符 862249"/>
            <p:cNvSpPr>
              <a:spLocks noChangeShapeType="1"/>
            </p:cNvSpPr>
            <p:nvPr/>
          </p:nvSpPr>
          <p:spPr bwMode="auto">
            <a:xfrm flipH="1">
              <a:off x="2109" y="2840"/>
              <a:ext cx="0" cy="363"/>
            </a:xfrm>
            <a:prstGeom prst="line">
              <a:avLst/>
            </a:prstGeom>
            <a:noFill/>
            <a:ln w="57150" cmpd="thinThick">
              <a:solidFill>
                <a:srgbClr val="8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72" name="直接连接符 862250"/>
            <p:cNvSpPr>
              <a:spLocks noChangeShapeType="1"/>
            </p:cNvSpPr>
            <p:nvPr/>
          </p:nvSpPr>
          <p:spPr bwMode="auto">
            <a:xfrm flipH="1">
              <a:off x="2064" y="1071"/>
              <a:ext cx="0" cy="363"/>
            </a:xfrm>
            <a:prstGeom prst="line">
              <a:avLst/>
            </a:prstGeom>
            <a:noFill/>
            <a:ln w="57150" cmpd="thinThick">
              <a:solidFill>
                <a:srgbClr val="8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73" name="矩形 862251" descr="白色大理石"/>
            <p:cNvSpPr>
              <a:spLocks noChangeArrowheads="1" noChangeShapeType="1" noTextEdit="1"/>
            </p:cNvSpPr>
            <p:nvPr/>
          </p:nvSpPr>
          <p:spPr bwMode="auto">
            <a:xfrm>
              <a:off x="3016" y="3748"/>
              <a:ext cx="2631" cy="136"/>
            </a:xfrm>
            <a:prstGeom prst="rect">
              <a:avLst/>
            </a:prstGeom>
            <a:extLst>
              <a:ext uri="{91240B29-F687-4F45-9708-019B960494DF}">
                <a14:hiddenLine xmlns:a14="http://schemas.microsoft.com/office/drawing/2010/main" w="9525">
                  <a:noFill/>
                  <a:round/>
                  <a:headEnd/>
                  <a:tailEnd/>
                </a14:hiddenLine>
              </a:ext>
            </a:extLst>
          </p:spPr>
          <p:txBody>
            <a:bodyPr wrap="none" fromWordArt="1">
              <a:prstTxWarp prst="textPlain">
                <a:avLst>
                  <a:gd name="adj" fmla="val 50000"/>
                </a:avLst>
              </a:prstTxWarp>
              <a:scene3d>
                <a:camera prst="legacyObliqueRight"/>
                <a:lightRig rig="legacyHarsh3" dir="t"/>
              </a:scene3d>
              <a:sp3d extrusionH="100000" prstMaterial="legacyMatte">
                <a:extrusionClr>
                  <a:srgbClr val="663300"/>
                </a:extrusionClr>
              </a:sp3d>
            </a:bodyPr>
            <a:lstStyle/>
            <a:p>
              <a:pPr algn="ctr"/>
              <a:r>
                <a:rPr lang="zh-CN" altLang="en-US" sz="3600" dirty="0">
                  <a:blipFill dpi="0" rotWithShape="0">
                    <a:blip r:embed="rId2"/>
                    <a:srcRect/>
                    <a:tile tx="0" ty="0" sx="100000" sy="100000" flip="none" algn="tl"/>
                  </a:blipFill>
                  <a:latin typeface="宋体"/>
                  <a:ea typeface="宋体"/>
                </a:rPr>
                <a:t>认识世界与改造世界：党的思想路线</a:t>
              </a:r>
            </a:p>
          </p:txBody>
        </p:sp>
        <p:sp>
          <p:nvSpPr>
            <p:cNvPr id="73774" name="矩形 862252"/>
            <p:cNvSpPr>
              <a:spLocks noChangeArrowheads="1"/>
            </p:cNvSpPr>
            <p:nvPr/>
          </p:nvSpPr>
          <p:spPr bwMode="auto">
            <a:xfrm>
              <a:off x="1837" y="1071"/>
              <a:ext cx="136" cy="317"/>
            </a:xfrm>
            <a:prstGeom prst="rect">
              <a:avLst/>
            </a:prstGeom>
            <a:solidFill>
              <a:srgbClr val="FFFF99"/>
            </a:solidFill>
            <a:ln w="9525">
              <a:solidFill>
                <a:schemeClr val="tx1"/>
              </a:solidFill>
              <a:miter lim="800000"/>
              <a:headEnd/>
              <a:tailEnd/>
            </a:ln>
          </p:spPr>
          <p:txBody>
            <a:bodyPr vert="eaVert" wrap="none" anchor="ctr"/>
            <a:lstStyle/>
            <a:p>
              <a:pPr algn="ctr"/>
              <a:r>
                <a:rPr lang="zh-CN" altLang="en-US" sz="1400" b="1">
                  <a:latin typeface="幼圆" pitchFamily="49" charset="-122"/>
                  <a:ea typeface="幼圆" pitchFamily="49" charset="-122"/>
                </a:rPr>
                <a:t>基础</a:t>
              </a:r>
            </a:p>
          </p:txBody>
        </p:sp>
        <p:sp>
          <p:nvSpPr>
            <p:cNvPr id="73775" name="矩形 862253"/>
            <p:cNvSpPr>
              <a:spLocks noChangeArrowheads="1"/>
            </p:cNvSpPr>
            <p:nvPr/>
          </p:nvSpPr>
          <p:spPr bwMode="auto">
            <a:xfrm>
              <a:off x="2154" y="1071"/>
              <a:ext cx="136" cy="317"/>
            </a:xfrm>
            <a:prstGeom prst="rect">
              <a:avLst/>
            </a:prstGeom>
            <a:solidFill>
              <a:srgbClr val="FFFF99"/>
            </a:solidFill>
            <a:ln w="9525">
              <a:solidFill>
                <a:schemeClr val="tx1"/>
              </a:solidFill>
              <a:miter lim="800000"/>
              <a:headEnd/>
              <a:tailEnd/>
            </a:ln>
          </p:spPr>
          <p:txBody>
            <a:bodyPr vert="eaVert" wrap="none" anchor="ctr"/>
            <a:lstStyle/>
            <a:p>
              <a:pPr algn="ctr"/>
              <a:r>
                <a:rPr lang="zh-CN" altLang="en-US" sz="1400" b="1">
                  <a:latin typeface="幼圆" pitchFamily="49" charset="-122"/>
                  <a:ea typeface="幼圆" pitchFamily="49" charset="-122"/>
                </a:rPr>
                <a:t>指导</a:t>
              </a:r>
            </a:p>
          </p:txBody>
        </p:sp>
        <p:sp>
          <p:nvSpPr>
            <p:cNvPr id="73776" name="直接连接符 862254"/>
            <p:cNvSpPr>
              <a:spLocks noChangeShapeType="1"/>
            </p:cNvSpPr>
            <p:nvPr/>
          </p:nvSpPr>
          <p:spPr bwMode="auto">
            <a:xfrm flipV="1">
              <a:off x="2336" y="436"/>
              <a:ext cx="136" cy="272"/>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77" name="直接连接符 862255"/>
            <p:cNvSpPr>
              <a:spLocks noChangeShapeType="1"/>
            </p:cNvSpPr>
            <p:nvPr/>
          </p:nvSpPr>
          <p:spPr bwMode="auto">
            <a:xfrm>
              <a:off x="2336" y="709"/>
              <a:ext cx="136" cy="226"/>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78" name="直接连接符 862256"/>
            <p:cNvSpPr>
              <a:spLocks noChangeShapeType="1"/>
            </p:cNvSpPr>
            <p:nvPr/>
          </p:nvSpPr>
          <p:spPr bwMode="auto">
            <a:xfrm flipV="1">
              <a:off x="2336" y="1344"/>
              <a:ext cx="136" cy="272"/>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79" name="直接连接符 862257"/>
            <p:cNvSpPr>
              <a:spLocks noChangeShapeType="1"/>
            </p:cNvSpPr>
            <p:nvPr/>
          </p:nvSpPr>
          <p:spPr bwMode="auto">
            <a:xfrm>
              <a:off x="2336" y="1616"/>
              <a:ext cx="136" cy="226"/>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80" name="直接连接符 862258"/>
            <p:cNvSpPr>
              <a:spLocks noChangeShapeType="1"/>
            </p:cNvSpPr>
            <p:nvPr/>
          </p:nvSpPr>
          <p:spPr bwMode="auto">
            <a:xfrm flipV="1">
              <a:off x="2381" y="2251"/>
              <a:ext cx="136" cy="272"/>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81" name="直接连接符 862259"/>
            <p:cNvSpPr>
              <a:spLocks noChangeShapeType="1"/>
            </p:cNvSpPr>
            <p:nvPr/>
          </p:nvSpPr>
          <p:spPr bwMode="auto">
            <a:xfrm>
              <a:off x="2381" y="2523"/>
              <a:ext cx="136" cy="226"/>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82" name="直接连接符 862260"/>
            <p:cNvSpPr>
              <a:spLocks noChangeShapeType="1"/>
            </p:cNvSpPr>
            <p:nvPr/>
          </p:nvSpPr>
          <p:spPr bwMode="auto">
            <a:xfrm flipV="1">
              <a:off x="2381" y="2523"/>
              <a:ext cx="136" cy="0"/>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 name="直接连接符 862261"/>
            <p:cNvSpPr>
              <a:spLocks noChangeShapeType="1"/>
            </p:cNvSpPr>
            <p:nvPr/>
          </p:nvSpPr>
          <p:spPr bwMode="auto">
            <a:xfrm flipV="1">
              <a:off x="2426" y="3249"/>
              <a:ext cx="227" cy="181"/>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3784" name="直接连接符 862262"/>
            <p:cNvSpPr>
              <a:spLocks noChangeShapeType="1"/>
            </p:cNvSpPr>
            <p:nvPr/>
          </p:nvSpPr>
          <p:spPr bwMode="auto">
            <a:xfrm>
              <a:off x="2426" y="3430"/>
              <a:ext cx="227" cy="136"/>
            </a:xfrm>
            <a:prstGeom prst="line">
              <a:avLst/>
            </a:prstGeom>
            <a:noFill/>
            <a:ln w="38100">
              <a:solidFill>
                <a:srgbClr val="8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2559925703"/>
      </p:ext>
    </p:extLst>
  </p:cSld>
  <p:clrMapOvr>
    <a:masterClrMapping/>
  </p:clrMapOvr>
</p:sld>
</file>

<file path=ppt/theme/theme1.xml><?xml version="1.0" encoding="utf-8"?>
<a:theme xmlns:a="http://schemas.openxmlformats.org/drawingml/2006/main" name="Balloons">
  <a:themeElements>
    <a:clrScheme name="Balloons 8">
      <a:dk1>
        <a:srgbClr val="006699"/>
      </a:dk1>
      <a:lt1>
        <a:srgbClr val="FFFFFF"/>
      </a:lt1>
      <a:dk2>
        <a:srgbClr val="006666"/>
      </a:dk2>
      <a:lt2>
        <a:srgbClr val="FFFFCC"/>
      </a:lt2>
      <a:accent1>
        <a:srgbClr val="EDFAD2"/>
      </a:accent1>
      <a:accent2>
        <a:srgbClr val="EBF7FF"/>
      </a:accent2>
      <a:accent3>
        <a:srgbClr val="FFFFFF"/>
      </a:accent3>
      <a:accent4>
        <a:srgbClr val="005682"/>
      </a:accent4>
      <a:accent5>
        <a:srgbClr val="F4FCE5"/>
      </a:accent5>
      <a:accent6>
        <a:srgbClr val="D5E0E7"/>
      </a:accent6>
      <a:hlink>
        <a:srgbClr val="CC99FF"/>
      </a:hlink>
      <a:folHlink>
        <a:srgbClr val="F2DFFD"/>
      </a:folHlink>
    </a:clrScheme>
    <a:fontScheme name="Balloons">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Verdana"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Verdana" pitchFamily="34" charset="0"/>
            <a:ea typeface="宋体" pitchFamily="2" charset="-122"/>
          </a:defRPr>
        </a:defPPr>
      </a:lstStyle>
    </a:lnDef>
  </a:objectDefaults>
  <a:extraClrSchemeLst>
    <a:extraClrScheme>
      <a:clrScheme name="Balloons 1">
        <a:dk1>
          <a:srgbClr val="9900CC"/>
        </a:dk1>
        <a:lt1>
          <a:srgbClr val="FFFFCC"/>
        </a:lt1>
        <a:dk2>
          <a:srgbClr val="000000"/>
        </a:dk2>
        <a:lt2>
          <a:srgbClr val="FFFFFF"/>
        </a:lt2>
        <a:accent1>
          <a:srgbClr val="666699"/>
        </a:accent1>
        <a:accent2>
          <a:srgbClr val="660066"/>
        </a:accent2>
        <a:accent3>
          <a:srgbClr val="AAAAAA"/>
        </a:accent3>
        <a:accent4>
          <a:srgbClr val="DADAAE"/>
        </a:accent4>
        <a:accent5>
          <a:srgbClr val="B8B8CA"/>
        </a:accent5>
        <a:accent6>
          <a:srgbClr val="5C005C"/>
        </a:accent6>
        <a:hlink>
          <a:srgbClr val="CC0000"/>
        </a:hlink>
        <a:folHlink>
          <a:srgbClr val="A50021"/>
        </a:folHlink>
      </a:clrScheme>
      <a:clrMap bg1="dk2" tx1="lt1" bg2="dk1" tx2="lt2" accent1="accent1" accent2="accent2" accent3="accent3" accent4="accent4" accent5="accent5" accent6="accent6" hlink="hlink" folHlink="folHlink"/>
    </a:extraClrScheme>
    <a:extraClrScheme>
      <a:clrScheme name="Balloons 2">
        <a:dk1>
          <a:srgbClr val="990033"/>
        </a:dk1>
        <a:lt1>
          <a:srgbClr val="FFFFFF"/>
        </a:lt1>
        <a:dk2>
          <a:srgbClr val="000000"/>
        </a:dk2>
        <a:lt2>
          <a:srgbClr val="FFFFFF"/>
        </a:lt2>
        <a:accent1>
          <a:srgbClr val="FF3300"/>
        </a:accent1>
        <a:accent2>
          <a:srgbClr val="FF9900"/>
        </a:accent2>
        <a:accent3>
          <a:srgbClr val="AAAAAA"/>
        </a:accent3>
        <a:accent4>
          <a:srgbClr val="DADADA"/>
        </a:accent4>
        <a:accent5>
          <a:srgbClr val="FFADAA"/>
        </a:accent5>
        <a:accent6>
          <a:srgbClr val="E78A00"/>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Balloons 3">
        <a:dk1>
          <a:srgbClr val="CCCCFF"/>
        </a:dk1>
        <a:lt1>
          <a:srgbClr val="FFFFCC"/>
        </a:lt1>
        <a:dk2>
          <a:srgbClr val="000000"/>
        </a:dk2>
        <a:lt2>
          <a:srgbClr val="FFFFFF"/>
        </a:lt2>
        <a:accent1>
          <a:srgbClr val="9999FF"/>
        </a:accent1>
        <a:accent2>
          <a:srgbClr val="33CCCC"/>
        </a:accent2>
        <a:accent3>
          <a:srgbClr val="AAAAAA"/>
        </a:accent3>
        <a:accent4>
          <a:srgbClr val="DADAAE"/>
        </a:accent4>
        <a:accent5>
          <a:srgbClr val="CACAFF"/>
        </a:accent5>
        <a:accent6>
          <a:srgbClr val="2DB9B9"/>
        </a:accent6>
        <a:hlink>
          <a:srgbClr val="66FFFF"/>
        </a:hlink>
        <a:folHlink>
          <a:srgbClr val="660066"/>
        </a:folHlink>
      </a:clrScheme>
      <a:clrMap bg1="dk2" tx1="lt1" bg2="dk1" tx2="lt2" accent1="accent1" accent2="accent2" accent3="accent3" accent4="accent4" accent5="accent5" accent6="accent6" hlink="hlink" folHlink="folHlink"/>
    </a:extraClrScheme>
    <a:extraClrScheme>
      <a:clrScheme name="Balloons 4">
        <a:dk1>
          <a:srgbClr val="000000"/>
        </a:dk1>
        <a:lt1>
          <a:srgbClr val="F8F8F8"/>
        </a:lt1>
        <a:dk2>
          <a:srgbClr val="800000"/>
        </a:dk2>
        <a:lt2>
          <a:srgbClr val="FFFFFF"/>
        </a:lt2>
        <a:accent1>
          <a:srgbClr val="FF3300"/>
        </a:accent1>
        <a:accent2>
          <a:srgbClr val="FF5050"/>
        </a:accent2>
        <a:accent3>
          <a:srgbClr val="C0AAAA"/>
        </a:accent3>
        <a:accent4>
          <a:srgbClr val="D4D4D4"/>
        </a:accent4>
        <a:accent5>
          <a:srgbClr val="FFADAA"/>
        </a:accent5>
        <a:accent6>
          <a:srgbClr val="E74848"/>
        </a:accent6>
        <a:hlink>
          <a:srgbClr val="FF9999"/>
        </a:hlink>
        <a:folHlink>
          <a:srgbClr val="FF9966"/>
        </a:folHlink>
      </a:clrScheme>
      <a:clrMap bg1="dk2" tx1="lt1" bg2="dk1" tx2="lt2" accent1="accent1" accent2="accent2" accent3="accent3" accent4="accent4" accent5="accent5" accent6="accent6" hlink="hlink" folHlink="folHlink"/>
    </a:extraClrScheme>
    <a:extraClrScheme>
      <a:clrScheme name="Balloons 5">
        <a:dk1>
          <a:srgbClr val="666699"/>
        </a:dk1>
        <a:lt1>
          <a:srgbClr val="FFFFFF"/>
        </a:lt1>
        <a:dk2>
          <a:srgbClr val="000066"/>
        </a:dk2>
        <a:lt2>
          <a:srgbClr val="CCECFF"/>
        </a:lt2>
        <a:accent1>
          <a:srgbClr val="009999"/>
        </a:accent1>
        <a:accent2>
          <a:srgbClr val="0099CC"/>
        </a:accent2>
        <a:accent3>
          <a:srgbClr val="AAAAB8"/>
        </a:accent3>
        <a:accent4>
          <a:srgbClr val="DADADA"/>
        </a:accent4>
        <a:accent5>
          <a:srgbClr val="AACACA"/>
        </a:accent5>
        <a:accent6>
          <a:srgbClr val="008AB9"/>
        </a:accent6>
        <a:hlink>
          <a:srgbClr val="CC99FF"/>
        </a:hlink>
        <a:folHlink>
          <a:srgbClr val="3366CC"/>
        </a:folHlink>
      </a:clrScheme>
      <a:clrMap bg1="dk2" tx1="lt1" bg2="dk1" tx2="lt2" accent1="accent1" accent2="accent2" accent3="accent3" accent4="accent4" accent5="accent5" accent6="accent6" hlink="hlink" folHlink="folHlink"/>
    </a:extraClrScheme>
    <a:extraClrScheme>
      <a:clrScheme name="Balloons 6">
        <a:dk1>
          <a:srgbClr val="99CC00"/>
        </a:dk1>
        <a:lt1>
          <a:srgbClr val="FFFFFF"/>
        </a:lt1>
        <a:dk2>
          <a:srgbClr val="009900"/>
        </a:dk2>
        <a:lt2>
          <a:srgbClr val="FFFF99"/>
        </a:lt2>
        <a:accent1>
          <a:srgbClr val="336600"/>
        </a:accent1>
        <a:accent2>
          <a:srgbClr val="008000"/>
        </a:accent2>
        <a:accent3>
          <a:srgbClr val="AACAAA"/>
        </a:accent3>
        <a:accent4>
          <a:srgbClr val="DADADA"/>
        </a:accent4>
        <a:accent5>
          <a:srgbClr val="ADB8AA"/>
        </a:accent5>
        <a:accent6>
          <a:srgbClr val="007300"/>
        </a:accent6>
        <a:hlink>
          <a:srgbClr val="CCCC00"/>
        </a:hlink>
        <a:folHlink>
          <a:srgbClr val="33CC33"/>
        </a:folHlink>
      </a:clrScheme>
      <a:clrMap bg1="dk2" tx1="lt1" bg2="dk1" tx2="lt2" accent1="accent1" accent2="accent2" accent3="accent3" accent4="accent4" accent5="accent5" accent6="accent6" hlink="hlink" folHlink="folHlink"/>
    </a:extraClrScheme>
    <a:extraClrScheme>
      <a:clrScheme name="Balloons 7">
        <a:dk1>
          <a:srgbClr val="000066"/>
        </a:dk1>
        <a:lt1>
          <a:srgbClr val="E1F4FF"/>
        </a:lt1>
        <a:dk2>
          <a:srgbClr val="000066"/>
        </a:dk2>
        <a:lt2>
          <a:srgbClr val="CCCCFF"/>
        </a:lt2>
        <a:accent1>
          <a:srgbClr val="9999FF"/>
        </a:accent1>
        <a:accent2>
          <a:srgbClr val="33CCCC"/>
        </a:accent2>
        <a:accent3>
          <a:srgbClr val="EEF8FF"/>
        </a:accent3>
        <a:accent4>
          <a:srgbClr val="000056"/>
        </a:accent4>
        <a:accent5>
          <a:srgbClr val="CACAFF"/>
        </a:accent5>
        <a:accent6>
          <a:srgbClr val="2DB9B9"/>
        </a:accent6>
        <a:hlink>
          <a:srgbClr val="66FFFF"/>
        </a:hlink>
        <a:folHlink>
          <a:srgbClr val="660066"/>
        </a:folHlink>
      </a:clrScheme>
      <a:clrMap bg1="lt1" tx1="dk1" bg2="lt2" tx2="dk2" accent1="accent1" accent2="accent2" accent3="accent3" accent4="accent4" accent5="accent5" accent6="accent6" hlink="hlink" folHlink="folHlink"/>
    </a:extraClrScheme>
    <a:extraClrScheme>
      <a:clrScheme name="Balloons 8">
        <a:dk1>
          <a:srgbClr val="006699"/>
        </a:dk1>
        <a:lt1>
          <a:srgbClr val="FFFFFF"/>
        </a:lt1>
        <a:dk2>
          <a:srgbClr val="006666"/>
        </a:dk2>
        <a:lt2>
          <a:srgbClr val="FFFFCC"/>
        </a:lt2>
        <a:accent1>
          <a:srgbClr val="EDFAD2"/>
        </a:accent1>
        <a:accent2>
          <a:srgbClr val="EBF7FF"/>
        </a:accent2>
        <a:accent3>
          <a:srgbClr val="FFFFFF"/>
        </a:accent3>
        <a:accent4>
          <a:srgbClr val="005682"/>
        </a:accent4>
        <a:accent5>
          <a:srgbClr val="F4FCE5"/>
        </a:accent5>
        <a:accent6>
          <a:srgbClr val="D5E0E7"/>
        </a:accent6>
        <a:hlink>
          <a:srgbClr val="CC99FF"/>
        </a:hlink>
        <a:folHlink>
          <a:srgbClr val="F2DFFD"/>
        </a:folHlink>
      </a:clrScheme>
      <a:clrMap bg1="lt1" tx1="dk1" bg2="lt2" tx2="dk2" accent1="accent1" accent2="accent2" accent3="accent3" accent4="accent4" accent5="accent5" accent6="accent6" hlink="hlink" folHlink="folHlink"/>
    </a:extraClrScheme>
    <a:extraClrScheme>
      <a:clrScheme name="Balloons 9">
        <a:dk1>
          <a:srgbClr val="000000"/>
        </a:dk1>
        <a:lt1>
          <a:srgbClr val="FFFFFF"/>
        </a:lt1>
        <a:dk2>
          <a:srgbClr val="000000"/>
        </a:dk2>
        <a:lt2>
          <a:srgbClr val="FFCC99"/>
        </a:lt2>
        <a:accent1>
          <a:srgbClr val="FF9900"/>
        </a:accent1>
        <a:accent2>
          <a:srgbClr val="FF99CC"/>
        </a:accent2>
        <a:accent3>
          <a:srgbClr val="FFFFFF"/>
        </a:accent3>
        <a:accent4>
          <a:srgbClr val="000000"/>
        </a:accent4>
        <a:accent5>
          <a:srgbClr val="FFCAAA"/>
        </a:accent5>
        <a:accent6>
          <a:srgbClr val="E78AB9"/>
        </a:accent6>
        <a:hlink>
          <a:srgbClr val="FF9999"/>
        </a:hlink>
        <a:folHlink>
          <a:srgbClr val="FFFF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alloons">
  <a:themeElements>
    <a:clrScheme name="1_Balloons 8">
      <a:dk1>
        <a:srgbClr val="006699"/>
      </a:dk1>
      <a:lt1>
        <a:srgbClr val="FFFFFF"/>
      </a:lt1>
      <a:dk2>
        <a:srgbClr val="006666"/>
      </a:dk2>
      <a:lt2>
        <a:srgbClr val="FFFFCC"/>
      </a:lt2>
      <a:accent1>
        <a:srgbClr val="EDFAD2"/>
      </a:accent1>
      <a:accent2>
        <a:srgbClr val="EBF7FF"/>
      </a:accent2>
      <a:accent3>
        <a:srgbClr val="FFFFFF"/>
      </a:accent3>
      <a:accent4>
        <a:srgbClr val="005682"/>
      </a:accent4>
      <a:accent5>
        <a:srgbClr val="F4FCE5"/>
      </a:accent5>
      <a:accent6>
        <a:srgbClr val="D5E0E7"/>
      </a:accent6>
      <a:hlink>
        <a:srgbClr val="CC99FF"/>
      </a:hlink>
      <a:folHlink>
        <a:srgbClr val="F2DFFD"/>
      </a:folHlink>
    </a:clrScheme>
    <a:fontScheme name="1_Balloons">
      <a:majorFont>
        <a:latin typeface="Verdana"/>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Verdana"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Verdana" pitchFamily="34" charset="0"/>
            <a:ea typeface="宋体" pitchFamily="2" charset="-122"/>
          </a:defRPr>
        </a:defPPr>
      </a:lstStyle>
    </a:lnDef>
  </a:objectDefaults>
  <a:extraClrSchemeLst>
    <a:extraClrScheme>
      <a:clrScheme name="1_Balloons 1">
        <a:dk1>
          <a:srgbClr val="9900CC"/>
        </a:dk1>
        <a:lt1>
          <a:srgbClr val="FFFFCC"/>
        </a:lt1>
        <a:dk2>
          <a:srgbClr val="000000"/>
        </a:dk2>
        <a:lt2>
          <a:srgbClr val="FFFFFF"/>
        </a:lt2>
        <a:accent1>
          <a:srgbClr val="666699"/>
        </a:accent1>
        <a:accent2>
          <a:srgbClr val="660066"/>
        </a:accent2>
        <a:accent3>
          <a:srgbClr val="AAAAAA"/>
        </a:accent3>
        <a:accent4>
          <a:srgbClr val="DADAAE"/>
        </a:accent4>
        <a:accent5>
          <a:srgbClr val="B8B8CA"/>
        </a:accent5>
        <a:accent6>
          <a:srgbClr val="5C005C"/>
        </a:accent6>
        <a:hlink>
          <a:srgbClr val="CC0000"/>
        </a:hlink>
        <a:folHlink>
          <a:srgbClr val="A50021"/>
        </a:folHlink>
      </a:clrScheme>
      <a:clrMap bg1="dk2" tx1="lt1" bg2="dk1" tx2="lt2" accent1="accent1" accent2="accent2" accent3="accent3" accent4="accent4" accent5="accent5" accent6="accent6" hlink="hlink" folHlink="folHlink"/>
    </a:extraClrScheme>
    <a:extraClrScheme>
      <a:clrScheme name="1_Balloons 2">
        <a:dk1>
          <a:srgbClr val="990033"/>
        </a:dk1>
        <a:lt1>
          <a:srgbClr val="FFFFFF"/>
        </a:lt1>
        <a:dk2>
          <a:srgbClr val="000000"/>
        </a:dk2>
        <a:lt2>
          <a:srgbClr val="FFFFFF"/>
        </a:lt2>
        <a:accent1>
          <a:srgbClr val="FF3300"/>
        </a:accent1>
        <a:accent2>
          <a:srgbClr val="FF9900"/>
        </a:accent2>
        <a:accent3>
          <a:srgbClr val="AAAAAA"/>
        </a:accent3>
        <a:accent4>
          <a:srgbClr val="DADADA"/>
        </a:accent4>
        <a:accent5>
          <a:srgbClr val="FFADAA"/>
        </a:accent5>
        <a:accent6>
          <a:srgbClr val="E78A00"/>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1_Balloons 3">
        <a:dk1>
          <a:srgbClr val="CCCCFF"/>
        </a:dk1>
        <a:lt1>
          <a:srgbClr val="FFFFCC"/>
        </a:lt1>
        <a:dk2>
          <a:srgbClr val="000000"/>
        </a:dk2>
        <a:lt2>
          <a:srgbClr val="FFFFFF"/>
        </a:lt2>
        <a:accent1>
          <a:srgbClr val="9999FF"/>
        </a:accent1>
        <a:accent2>
          <a:srgbClr val="33CCCC"/>
        </a:accent2>
        <a:accent3>
          <a:srgbClr val="AAAAAA"/>
        </a:accent3>
        <a:accent4>
          <a:srgbClr val="DADAAE"/>
        </a:accent4>
        <a:accent5>
          <a:srgbClr val="CACAFF"/>
        </a:accent5>
        <a:accent6>
          <a:srgbClr val="2DB9B9"/>
        </a:accent6>
        <a:hlink>
          <a:srgbClr val="66FFFF"/>
        </a:hlink>
        <a:folHlink>
          <a:srgbClr val="660066"/>
        </a:folHlink>
      </a:clrScheme>
      <a:clrMap bg1="dk2" tx1="lt1" bg2="dk1" tx2="lt2" accent1="accent1" accent2="accent2" accent3="accent3" accent4="accent4" accent5="accent5" accent6="accent6" hlink="hlink" folHlink="folHlink"/>
    </a:extraClrScheme>
    <a:extraClrScheme>
      <a:clrScheme name="1_Balloons 4">
        <a:dk1>
          <a:srgbClr val="000000"/>
        </a:dk1>
        <a:lt1>
          <a:srgbClr val="F8F8F8"/>
        </a:lt1>
        <a:dk2>
          <a:srgbClr val="800000"/>
        </a:dk2>
        <a:lt2>
          <a:srgbClr val="FFFFFF"/>
        </a:lt2>
        <a:accent1>
          <a:srgbClr val="FF3300"/>
        </a:accent1>
        <a:accent2>
          <a:srgbClr val="FF5050"/>
        </a:accent2>
        <a:accent3>
          <a:srgbClr val="C0AAAA"/>
        </a:accent3>
        <a:accent4>
          <a:srgbClr val="D4D4D4"/>
        </a:accent4>
        <a:accent5>
          <a:srgbClr val="FFADAA"/>
        </a:accent5>
        <a:accent6>
          <a:srgbClr val="E74848"/>
        </a:accent6>
        <a:hlink>
          <a:srgbClr val="FF9999"/>
        </a:hlink>
        <a:folHlink>
          <a:srgbClr val="FF9966"/>
        </a:folHlink>
      </a:clrScheme>
      <a:clrMap bg1="dk2" tx1="lt1" bg2="dk1" tx2="lt2" accent1="accent1" accent2="accent2" accent3="accent3" accent4="accent4" accent5="accent5" accent6="accent6" hlink="hlink" folHlink="folHlink"/>
    </a:extraClrScheme>
    <a:extraClrScheme>
      <a:clrScheme name="1_Balloons 5">
        <a:dk1>
          <a:srgbClr val="666699"/>
        </a:dk1>
        <a:lt1>
          <a:srgbClr val="FFFFFF"/>
        </a:lt1>
        <a:dk2>
          <a:srgbClr val="000066"/>
        </a:dk2>
        <a:lt2>
          <a:srgbClr val="CCECFF"/>
        </a:lt2>
        <a:accent1>
          <a:srgbClr val="009999"/>
        </a:accent1>
        <a:accent2>
          <a:srgbClr val="0099CC"/>
        </a:accent2>
        <a:accent3>
          <a:srgbClr val="AAAAB8"/>
        </a:accent3>
        <a:accent4>
          <a:srgbClr val="DADADA"/>
        </a:accent4>
        <a:accent5>
          <a:srgbClr val="AACACA"/>
        </a:accent5>
        <a:accent6>
          <a:srgbClr val="008AB9"/>
        </a:accent6>
        <a:hlink>
          <a:srgbClr val="CC99FF"/>
        </a:hlink>
        <a:folHlink>
          <a:srgbClr val="3366CC"/>
        </a:folHlink>
      </a:clrScheme>
      <a:clrMap bg1="dk2" tx1="lt1" bg2="dk1" tx2="lt2" accent1="accent1" accent2="accent2" accent3="accent3" accent4="accent4" accent5="accent5" accent6="accent6" hlink="hlink" folHlink="folHlink"/>
    </a:extraClrScheme>
    <a:extraClrScheme>
      <a:clrScheme name="1_Balloons 6">
        <a:dk1>
          <a:srgbClr val="99CC00"/>
        </a:dk1>
        <a:lt1>
          <a:srgbClr val="FFFFFF"/>
        </a:lt1>
        <a:dk2>
          <a:srgbClr val="009900"/>
        </a:dk2>
        <a:lt2>
          <a:srgbClr val="FFFF99"/>
        </a:lt2>
        <a:accent1>
          <a:srgbClr val="336600"/>
        </a:accent1>
        <a:accent2>
          <a:srgbClr val="008000"/>
        </a:accent2>
        <a:accent3>
          <a:srgbClr val="AACAAA"/>
        </a:accent3>
        <a:accent4>
          <a:srgbClr val="DADADA"/>
        </a:accent4>
        <a:accent5>
          <a:srgbClr val="ADB8AA"/>
        </a:accent5>
        <a:accent6>
          <a:srgbClr val="007300"/>
        </a:accent6>
        <a:hlink>
          <a:srgbClr val="CCCC00"/>
        </a:hlink>
        <a:folHlink>
          <a:srgbClr val="33CC33"/>
        </a:folHlink>
      </a:clrScheme>
      <a:clrMap bg1="dk2" tx1="lt1" bg2="dk1" tx2="lt2" accent1="accent1" accent2="accent2" accent3="accent3" accent4="accent4" accent5="accent5" accent6="accent6" hlink="hlink" folHlink="folHlink"/>
    </a:extraClrScheme>
    <a:extraClrScheme>
      <a:clrScheme name="1_Balloons 7">
        <a:dk1>
          <a:srgbClr val="000066"/>
        </a:dk1>
        <a:lt1>
          <a:srgbClr val="E1F4FF"/>
        </a:lt1>
        <a:dk2>
          <a:srgbClr val="000066"/>
        </a:dk2>
        <a:lt2>
          <a:srgbClr val="CCCCFF"/>
        </a:lt2>
        <a:accent1>
          <a:srgbClr val="9999FF"/>
        </a:accent1>
        <a:accent2>
          <a:srgbClr val="33CCCC"/>
        </a:accent2>
        <a:accent3>
          <a:srgbClr val="EEF8FF"/>
        </a:accent3>
        <a:accent4>
          <a:srgbClr val="000056"/>
        </a:accent4>
        <a:accent5>
          <a:srgbClr val="CACAFF"/>
        </a:accent5>
        <a:accent6>
          <a:srgbClr val="2DB9B9"/>
        </a:accent6>
        <a:hlink>
          <a:srgbClr val="66FFFF"/>
        </a:hlink>
        <a:folHlink>
          <a:srgbClr val="660066"/>
        </a:folHlink>
      </a:clrScheme>
      <a:clrMap bg1="lt1" tx1="dk1" bg2="lt2" tx2="dk2" accent1="accent1" accent2="accent2" accent3="accent3" accent4="accent4" accent5="accent5" accent6="accent6" hlink="hlink" folHlink="folHlink"/>
    </a:extraClrScheme>
    <a:extraClrScheme>
      <a:clrScheme name="1_Balloons 8">
        <a:dk1>
          <a:srgbClr val="006699"/>
        </a:dk1>
        <a:lt1>
          <a:srgbClr val="FFFFFF"/>
        </a:lt1>
        <a:dk2>
          <a:srgbClr val="006666"/>
        </a:dk2>
        <a:lt2>
          <a:srgbClr val="FFFFCC"/>
        </a:lt2>
        <a:accent1>
          <a:srgbClr val="EDFAD2"/>
        </a:accent1>
        <a:accent2>
          <a:srgbClr val="EBF7FF"/>
        </a:accent2>
        <a:accent3>
          <a:srgbClr val="FFFFFF"/>
        </a:accent3>
        <a:accent4>
          <a:srgbClr val="005682"/>
        </a:accent4>
        <a:accent5>
          <a:srgbClr val="F4FCE5"/>
        </a:accent5>
        <a:accent6>
          <a:srgbClr val="D5E0E7"/>
        </a:accent6>
        <a:hlink>
          <a:srgbClr val="CC99FF"/>
        </a:hlink>
        <a:folHlink>
          <a:srgbClr val="F2DFFD"/>
        </a:folHlink>
      </a:clrScheme>
      <a:clrMap bg1="lt1" tx1="dk1" bg2="lt2" tx2="dk2" accent1="accent1" accent2="accent2" accent3="accent3" accent4="accent4" accent5="accent5" accent6="accent6" hlink="hlink" folHlink="folHlink"/>
    </a:extraClrScheme>
    <a:extraClrScheme>
      <a:clrScheme name="1_Balloons 9">
        <a:dk1>
          <a:srgbClr val="000000"/>
        </a:dk1>
        <a:lt1>
          <a:srgbClr val="FFFFFF"/>
        </a:lt1>
        <a:dk2>
          <a:srgbClr val="000000"/>
        </a:dk2>
        <a:lt2>
          <a:srgbClr val="FFCC99"/>
        </a:lt2>
        <a:accent1>
          <a:srgbClr val="FF9900"/>
        </a:accent1>
        <a:accent2>
          <a:srgbClr val="FF99CC"/>
        </a:accent2>
        <a:accent3>
          <a:srgbClr val="FFFFFF"/>
        </a:accent3>
        <a:accent4>
          <a:srgbClr val="000000"/>
        </a:accent4>
        <a:accent5>
          <a:srgbClr val="FFCAAA"/>
        </a:accent5>
        <a:accent6>
          <a:srgbClr val="E78AB9"/>
        </a:accent6>
        <a:hlink>
          <a:srgbClr val="FF9999"/>
        </a:hlink>
        <a:folHlink>
          <a:srgbClr val="FFFF99"/>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Balloons</Template>
  <TotalTime>1089</TotalTime>
  <Pages>0</Pages>
  <Words>5101</Words>
  <Characters>0</Characters>
  <Application>Microsoft Office PowerPoint</Application>
  <DocSecurity>0</DocSecurity>
  <PresentationFormat>全屏显示(4:3)</PresentationFormat>
  <Lines>0</Lines>
  <Paragraphs>375</Paragraphs>
  <Slides>39</Slides>
  <Notes>2</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39</vt:i4>
      </vt:variant>
    </vt:vector>
  </HeadingPairs>
  <TitlesOfParts>
    <vt:vector size="53" baseType="lpstr">
      <vt:lpstr>黑体</vt:lpstr>
      <vt:lpstr>华文隶书</vt:lpstr>
      <vt:lpstr>华文行楷</vt:lpstr>
      <vt:lpstr>楷体</vt:lpstr>
      <vt:lpstr>楷体_GB2312</vt:lpstr>
      <vt:lpstr>宋体</vt:lpstr>
      <vt:lpstr>幼圆</vt:lpstr>
      <vt:lpstr>Arial</vt:lpstr>
      <vt:lpstr>Calibri</vt:lpstr>
      <vt:lpstr>Times New Roman</vt:lpstr>
      <vt:lpstr>Verdana</vt:lpstr>
      <vt:lpstr>Wingdings</vt:lpstr>
      <vt:lpstr>Balloons</vt:lpstr>
      <vt:lpstr>1_Balloons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晓莉 刘</cp:lastModifiedBy>
  <cp:revision>181</cp:revision>
  <dcterms:created xsi:type="dcterms:W3CDTF">2015-03-26T01:58:57Z</dcterms:created>
  <dcterms:modified xsi:type="dcterms:W3CDTF">2023-11-11T09:06:26Z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2052-9.1.0.4984</vt:lpwstr>
  </property>
</Properties>
</file>